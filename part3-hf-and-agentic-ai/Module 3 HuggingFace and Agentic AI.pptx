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85" r:id="rId4"/>
    <p:sldId id="286" r:id="rId5"/>
    <p:sldId id="287" r:id="rId6"/>
    <p:sldId id="288" r:id="rId7"/>
    <p:sldId id="275" r:id="rId8"/>
    <p:sldId id="289" r:id="rId9"/>
    <p:sldId id="290" r:id="rId10"/>
    <p:sldId id="291" r:id="rId11"/>
    <p:sldId id="2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84" autoAdjust="0"/>
    <p:restoredTop sz="94660"/>
  </p:normalViewPr>
  <p:slideViewPr>
    <p:cSldViewPr snapToGrid="0">
      <p:cViewPr varScale="1">
        <p:scale>
          <a:sx n="84" d="100"/>
          <a:sy n="84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08F7F-F71E-4EC0-B314-6C8516045AA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B5847-5E5B-4E07-A1D4-45B5E0E02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055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e9566a474a_0_10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e9566a474a_0_10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ge96fd5876e_0_4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6" name="Google Shape;2256;ge96fd5876e_0_4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ge96fd5876e_0_4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6" name="Google Shape;2256;ge96fd5876e_0_4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ge96fd5876e_0_4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6" name="Google Shape;2256;ge96fd5876e_0_4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ge96fd5876e_0_4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6" name="Google Shape;2256;ge96fd5876e_0_4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e96fd5876e_0_2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e96fd5876e_0_2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4CC1-E911-6BB3-131E-46392BD53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155BB-F375-EC86-CF5E-7C5ABB9B7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A03EC-94C4-35D5-258F-FE589C04E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9877-3330-4AF2-9DAC-E2517119B47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84FC9-4C97-3C29-8DA1-5FF3F26A4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710B3-669C-F55C-C937-EEA063DC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2E74-F8DC-49AF-A4E4-5ADC62CD2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924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27AE-BD96-4AB7-B2B9-4741A2D33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2DCDB-AFD5-EF83-BF9C-603012CC7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12A85-8AE4-67ED-0A4B-FD50C352D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9877-3330-4AF2-9DAC-E2517119B47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3E9ED-4123-4C4F-77D8-ED63785C4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6B52D-91E3-15B9-A6BA-68E2FC424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2E74-F8DC-49AF-A4E4-5ADC62CD2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867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1B93B-D6E1-8223-74E0-8B5B58AE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DE8D4-4792-1D05-7DF3-8AD216AC9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B1F84-976D-23B3-314A-80385CCDD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9877-3330-4AF2-9DAC-E2517119B47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A0378-2C9D-8214-8A66-CB175F28F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7CC1E-4D3D-40B4-015E-D927F926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2E74-F8DC-49AF-A4E4-5ADC62CD2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546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C80D8-F8E2-AD2B-4C78-7A978500E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7D580-9D7E-6C03-003C-D616C2D20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0F637-8E12-22C8-9BF3-28EF91E04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AB4C4-44AC-6C62-1B6F-65DBF447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9877-3330-4AF2-9DAC-E2517119B47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41FA5-109A-1DCF-8080-563EFF05B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BE9AA-FEA8-6E40-6528-FA2E65755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2E74-F8DC-49AF-A4E4-5ADC62CD2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29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97CD0-9B77-C1D1-8A73-A81BB829C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45F16-5AEF-8A22-8DBB-9ED6EC876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BF4C5-43EE-4499-7BE3-151BB0D0B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DEAC80-7BF5-D191-C200-6E1BB3636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3ED1AD-2ED6-4E0B-10DB-C9F620331A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5817B-5203-9B5B-C1D2-3EDFEA0E8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9877-3330-4AF2-9DAC-E2517119B47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2EBAF-34D4-3968-01F8-F6539D3ED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3E88DB-A79E-3520-CF78-49BCBE95A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2E74-F8DC-49AF-A4E4-5ADC62CD2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539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53148-1838-D5AD-6E2D-649106F82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2F793-E7C3-FBE5-D323-0A21689A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9877-3330-4AF2-9DAC-E2517119B47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CD772-3C2A-14C2-673D-730F08081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903D8-FA5A-CF14-D580-47774B2A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2E74-F8DC-49AF-A4E4-5ADC62CD2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41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B610ED-0427-74A8-BFEF-95215CE1B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9877-3330-4AF2-9DAC-E2517119B47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0298D-7D5B-4A01-1371-55A202F2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50AA9-0B32-3237-B31D-E8330393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2E74-F8DC-49AF-A4E4-5ADC62CD2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365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B174-3F5B-1BE7-A786-8DF25DFB1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6CD6B-B83F-4816-8696-B14DC61DC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9B8A0-CCD8-7155-09ED-E382B58DE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1316E-DEE0-3BFA-9C8B-A66D079E1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9877-3330-4AF2-9DAC-E2517119B47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24D32-BEE1-9416-A635-7B8F6BA91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14F66-3EB1-AB37-3A6E-7853BB56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2E74-F8DC-49AF-A4E4-5ADC62CD2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340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17C98-2A94-DCE1-8A90-B2FD6ECF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F8CC06-F99E-F161-D57E-686DC2429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1A2B4-9946-162F-9933-038D1A7C3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6137F-CBFF-5DDF-2F60-13F21F753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9877-3330-4AF2-9DAC-E2517119B47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96FD5-4CD2-0584-31F2-52B5EFB6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18BE5-E333-7A1E-013D-0AB5426E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2E74-F8DC-49AF-A4E4-5ADC62CD2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21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54D5D-CD6A-7EBE-E96A-0F0B705D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16098-4D5C-2E6C-BD15-922CA39E9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0DD52-4EB1-E41F-3A98-04D31349C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9877-3330-4AF2-9DAC-E2517119B47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D13E7-5D4D-638E-24D3-E6F6E1515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B7BC1-41A1-3846-62EE-7B7388FD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2E74-F8DC-49AF-A4E4-5ADC62CD2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59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B3DE9F-B387-7C9E-D213-22CDCE8349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C6C17-F8C6-D0BF-0EA0-37B3C79CA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91E68-F096-7DEC-7625-FF62BFE3C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9877-3330-4AF2-9DAC-E2517119B47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9F9A0-2915-4396-08C4-AC0577C5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06FE7-82BE-D84A-AEC5-EE5324FDE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2E74-F8DC-49AF-A4E4-5ADC62CD2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12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EBAC33-36E9-CED4-3145-190897B4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AB315-85C7-362F-31FA-6E0BC9ABF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E2697-9670-1B1E-E93E-73A6C48B06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59877-3330-4AF2-9DAC-E2517119B47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E5576-8C4B-006C-CC5D-E2BB04382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B8086-0F15-B688-D70D-5E8A13B6D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A2E74-F8DC-49AF-A4E4-5ADC62CD2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094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ctrTitle"/>
          </p:nvPr>
        </p:nvSpPr>
        <p:spPr>
          <a:xfrm>
            <a:off x="6319370" y="1432200"/>
            <a:ext cx="5262831" cy="331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r">
              <a:spcBef>
                <a:spcPts val="0"/>
              </a:spcBef>
            </a:pPr>
            <a:r>
              <a:rPr lang="en" dirty="0"/>
              <a:t>Module 3 HuggingFace and Agentic AI</a:t>
            </a:r>
            <a:endParaRPr dirty="0"/>
          </a:p>
        </p:txBody>
      </p:sp>
      <p:grpSp>
        <p:nvGrpSpPr>
          <p:cNvPr id="48" name="Google Shape;48;p15"/>
          <p:cNvGrpSpPr/>
          <p:nvPr/>
        </p:nvGrpSpPr>
        <p:grpSpPr>
          <a:xfrm>
            <a:off x="609593" y="548634"/>
            <a:ext cx="5847489" cy="6311503"/>
            <a:chOff x="457194" y="411475"/>
            <a:chExt cx="4385617" cy="4733627"/>
          </a:xfrm>
        </p:grpSpPr>
        <p:sp>
          <p:nvSpPr>
            <p:cNvPr id="49" name="Google Shape;49;p15"/>
            <p:cNvSpPr/>
            <p:nvPr/>
          </p:nvSpPr>
          <p:spPr>
            <a:xfrm>
              <a:off x="489688" y="411475"/>
              <a:ext cx="4320600" cy="4320600"/>
            </a:xfrm>
            <a:prstGeom prst="ellipse">
              <a:avLst/>
            </a:prstGeom>
            <a:solidFill>
              <a:srgbClr val="2776EA">
                <a:alpha val="376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50" name="Google Shape;50;p15"/>
            <p:cNvGrpSpPr/>
            <p:nvPr/>
          </p:nvGrpSpPr>
          <p:grpSpPr>
            <a:xfrm>
              <a:off x="457194" y="824705"/>
              <a:ext cx="4385617" cy="4320397"/>
              <a:chOff x="457209" y="411470"/>
              <a:chExt cx="4385617" cy="4320397"/>
            </a:xfrm>
          </p:grpSpPr>
          <p:sp>
            <p:nvSpPr>
              <p:cNvPr id="51" name="Google Shape;51;p15"/>
              <p:cNvSpPr/>
              <p:nvPr/>
            </p:nvSpPr>
            <p:spPr>
              <a:xfrm>
                <a:off x="3130216" y="1066327"/>
                <a:ext cx="1060482" cy="580506"/>
              </a:xfrm>
              <a:custGeom>
                <a:avLst/>
                <a:gdLst/>
                <a:ahLst/>
                <a:cxnLst/>
                <a:rect l="l" t="t" r="r" b="b"/>
                <a:pathLst>
                  <a:path w="51436" h="28156" extrusionOk="0">
                    <a:moveTo>
                      <a:pt x="24126" y="0"/>
                    </a:moveTo>
                    <a:lnTo>
                      <a:pt x="23529" y="25"/>
                    </a:lnTo>
                    <a:lnTo>
                      <a:pt x="22932" y="50"/>
                    </a:lnTo>
                    <a:lnTo>
                      <a:pt x="22360" y="124"/>
                    </a:lnTo>
                    <a:lnTo>
                      <a:pt x="21788" y="199"/>
                    </a:lnTo>
                    <a:lnTo>
                      <a:pt x="21216" y="299"/>
                    </a:lnTo>
                    <a:lnTo>
                      <a:pt x="20644" y="448"/>
                    </a:lnTo>
                    <a:lnTo>
                      <a:pt x="20097" y="597"/>
                    </a:lnTo>
                    <a:lnTo>
                      <a:pt x="19575" y="771"/>
                    </a:lnTo>
                    <a:lnTo>
                      <a:pt x="19027" y="945"/>
                    </a:lnTo>
                    <a:lnTo>
                      <a:pt x="18505" y="1169"/>
                    </a:lnTo>
                    <a:lnTo>
                      <a:pt x="18008" y="1393"/>
                    </a:lnTo>
                    <a:lnTo>
                      <a:pt x="17510" y="1667"/>
                    </a:lnTo>
                    <a:lnTo>
                      <a:pt x="17013" y="1940"/>
                    </a:lnTo>
                    <a:lnTo>
                      <a:pt x="16540" y="2214"/>
                    </a:lnTo>
                    <a:lnTo>
                      <a:pt x="16068" y="2537"/>
                    </a:lnTo>
                    <a:lnTo>
                      <a:pt x="15620" y="2860"/>
                    </a:lnTo>
                    <a:lnTo>
                      <a:pt x="15197" y="3209"/>
                    </a:lnTo>
                    <a:lnTo>
                      <a:pt x="14774" y="3557"/>
                    </a:lnTo>
                    <a:lnTo>
                      <a:pt x="14351" y="3955"/>
                    </a:lnTo>
                    <a:lnTo>
                      <a:pt x="13978" y="4328"/>
                    </a:lnTo>
                    <a:lnTo>
                      <a:pt x="13605" y="4751"/>
                    </a:lnTo>
                    <a:lnTo>
                      <a:pt x="13232" y="5174"/>
                    </a:lnTo>
                    <a:lnTo>
                      <a:pt x="12884" y="5596"/>
                    </a:lnTo>
                    <a:lnTo>
                      <a:pt x="12561" y="6044"/>
                    </a:lnTo>
                    <a:lnTo>
                      <a:pt x="12262" y="6517"/>
                    </a:lnTo>
                    <a:lnTo>
                      <a:pt x="11964" y="6989"/>
                    </a:lnTo>
                    <a:lnTo>
                      <a:pt x="11690" y="7487"/>
                    </a:lnTo>
                    <a:lnTo>
                      <a:pt x="11441" y="7984"/>
                    </a:lnTo>
                    <a:lnTo>
                      <a:pt x="11217" y="8482"/>
                    </a:lnTo>
                    <a:lnTo>
                      <a:pt x="10994" y="9004"/>
                    </a:lnTo>
                    <a:lnTo>
                      <a:pt x="10795" y="9551"/>
                    </a:lnTo>
                    <a:lnTo>
                      <a:pt x="10621" y="10073"/>
                    </a:lnTo>
                    <a:lnTo>
                      <a:pt x="9874" y="9974"/>
                    </a:lnTo>
                    <a:lnTo>
                      <a:pt x="9476" y="9949"/>
                    </a:lnTo>
                    <a:lnTo>
                      <a:pt x="8631" y="9949"/>
                    </a:lnTo>
                    <a:lnTo>
                      <a:pt x="8158" y="9999"/>
                    </a:lnTo>
                    <a:lnTo>
                      <a:pt x="7710" y="10049"/>
                    </a:lnTo>
                    <a:lnTo>
                      <a:pt x="7263" y="10123"/>
                    </a:lnTo>
                    <a:lnTo>
                      <a:pt x="6815" y="10223"/>
                    </a:lnTo>
                    <a:lnTo>
                      <a:pt x="6392" y="10347"/>
                    </a:lnTo>
                    <a:lnTo>
                      <a:pt x="5969" y="10496"/>
                    </a:lnTo>
                    <a:lnTo>
                      <a:pt x="5547" y="10670"/>
                    </a:lnTo>
                    <a:lnTo>
                      <a:pt x="5149" y="10844"/>
                    </a:lnTo>
                    <a:lnTo>
                      <a:pt x="4751" y="11043"/>
                    </a:lnTo>
                    <a:lnTo>
                      <a:pt x="4378" y="11267"/>
                    </a:lnTo>
                    <a:lnTo>
                      <a:pt x="4005" y="11491"/>
                    </a:lnTo>
                    <a:lnTo>
                      <a:pt x="3656" y="11765"/>
                    </a:lnTo>
                    <a:lnTo>
                      <a:pt x="3308" y="12038"/>
                    </a:lnTo>
                    <a:lnTo>
                      <a:pt x="2985" y="12312"/>
                    </a:lnTo>
                    <a:lnTo>
                      <a:pt x="2661" y="12610"/>
                    </a:lnTo>
                    <a:lnTo>
                      <a:pt x="2363" y="12934"/>
                    </a:lnTo>
                    <a:lnTo>
                      <a:pt x="2064" y="13257"/>
                    </a:lnTo>
                    <a:lnTo>
                      <a:pt x="1791" y="13605"/>
                    </a:lnTo>
                    <a:lnTo>
                      <a:pt x="1542" y="13954"/>
                    </a:lnTo>
                    <a:lnTo>
                      <a:pt x="1318" y="14327"/>
                    </a:lnTo>
                    <a:lnTo>
                      <a:pt x="1094" y="14700"/>
                    </a:lnTo>
                    <a:lnTo>
                      <a:pt x="895" y="15098"/>
                    </a:lnTo>
                    <a:lnTo>
                      <a:pt x="697" y="15496"/>
                    </a:lnTo>
                    <a:lnTo>
                      <a:pt x="547" y="15918"/>
                    </a:lnTo>
                    <a:lnTo>
                      <a:pt x="398" y="16341"/>
                    </a:lnTo>
                    <a:lnTo>
                      <a:pt x="274" y="16764"/>
                    </a:lnTo>
                    <a:lnTo>
                      <a:pt x="174" y="17212"/>
                    </a:lnTo>
                    <a:lnTo>
                      <a:pt x="100" y="17660"/>
                    </a:lnTo>
                    <a:lnTo>
                      <a:pt x="50" y="18132"/>
                    </a:lnTo>
                    <a:lnTo>
                      <a:pt x="0" y="18580"/>
                    </a:lnTo>
                    <a:lnTo>
                      <a:pt x="0" y="19052"/>
                    </a:lnTo>
                    <a:lnTo>
                      <a:pt x="0" y="19525"/>
                    </a:lnTo>
                    <a:lnTo>
                      <a:pt x="50" y="19973"/>
                    </a:lnTo>
                    <a:lnTo>
                      <a:pt x="100" y="20445"/>
                    </a:lnTo>
                    <a:lnTo>
                      <a:pt x="174" y="20893"/>
                    </a:lnTo>
                    <a:lnTo>
                      <a:pt x="274" y="21316"/>
                    </a:lnTo>
                    <a:lnTo>
                      <a:pt x="398" y="21763"/>
                    </a:lnTo>
                    <a:lnTo>
                      <a:pt x="547" y="22186"/>
                    </a:lnTo>
                    <a:lnTo>
                      <a:pt x="697" y="22584"/>
                    </a:lnTo>
                    <a:lnTo>
                      <a:pt x="895" y="23007"/>
                    </a:lnTo>
                    <a:lnTo>
                      <a:pt x="1094" y="23380"/>
                    </a:lnTo>
                    <a:lnTo>
                      <a:pt x="1318" y="23778"/>
                    </a:lnTo>
                    <a:lnTo>
                      <a:pt x="1542" y="24151"/>
                    </a:lnTo>
                    <a:lnTo>
                      <a:pt x="1791" y="24499"/>
                    </a:lnTo>
                    <a:lnTo>
                      <a:pt x="2064" y="24848"/>
                    </a:lnTo>
                    <a:lnTo>
                      <a:pt x="2363" y="25171"/>
                    </a:lnTo>
                    <a:lnTo>
                      <a:pt x="2661" y="25494"/>
                    </a:lnTo>
                    <a:lnTo>
                      <a:pt x="2985" y="25793"/>
                    </a:lnTo>
                    <a:lnTo>
                      <a:pt x="3308" y="26066"/>
                    </a:lnTo>
                    <a:lnTo>
                      <a:pt x="3656" y="26340"/>
                    </a:lnTo>
                    <a:lnTo>
                      <a:pt x="4005" y="26614"/>
                    </a:lnTo>
                    <a:lnTo>
                      <a:pt x="4378" y="26837"/>
                    </a:lnTo>
                    <a:lnTo>
                      <a:pt x="4751" y="27061"/>
                    </a:lnTo>
                    <a:lnTo>
                      <a:pt x="5149" y="27260"/>
                    </a:lnTo>
                    <a:lnTo>
                      <a:pt x="5547" y="27434"/>
                    </a:lnTo>
                    <a:lnTo>
                      <a:pt x="5969" y="27608"/>
                    </a:lnTo>
                    <a:lnTo>
                      <a:pt x="6392" y="27758"/>
                    </a:lnTo>
                    <a:lnTo>
                      <a:pt x="6815" y="27882"/>
                    </a:lnTo>
                    <a:lnTo>
                      <a:pt x="7263" y="27982"/>
                    </a:lnTo>
                    <a:lnTo>
                      <a:pt x="7710" y="28056"/>
                    </a:lnTo>
                    <a:lnTo>
                      <a:pt x="8158" y="28106"/>
                    </a:lnTo>
                    <a:lnTo>
                      <a:pt x="8631" y="28156"/>
                    </a:lnTo>
                    <a:lnTo>
                      <a:pt x="40492" y="28156"/>
                    </a:lnTo>
                    <a:lnTo>
                      <a:pt x="41238" y="28131"/>
                    </a:lnTo>
                    <a:lnTo>
                      <a:pt x="41960" y="28056"/>
                    </a:lnTo>
                    <a:lnTo>
                      <a:pt x="42656" y="27932"/>
                    </a:lnTo>
                    <a:lnTo>
                      <a:pt x="43353" y="27783"/>
                    </a:lnTo>
                    <a:lnTo>
                      <a:pt x="44024" y="27559"/>
                    </a:lnTo>
                    <a:lnTo>
                      <a:pt x="44696" y="27310"/>
                    </a:lnTo>
                    <a:lnTo>
                      <a:pt x="45317" y="27036"/>
                    </a:lnTo>
                    <a:lnTo>
                      <a:pt x="45939" y="26713"/>
                    </a:lnTo>
                    <a:lnTo>
                      <a:pt x="46536" y="26340"/>
                    </a:lnTo>
                    <a:lnTo>
                      <a:pt x="47083" y="25942"/>
                    </a:lnTo>
                    <a:lnTo>
                      <a:pt x="47631" y="25519"/>
                    </a:lnTo>
                    <a:lnTo>
                      <a:pt x="48128" y="25047"/>
                    </a:lnTo>
                    <a:lnTo>
                      <a:pt x="48601" y="24549"/>
                    </a:lnTo>
                    <a:lnTo>
                      <a:pt x="49048" y="24027"/>
                    </a:lnTo>
                    <a:lnTo>
                      <a:pt x="49471" y="23455"/>
                    </a:lnTo>
                    <a:lnTo>
                      <a:pt x="49844" y="22883"/>
                    </a:lnTo>
                    <a:lnTo>
                      <a:pt x="50192" y="22261"/>
                    </a:lnTo>
                    <a:lnTo>
                      <a:pt x="50516" y="21589"/>
                    </a:lnTo>
                    <a:lnTo>
                      <a:pt x="50789" y="20918"/>
                    </a:lnTo>
                    <a:lnTo>
                      <a:pt x="51013" y="20221"/>
                    </a:lnTo>
                    <a:lnTo>
                      <a:pt x="51187" y="19475"/>
                    </a:lnTo>
                    <a:lnTo>
                      <a:pt x="51312" y="18754"/>
                    </a:lnTo>
                    <a:lnTo>
                      <a:pt x="51411" y="17983"/>
                    </a:lnTo>
                    <a:lnTo>
                      <a:pt x="51436" y="17212"/>
                    </a:lnTo>
                    <a:lnTo>
                      <a:pt x="51411" y="16665"/>
                    </a:lnTo>
                    <a:lnTo>
                      <a:pt x="51361" y="16093"/>
                    </a:lnTo>
                    <a:lnTo>
                      <a:pt x="51312" y="15545"/>
                    </a:lnTo>
                    <a:lnTo>
                      <a:pt x="51212" y="15023"/>
                    </a:lnTo>
                    <a:lnTo>
                      <a:pt x="51088" y="14476"/>
                    </a:lnTo>
                    <a:lnTo>
                      <a:pt x="50939" y="13954"/>
                    </a:lnTo>
                    <a:lnTo>
                      <a:pt x="50764" y="13456"/>
                    </a:lnTo>
                    <a:lnTo>
                      <a:pt x="50565" y="12959"/>
                    </a:lnTo>
                    <a:lnTo>
                      <a:pt x="50342" y="12486"/>
                    </a:lnTo>
                    <a:lnTo>
                      <a:pt x="50118" y="12013"/>
                    </a:lnTo>
                    <a:lnTo>
                      <a:pt x="49844" y="11541"/>
                    </a:lnTo>
                    <a:lnTo>
                      <a:pt x="49571" y="11093"/>
                    </a:lnTo>
                    <a:lnTo>
                      <a:pt x="49247" y="10670"/>
                    </a:lnTo>
                    <a:lnTo>
                      <a:pt x="48924" y="10248"/>
                    </a:lnTo>
                    <a:lnTo>
                      <a:pt x="48576" y="9874"/>
                    </a:lnTo>
                    <a:lnTo>
                      <a:pt x="48227" y="9477"/>
                    </a:lnTo>
                    <a:lnTo>
                      <a:pt x="47854" y="9128"/>
                    </a:lnTo>
                    <a:lnTo>
                      <a:pt x="47456" y="8780"/>
                    </a:lnTo>
                    <a:lnTo>
                      <a:pt x="47034" y="8457"/>
                    </a:lnTo>
                    <a:lnTo>
                      <a:pt x="46611" y="8158"/>
                    </a:lnTo>
                    <a:lnTo>
                      <a:pt x="46163" y="7860"/>
                    </a:lnTo>
                    <a:lnTo>
                      <a:pt x="45715" y="7611"/>
                    </a:lnTo>
                    <a:lnTo>
                      <a:pt x="45243" y="7362"/>
                    </a:lnTo>
                    <a:lnTo>
                      <a:pt x="44745" y="7139"/>
                    </a:lnTo>
                    <a:lnTo>
                      <a:pt x="44248" y="6940"/>
                    </a:lnTo>
                    <a:lnTo>
                      <a:pt x="43750" y="6765"/>
                    </a:lnTo>
                    <a:lnTo>
                      <a:pt x="43228" y="6616"/>
                    </a:lnTo>
                    <a:lnTo>
                      <a:pt x="42706" y="6492"/>
                    </a:lnTo>
                    <a:lnTo>
                      <a:pt x="42159" y="6392"/>
                    </a:lnTo>
                    <a:lnTo>
                      <a:pt x="41611" y="6343"/>
                    </a:lnTo>
                    <a:lnTo>
                      <a:pt x="41064" y="6293"/>
                    </a:lnTo>
                    <a:lnTo>
                      <a:pt x="40492" y="6268"/>
                    </a:lnTo>
                    <a:lnTo>
                      <a:pt x="39945" y="6293"/>
                    </a:lnTo>
                    <a:lnTo>
                      <a:pt x="39398" y="6343"/>
                    </a:lnTo>
                    <a:lnTo>
                      <a:pt x="38875" y="6392"/>
                    </a:lnTo>
                    <a:lnTo>
                      <a:pt x="38353" y="6492"/>
                    </a:lnTo>
                    <a:lnTo>
                      <a:pt x="37831" y="6616"/>
                    </a:lnTo>
                    <a:lnTo>
                      <a:pt x="37333" y="6741"/>
                    </a:lnTo>
                    <a:lnTo>
                      <a:pt x="36836" y="6915"/>
                    </a:lnTo>
                    <a:lnTo>
                      <a:pt x="36339" y="7089"/>
                    </a:lnTo>
                    <a:lnTo>
                      <a:pt x="35866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50" y="4204"/>
                    </a:lnTo>
                    <a:lnTo>
                      <a:pt x="33478" y="3582"/>
                    </a:lnTo>
                    <a:lnTo>
                      <a:pt x="32782" y="2985"/>
                    </a:lnTo>
                    <a:lnTo>
                      <a:pt x="32060" y="2462"/>
                    </a:lnTo>
                    <a:lnTo>
                      <a:pt x="31289" y="1965"/>
                    </a:lnTo>
                    <a:lnTo>
                      <a:pt x="30891" y="1741"/>
                    </a:lnTo>
                    <a:lnTo>
                      <a:pt x="30494" y="1517"/>
                    </a:lnTo>
                    <a:lnTo>
                      <a:pt x="30071" y="1318"/>
                    </a:lnTo>
                    <a:lnTo>
                      <a:pt x="29648" y="1144"/>
                    </a:lnTo>
                    <a:lnTo>
                      <a:pt x="29225" y="970"/>
                    </a:lnTo>
                    <a:lnTo>
                      <a:pt x="28777" y="796"/>
                    </a:lnTo>
                    <a:lnTo>
                      <a:pt x="28355" y="647"/>
                    </a:lnTo>
                    <a:lnTo>
                      <a:pt x="27907" y="522"/>
                    </a:lnTo>
                    <a:lnTo>
                      <a:pt x="27434" y="398"/>
                    </a:lnTo>
                    <a:lnTo>
                      <a:pt x="26987" y="299"/>
                    </a:lnTo>
                    <a:lnTo>
                      <a:pt x="26514" y="199"/>
                    </a:lnTo>
                    <a:lnTo>
                      <a:pt x="26041" y="149"/>
                    </a:lnTo>
                    <a:lnTo>
                      <a:pt x="25569" y="75"/>
                    </a:lnTo>
                    <a:lnTo>
                      <a:pt x="25096" y="50"/>
                    </a:lnTo>
                    <a:lnTo>
                      <a:pt x="24624" y="25"/>
                    </a:lnTo>
                    <a:lnTo>
                      <a:pt x="24126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2" name="Google Shape;52;p15"/>
              <p:cNvSpPr/>
              <p:nvPr/>
            </p:nvSpPr>
            <p:spPr>
              <a:xfrm>
                <a:off x="4063251" y="2231933"/>
                <a:ext cx="62574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0" fill="none" extrusionOk="0">
                    <a:moveTo>
                      <a:pt x="0" y="1517"/>
                    </a:moveTo>
                    <a:lnTo>
                      <a:pt x="0" y="1517"/>
                    </a:lnTo>
                    <a:lnTo>
                      <a:pt x="0" y="1368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4"/>
                    </a:lnTo>
                    <a:lnTo>
                      <a:pt x="1070" y="75"/>
                    </a:lnTo>
                    <a:lnTo>
                      <a:pt x="1219" y="25"/>
                    </a:lnTo>
                    <a:lnTo>
                      <a:pt x="1368" y="0"/>
                    </a:lnTo>
                    <a:lnTo>
                      <a:pt x="1517" y="0"/>
                    </a:lnTo>
                    <a:lnTo>
                      <a:pt x="1517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5" y="75"/>
                    </a:lnTo>
                    <a:lnTo>
                      <a:pt x="2114" y="124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5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4" y="1368"/>
                    </a:lnTo>
                    <a:lnTo>
                      <a:pt x="3034" y="1517"/>
                    </a:lnTo>
                    <a:lnTo>
                      <a:pt x="3034" y="1517"/>
                    </a:lnTo>
                    <a:lnTo>
                      <a:pt x="3034" y="1691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14"/>
                    </a:lnTo>
                    <a:lnTo>
                      <a:pt x="2786" y="2388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4" y="2935"/>
                    </a:lnTo>
                    <a:lnTo>
                      <a:pt x="1965" y="2985"/>
                    </a:lnTo>
                    <a:lnTo>
                      <a:pt x="1816" y="3010"/>
                    </a:lnTo>
                    <a:lnTo>
                      <a:pt x="1667" y="3034"/>
                    </a:lnTo>
                    <a:lnTo>
                      <a:pt x="1517" y="3059"/>
                    </a:lnTo>
                    <a:lnTo>
                      <a:pt x="1517" y="3059"/>
                    </a:lnTo>
                    <a:lnTo>
                      <a:pt x="1368" y="3034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0" y="2935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00" y="2114"/>
                    </a:lnTo>
                    <a:lnTo>
                      <a:pt x="50" y="1990"/>
                    </a:lnTo>
                    <a:lnTo>
                      <a:pt x="25" y="1841"/>
                    </a:lnTo>
                    <a:lnTo>
                      <a:pt x="0" y="1691"/>
                    </a:lnTo>
                    <a:lnTo>
                      <a:pt x="0" y="1517"/>
                    </a:lnTo>
                    <a:lnTo>
                      <a:pt x="0" y="1517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3" name="Google Shape;53;p15"/>
              <p:cNvSpPr/>
              <p:nvPr/>
            </p:nvSpPr>
            <p:spPr>
              <a:xfrm>
                <a:off x="4094527" y="2018604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0"/>
                    </a:moveTo>
                    <a:lnTo>
                      <a:pt x="0" y="1034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4" name="Google Shape;54;p15"/>
              <p:cNvSpPr/>
              <p:nvPr/>
            </p:nvSpPr>
            <p:spPr>
              <a:xfrm>
                <a:off x="3717619" y="1521681"/>
                <a:ext cx="126674" cy="40564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5" fill="none" extrusionOk="0">
                    <a:moveTo>
                      <a:pt x="0" y="1"/>
                    </a:moveTo>
                    <a:lnTo>
                      <a:pt x="0" y="8482"/>
                    </a:lnTo>
                    <a:lnTo>
                      <a:pt x="6144" y="11616"/>
                    </a:lnTo>
                    <a:lnTo>
                      <a:pt x="6144" y="19675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5" name="Google Shape;55;p15"/>
              <p:cNvSpPr/>
              <p:nvPr/>
            </p:nvSpPr>
            <p:spPr>
              <a:xfrm>
                <a:off x="4151947" y="1978606"/>
                <a:ext cx="76429" cy="335385"/>
              </a:xfrm>
              <a:custGeom>
                <a:avLst/>
                <a:gdLst/>
                <a:ahLst/>
                <a:cxnLst/>
                <a:rect l="l" t="t" r="r" b="b"/>
                <a:pathLst>
                  <a:path w="3707" h="16267" fill="none" extrusionOk="0">
                    <a:moveTo>
                      <a:pt x="3707" y="16267"/>
                    </a:moveTo>
                    <a:lnTo>
                      <a:pt x="3632" y="11342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6" name="Google Shape;56;p15"/>
              <p:cNvSpPr/>
              <p:nvPr/>
            </p:nvSpPr>
            <p:spPr>
              <a:xfrm>
                <a:off x="3979647" y="2052953"/>
                <a:ext cx="45668" cy="387197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18780" fill="none" extrusionOk="0">
                    <a:moveTo>
                      <a:pt x="1" y="18779"/>
                    </a:moveTo>
                    <a:lnTo>
                      <a:pt x="1" y="8930"/>
                    </a:lnTo>
                    <a:lnTo>
                      <a:pt x="2215" y="7487"/>
                    </a:lnTo>
                    <a:lnTo>
                      <a:pt x="2215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7" name="Google Shape;57;p15"/>
              <p:cNvSpPr/>
              <p:nvPr/>
            </p:nvSpPr>
            <p:spPr>
              <a:xfrm>
                <a:off x="3844272" y="1521681"/>
                <a:ext cx="21" cy="53358"/>
              </a:xfrm>
              <a:custGeom>
                <a:avLst/>
                <a:gdLst/>
                <a:ahLst/>
                <a:cxnLst/>
                <a:rect l="l" t="t" r="r" b="b"/>
                <a:pathLst>
                  <a:path w="1" h="2588" fill="none" extrusionOk="0">
                    <a:moveTo>
                      <a:pt x="1" y="1"/>
                    </a:moveTo>
                    <a:lnTo>
                      <a:pt x="1" y="258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8" name="Google Shape;58;p15"/>
              <p:cNvSpPr/>
              <p:nvPr/>
            </p:nvSpPr>
            <p:spPr>
              <a:xfrm>
                <a:off x="3844272" y="1624769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1" y="0"/>
                    </a:moveTo>
                    <a:lnTo>
                      <a:pt x="1" y="4179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9" name="Google Shape;59;p15"/>
              <p:cNvSpPr/>
              <p:nvPr/>
            </p:nvSpPr>
            <p:spPr>
              <a:xfrm>
                <a:off x="4094527" y="2353968"/>
                <a:ext cx="21" cy="132323"/>
              </a:xfrm>
              <a:custGeom>
                <a:avLst/>
                <a:gdLst/>
                <a:ahLst/>
                <a:cxnLst/>
                <a:rect l="l" t="t" r="r" b="b"/>
                <a:pathLst>
                  <a:path w="1" h="6418" fill="none" extrusionOk="0">
                    <a:moveTo>
                      <a:pt x="0" y="6418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0" name="Google Shape;60;p15"/>
              <p:cNvSpPr/>
              <p:nvPr/>
            </p:nvSpPr>
            <p:spPr>
              <a:xfrm>
                <a:off x="1327432" y="1744762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10347"/>
                    </a:moveTo>
                    <a:lnTo>
                      <a:pt x="0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1" name="Google Shape;61;p15"/>
              <p:cNvSpPr/>
              <p:nvPr/>
            </p:nvSpPr>
            <p:spPr>
              <a:xfrm>
                <a:off x="1396666" y="1497579"/>
                <a:ext cx="45647" cy="508737"/>
              </a:xfrm>
              <a:custGeom>
                <a:avLst/>
                <a:gdLst/>
                <a:ahLst/>
                <a:cxnLst/>
                <a:rect l="l" t="t" r="r" b="b"/>
                <a:pathLst>
                  <a:path w="2214" h="24675" fill="none" extrusionOk="0">
                    <a:moveTo>
                      <a:pt x="2214" y="1"/>
                    </a:moveTo>
                    <a:lnTo>
                      <a:pt x="2214" y="9875"/>
                    </a:lnTo>
                    <a:lnTo>
                      <a:pt x="0" y="11293"/>
                    </a:lnTo>
                    <a:lnTo>
                      <a:pt x="0" y="2467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>
                <a:off x="2875064" y="1207841"/>
                <a:ext cx="197969" cy="191825"/>
              </a:xfrm>
              <a:custGeom>
                <a:avLst/>
                <a:gdLst/>
                <a:ahLst/>
                <a:cxnLst/>
                <a:rect l="l" t="t" r="r" b="b"/>
                <a:pathLst>
                  <a:path w="9602" h="9304" extrusionOk="0">
                    <a:moveTo>
                      <a:pt x="9602" y="1"/>
                    </a:moveTo>
                    <a:lnTo>
                      <a:pt x="7985" y="274"/>
                    </a:lnTo>
                    <a:lnTo>
                      <a:pt x="6368" y="523"/>
                    </a:lnTo>
                    <a:lnTo>
                      <a:pt x="4727" y="772"/>
                    </a:lnTo>
                    <a:lnTo>
                      <a:pt x="3085" y="971"/>
                    </a:lnTo>
                    <a:lnTo>
                      <a:pt x="2787" y="2115"/>
                    </a:lnTo>
                    <a:lnTo>
                      <a:pt x="2463" y="3209"/>
                    </a:lnTo>
                    <a:lnTo>
                      <a:pt x="2115" y="4304"/>
                    </a:lnTo>
                    <a:lnTo>
                      <a:pt x="1742" y="5348"/>
                    </a:lnTo>
                    <a:lnTo>
                      <a:pt x="1344" y="6393"/>
                    </a:lnTo>
                    <a:lnTo>
                      <a:pt x="921" y="7388"/>
                    </a:lnTo>
                    <a:lnTo>
                      <a:pt x="473" y="8358"/>
                    </a:lnTo>
                    <a:lnTo>
                      <a:pt x="1" y="9303"/>
                    </a:lnTo>
                    <a:lnTo>
                      <a:pt x="747" y="8880"/>
                    </a:lnTo>
                    <a:lnTo>
                      <a:pt x="1468" y="8433"/>
                    </a:lnTo>
                    <a:lnTo>
                      <a:pt x="2165" y="7960"/>
                    </a:lnTo>
                    <a:lnTo>
                      <a:pt x="2836" y="7463"/>
                    </a:lnTo>
                    <a:lnTo>
                      <a:pt x="3508" y="6965"/>
                    </a:lnTo>
                    <a:lnTo>
                      <a:pt x="4179" y="6418"/>
                    </a:lnTo>
                    <a:lnTo>
                      <a:pt x="4801" y="5871"/>
                    </a:lnTo>
                    <a:lnTo>
                      <a:pt x="5423" y="5274"/>
                    </a:lnTo>
                    <a:lnTo>
                      <a:pt x="6020" y="4677"/>
                    </a:lnTo>
                    <a:lnTo>
                      <a:pt x="6592" y="4080"/>
                    </a:lnTo>
                    <a:lnTo>
                      <a:pt x="7139" y="3433"/>
                    </a:lnTo>
                    <a:lnTo>
                      <a:pt x="7686" y="2787"/>
                    </a:lnTo>
                    <a:lnTo>
                      <a:pt x="8184" y="2115"/>
                    </a:lnTo>
                    <a:lnTo>
                      <a:pt x="8681" y="1419"/>
                    </a:lnTo>
                    <a:lnTo>
                      <a:pt x="9154" y="722"/>
                    </a:lnTo>
                    <a:lnTo>
                      <a:pt x="960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2948916" y="960163"/>
                <a:ext cx="197454" cy="223081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0" extrusionOk="0">
                    <a:moveTo>
                      <a:pt x="1170" y="0"/>
                    </a:moveTo>
                    <a:lnTo>
                      <a:pt x="1145" y="1393"/>
                    </a:lnTo>
                    <a:lnTo>
                      <a:pt x="1070" y="2786"/>
                    </a:lnTo>
                    <a:lnTo>
                      <a:pt x="971" y="4179"/>
                    </a:lnTo>
                    <a:lnTo>
                      <a:pt x="846" y="5547"/>
                    </a:lnTo>
                    <a:lnTo>
                      <a:pt x="672" y="6890"/>
                    </a:lnTo>
                    <a:lnTo>
                      <a:pt x="473" y="8208"/>
                    </a:lnTo>
                    <a:lnTo>
                      <a:pt x="249" y="9527"/>
                    </a:lnTo>
                    <a:lnTo>
                      <a:pt x="1" y="10820"/>
                    </a:lnTo>
                    <a:lnTo>
                      <a:pt x="1841" y="10571"/>
                    </a:lnTo>
                    <a:lnTo>
                      <a:pt x="3657" y="10298"/>
                    </a:lnTo>
                    <a:lnTo>
                      <a:pt x="5472" y="9999"/>
                    </a:lnTo>
                    <a:lnTo>
                      <a:pt x="7263" y="9651"/>
                    </a:lnTo>
                    <a:lnTo>
                      <a:pt x="7736" y="8532"/>
                    </a:lnTo>
                    <a:lnTo>
                      <a:pt x="8184" y="7388"/>
                    </a:lnTo>
                    <a:lnTo>
                      <a:pt x="8383" y="6791"/>
                    </a:lnTo>
                    <a:lnTo>
                      <a:pt x="8557" y="6219"/>
                    </a:lnTo>
                    <a:lnTo>
                      <a:pt x="8731" y="5622"/>
                    </a:lnTo>
                    <a:lnTo>
                      <a:pt x="8880" y="5000"/>
                    </a:lnTo>
                    <a:lnTo>
                      <a:pt x="9029" y="4403"/>
                    </a:lnTo>
                    <a:lnTo>
                      <a:pt x="9154" y="3781"/>
                    </a:lnTo>
                    <a:lnTo>
                      <a:pt x="9253" y="3159"/>
                    </a:lnTo>
                    <a:lnTo>
                      <a:pt x="9353" y="2537"/>
                    </a:lnTo>
                    <a:lnTo>
                      <a:pt x="9427" y="1916"/>
                    </a:lnTo>
                    <a:lnTo>
                      <a:pt x="9502" y="1269"/>
                    </a:lnTo>
                    <a:lnTo>
                      <a:pt x="9552" y="647"/>
                    </a:lnTo>
                    <a:lnTo>
                      <a:pt x="9576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2641241" y="1232974"/>
                <a:ext cx="251802" cy="232318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68" extrusionOk="0">
                    <a:moveTo>
                      <a:pt x="12212" y="1"/>
                    </a:moveTo>
                    <a:lnTo>
                      <a:pt x="10695" y="150"/>
                    </a:lnTo>
                    <a:lnTo>
                      <a:pt x="9203" y="274"/>
                    </a:lnTo>
                    <a:lnTo>
                      <a:pt x="7686" y="374"/>
                    </a:lnTo>
                    <a:lnTo>
                      <a:pt x="6144" y="473"/>
                    </a:lnTo>
                    <a:lnTo>
                      <a:pt x="4626" y="548"/>
                    </a:lnTo>
                    <a:lnTo>
                      <a:pt x="3084" y="598"/>
                    </a:lnTo>
                    <a:lnTo>
                      <a:pt x="1542" y="647"/>
                    </a:lnTo>
                    <a:lnTo>
                      <a:pt x="0" y="647"/>
                    </a:lnTo>
                    <a:lnTo>
                      <a:pt x="0" y="11268"/>
                    </a:lnTo>
                    <a:lnTo>
                      <a:pt x="1045" y="11218"/>
                    </a:lnTo>
                    <a:lnTo>
                      <a:pt x="2089" y="11094"/>
                    </a:lnTo>
                    <a:lnTo>
                      <a:pt x="3109" y="10969"/>
                    </a:lnTo>
                    <a:lnTo>
                      <a:pt x="4129" y="10770"/>
                    </a:lnTo>
                    <a:lnTo>
                      <a:pt x="5124" y="10546"/>
                    </a:lnTo>
                    <a:lnTo>
                      <a:pt x="6119" y="10273"/>
                    </a:lnTo>
                    <a:lnTo>
                      <a:pt x="7089" y="9974"/>
                    </a:lnTo>
                    <a:lnTo>
                      <a:pt x="8034" y="9626"/>
                    </a:lnTo>
                    <a:lnTo>
                      <a:pt x="8681" y="8606"/>
                    </a:lnTo>
                    <a:lnTo>
                      <a:pt x="9278" y="7512"/>
                    </a:lnTo>
                    <a:lnTo>
                      <a:pt x="9874" y="6393"/>
                    </a:lnTo>
                    <a:lnTo>
                      <a:pt x="10397" y="5199"/>
                    </a:lnTo>
                    <a:lnTo>
                      <a:pt x="10919" y="3955"/>
                    </a:lnTo>
                    <a:lnTo>
                      <a:pt x="11367" y="2687"/>
                    </a:lnTo>
                    <a:lnTo>
                      <a:pt x="11814" y="1369"/>
                    </a:lnTo>
                    <a:lnTo>
                      <a:pt x="1221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2948916" y="694012"/>
                <a:ext cx="197454" cy="223102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1" extrusionOk="0">
                    <a:moveTo>
                      <a:pt x="1" y="1"/>
                    </a:moveTo>
                    <a:lnTo>
                      <a:pt x="249" y="1294"/>
                    </a:lnTo>
                    <a:lnTo>
                      <a:pt x="473" y="2587"/>
                    </a:lnTo>
                    <a:lnTo>
                      <a:pt x="672" y="3931"/>
                    </a:lnTo>
                    <a:lnTo>
                      <a:pt x="846" y="5274"/>
                    </a:lnTo>
                    <a:lnTo>
                      <a:pt x="971" y="6642"/>
                    </a:lnTo>
                    <a:lnTo>
                      <a:pt x="1070" y="8010"/>
                    </a:lnTo>
                    <a:lnTo>
                      <a:pt x="1145" y="9402"/>
                    </a:lnTo>
                    <a:lnTo>
                      <a:pt x="1170" y="10820"/>
                    </a:lnTo>
                    <a:lnTo>
                      <a:pt x="9576" y="10820"/>
                    </a:lnTo>
                    <a:lnTo>
                      <a:pt x="9552" y="10174"/>
                    </a:lnTo>
                    <a:lnTo>
                      <a:pt x="9502" y="9527"/>
                    </a:lnTo>
                    <a:lnTo>
                      <a:pt x="9427" y="8905"/>
                    </a:lnTo>
                    <a:lnTo>
                      <a:pt x="9353" y="8258"/>
                    </a:lnTo>
                    <a:lnTo>
                      <a:pt x="9253" y="7637"/>
                    </a:lnTo>
                    <a:lnTo>
                      <a:pt x="9154" y="7015"/>
                    </a:lnTo>
                    <a:lnTo>
                      <a:pt x="9029" y="6418"/>
                    </a:lnTo>
                    <a:lnTo>
                      <a:pt x="8880" y="5796"/>
                    </a:lnTo>
                    <a:lnTo>
                      <a:pt x="8731" y="5199"/>
                    </a:lnTo>
                    <a:lnTo>
                      <a:pt x="8557" y="4602"/>
                    </a:lnTo>
                    <a:lnTo>
                      <a:pt x="8383" y="4005"/>
                    </a:lnTo>
                    <a:lnTo>
                      <a:pt x="8184" y="3433"/>
                    </a:lnTo>
                    <a:lnTo>
                      <a:pt x="7736" y="2264"/>
                    </a:lnTo>
                    <a:lnTo>
                      <a:pt x="7263" y="1145"/>
                    </a:lnTo>
                    <a:lnTo>
                      <a:pt x="5472" y="821"/>
                    </a:lnTo>
                    <a:lnTo>
                      <a:pt x="3657" y="523"/>
                    </a:lnTo>
                    <a:lnTo>
                      <a:pt x="1841" y="24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6" name="Google Shape;66;p15"/>
              <p:cNvSpPr/>
              <p:nvPr/>
            </p:nvSpPr>
            <p:spPr>
              <a:xfrm>
                <a:off x="2641241" y="960163"/>
                <a:ext cx="288727" cy="243080"/>
              </a:xfrm>
              <a:custGeom>
                <a:avLst/>
                <a:gdLst/>
                <a:ahLst/>
                <a:cxnLst/>
                <a:rect l="l" t="t" r="r" b="b"/>
                <a:pathLst>
                  <a:path w="14004" h="11790" extrusionOk="0">
                    <a:moveTo>
                      <a:pt x="0" y="0"/>
                    </a:moveTo>
                    <a:lnTo>
                      <a:pt x="0" y="11790"/>
                    </a:lnTo>
                    <a:lnTo>
                      <a:pt x="1617" y="11765"/>
                    </a:lnTo>
                    <a:lnTo>
                      <a:pt x="3234" y="11740"/>
                    </a:lnTo>
                    <a:lnTo>
                      <a:pt x="4825" y="11666"/>
                    </a:lnTo>
                    <a:lnTo>
                      <a:pt x="6442" y="11591"/>
                    </a:lnTo>
                    <a:lnTo>
                      <a:pt x="8034" y="11492"/>
                    </a:lnTo>
                    <a:lnTo>
                      <a:pt x="9601" y="11367"/>
                    </a:lnTo>
                    <a:lnTo>
                      <a:pt x="11168" y="11218"/>
                    </a:lnTo>
                    <a:lnTo>
                      <a:pt x="12735" y="11069"/>
                    </a:lnTo>
                    <a:lnTo>
                      <a:pt x="13008" y="9775"/>
                    </a:lnTo>
                    <a:lnTo>
                      <a:pt x="13257" y="8432"/>
                    </a:lnTo>
                    <a:lnTo>
                      <a:pt x="13456" y="7064"/>
                    </a:lnTo>
                    <a:lnTo>
                      <a:pt x="13630" y="5696"/>
                    </a:lnTo>
                    <a:lnTo>
                      <a:pt x="13779" y="4303"/>
                    </a:lnTo>
                    <a:lnTo>
                      <a:pt x="13904" y="2886"/>
                    </a:lnTo>
                    <a:lnTo>
                      <a:pt x="13978" y="1443"/>
                    </a:lnTo>
                    <a:lnTo>
                      <a:pt x="1400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2875064" y="477095"/>
                <a:ext cx="197969" cy="192320"/>
              </a:xfrm>
              <a:custGeom>
                <a:avLst/>
                <a:gdLst/>
                <a:ahLst/>
                <a:cxnLst/>
                <a:rect l="l" t="t" r="r" b="b"/>
                <a:pathLst>
                  <a:path w="9602" h="9328" extrusionOk="0">
                    <a:moveTo>
                      <a:pt x="1" y="1"/>
                    </a:moveTo>
                    <a:lnTo>
                      <a:pt x="473" y="946"/>
                    </a:lnTo>
                    <a:lnTo>
                      <a:pt x="921" y="1916"/>
                    </a:lnTo>
                    <a:lnTo>
                      <a:pt x="1344" y="2936"/>
                    </a:lnTo>
                    <a:lnTo>
                      <a:pt x="1742" y="3955"/>
                    </a:lnTo>
                    <a:lnTo>
                      <a:pt x="2115" y="5025"/>
                    </a:lnTo>
                    <a:lnTo>
                      <a:pt x="2463" y="6094"/>
                    </a:lnTo>
                    <a:lnTo>
                      <a:pt x="2787" y="7214"/>
                    </a:lnTo>
                    <a:lnTo>
                      <a:pt x="3085" y="8333"/>
                    </a:lnTo>
                    <a:lnTo>
                      <a:pt x="4727" y="8557"/>
                    </a:lnTo>
                    <a:lnTo>
                      <a:pt x="6368" y="8781"/>
                    </a:lnTo>
                    <a:lnTo>
                      <a:pt x="7985" y="9054"/>
                    </a:lnTo>
                    <a:lnTo>
                      <a:pt x="9602" y="9328"/>
                    </a:lnTo>
                    <a:lnTo>
                      <a:pt x="9154" y="8607"/>
                    </a:lnTo>
                    <a:lnTo>
                      <a:pt x="8681" y="7885"/>
                    </a:lnTo>
                    <a:lnTo>
                      <a:pt x="8184" y="7214"/>
                    </a:lnTo>
                    <a:lnTo>
                      <a:pt x="7686" y="6542"/>
                    </a:lnTo>
                    <a:lnTo>
                      <a:pt x="7139" y="5871"/>
                    </a:lnTo>
                    <a:lnTo>
                      <a:pt x="6592" y="5249"/>
                    </a:lnTo>
                    <a:lnTo>
                      <a:pt x="6020" y="4627"/>
                    </a:lnTo>
                    <a:lnTo>
                      <a:pt x="5423" y="4030"/>
                    </a:lnTo>
                    <a:lnTo>
                      <a:pt x="4801" y="3458"/>
                    </a:lnTo>
                    <a:lnTo>
                      <a:pt x="4179" y="2911"/>
                    </a:lnTo>
                    <a:lnTo>
                      <a:pt x="3508" y="2364"/>
                    </a:lnTo>
                    <a:lnTo>
                      <a:pt x="2836" y="1841"/>
                    </a:lnTo>
                    <a:lnTo>
                      <a:pt x="2165" y="1344"/>
                    </a:lnTo>
                    <a:lnTo>
                      <a:pt x="1468" y="871"/>
                    </a:lnTo>
                    <a:lnTo>
                      <a:pt x="747" y="42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2641241" y="673498"/>
                <a:ext cx="288727" cy="243616"/>
              </a:xfrm>
              <a:custGeom>
                <a:avLst/>
                <a:gdLst/>
                <a:ahLst/>
                <a:cxnLst/>
                <a:rect l="l" t="t" r="r" b="b"/>
                <a:pathLst>
                  <a:path w="14004" h="11816" extrusionOk="0">
                    <a:moveTo>
                      <a:pt x="0" y="1"/>
                    </a:moveTo>
                    <a:lnTo>
                      <a:pt x="0" y="11815"/>
                    </a:lnTo>
                    <a:lnTo>
                      <a:pt x="14003" y="11815"/>
                    </a:lnTo>
                    <a:lnTo>
                      <a:pt x="13978" y="10348"/>
                    </a:lnTo>
                    <a:lnTo>
                      <a:pt x="13904" y="8930"/>
                    </a:lnTo>
                    <a:lnTo>
                      <a:pt x="13779" y="7512"/>
                    </a:lnTo>
                    <a:lnTo>
                      <a:pt x="13630" y="6119"/>
                    </a:lnTo>
                    <a:lnTo>
                      <a:pt x="13456" y="4727"/>
                    </a:lnTo>
                    <a:lnTo>
                      <a:pt x="13257" y="3383"/>
                    </a:lnTo>
                    <a:lnTo>
                      <a:pt x="13008" y="2040"/>
                    </a:lnTo>
                    <a:lnTo>
                      <a:pt x="12735" y="747"/>
                    </a:lnTo>
                    <a:lnTo>
                      <a:pt x="11168" y="573"/>
                    </a:lnTo>
                    <a:lnTo>
                      <a:pt x="9601" y="449"/>
                    </a:lnTo>
                    <a:lnTo>
                      <a:pt x="8034" y="324"/>
                    </a:lnTo>
                    <a:lnTo>
                      <a:pt x="6442" y="225"/>
                    </a:lnTo>
                    <a:lnTo>
                      <a:pt x="4825" y="125"/>
                    </a:lnTo>
                    <a:lnTo>
                      <a:pt x="3234" y="75"/>
                    </a:lnTo>
                    <a:lnTo>
                      <a:pt x="161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2641241" y="411470"/>
                <a:ext cx="251802" cy="232833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93" extrusionOk="0">
                    <a:moveTo>
                      <a:pt x="0" y="0"/>
                    </a:moveTo>
                    <a:lnTo>
                      <a:pt x="0" y="10621"/>
                    </a:lnTo>
                    <a:lnTo>
                      <a:pt x="1542" y="10645"/>
                    </a:lnTo>
                    <a:lnTo>
                      <a:pt x="3084" y="10670"/>
                    </a:lnTo>
                    <a:lnTo>
                      <a:pt x="4626" y="10745"/>
                    </a:lnTo>
                    <a:lnTo>
                      <a:pt x="6168" y="10819"/>
                    </a:lnTo>
                    <a:lnTo>
                      <a:pt x="7686" y="10894"/>
                    </a:lnTo>
                    <a:lnTo>
                      <a:pt x="9203" y="11018"/>
                    </a:lnTo>
                    <a:lnTo>
                      <a:pt x="10695" y="11143"/>
                    </a:lnTo>
                    <a:lnTo>
                      <a:pt x="12212" y="11292"/>
                    </a:lnTo>
                    <a:lnTo>
                      <a:pt x="11814" y="9924"/>
                    </a:lnTo>
                    <a:lnTo>
                      <a:pt x="11367" y="8606"/>
                    </a:lnTo>
                    <a:lnTo>
                      <a:pt x="10919" y="7312"/>
                    </a:lnTo>
                    <a:lnTo>
                      <a:pt x="10397" y="6094"/>
                    </a:lnTo>
                    <a:lnTo>
                      <a:pt x="9874" y="4900"/>
                    </a:lnTo>
                    <a:lnTo>
                      <a:pt x="9278" y="3756"/>
                    </a:lnTo>
                    <a:lnTo>
                      <a:pt x="8681" y="2686"/>
                    </a:lnTo>
                    <a:lnTo>
                      <a:pt x="8034" y="1642"/>
                    </a:lnTo>
                    <a:lnTo>
                      <a:pt x="7089" y="1318"/>
                    </a:lnTo>
                    <a:lnTo>
                      <a:pt x="6119" y="1020"/>
                    </a:lnTo>
                    <a:lnTo>
                      <a:pt x="5124" y="746"/>
                    </a:lnTo>
                    <a:lnTo>
                      <a:pt x="4129" y="522"/>
                    </a:lnTo>
                    <a:lnTo>
                      <a:pt x="3109" y="323"/>
                    </a:lnTo>
                    <a:lnTo>
                      <a:pt x="2089" y="174"/>
                    </a:lnTo>
                    <a:lnTo>
                      <a:pt x="1045" y="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2308928" y="673498"/>
                <a:ext cx="289243" cy="243616"/>
              </a:xfrm>
              <a:custGeom>
                <a:avLst/>
                <a:gdLst/>
                <a:ahLst/>
                <a:cxnLst/>
                <a:rect l="l" t="t" r="r" b="b"/>
                <a:pathLst>
                  <a:path w="14029" h="11816" extrusionOk="0">
                    <a:moveTo>
                      <a:pt x="14029" y="1"/>
                    </a:moveTo>
                    <a:lnTo>
                      <a:pt x="12412" y="26"/>
                    </a:lnTo>
                    <a:lnTo>
                      <a:pt x="10795" y="75"/>
                    </a:lnTo>
                    <a:lnTo>
                      <a:pt x="9179" y="125"/>
                    </a:lnTo>
                    <a:lnTo>
                      <a:pt x="7587" y="225"/>
                    </a:lnTo>
                    <a:lnTo>
                      <a:pt x="5995" y="324"/>
                    </a:lnTo>
                    <a:lnTo>
                      <a:pt x="4403" y="449"/>
                    </a:lnTo>
                    <a:lnTo>
                      <a:pt x="2836" y="573"/>
                    </a:lnTo>
                    <a:lnTo>
                      <a:pt x="1269" y="747"/>
                    </a:lnTo>
                    <a:lnTo>
                      <a:pt x="996" y="2040"/>
                    </a:lnTo>
                    <a:lnTo>
                      <a:pt x="772" y="3383"/>
                    </a:lnTo>
                    <a:lnTo>
                      <a:pt x="548" y="4727"/>
                    </a:lnTo>
                    <a:lnTo>
                      <a:pt x="374" y="6119"/>
                    </a:lnTo>
                    <a:lnTo>
                      <a:pt x="250" y="7512"/>
                    </a:lnTo>
                    <a:lnTo>
                      <a:pt x="125" y="8930"/>
                    </a:lnTo>
                    <a:lnTo>
                      <a:pt x="51" y="10348"/>
                    </a:lnTo>
                    <a:lnTo>
                      <a:pt x="1" y="11815"/>
                    </a:lnTo>
                    <a:lnTo>
                      <a:pt x="14029" y="11815"/>
                    </a:lnTo>
                    <a:lnTo>
                      <a:pt x="14029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>
                <a:off x="2092527" y="694012"/>
                <a:ext cx="197454" cy="223102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1" extrusionOk="0">
                    <a:moveTo>
                      <a:pt x="9577" y="1"/>
                    </a:moveTo>
                    <a:lnTo>
                      <a:pt x="7761" y="249"/>
                    </a:lnTo>
                    <a:lnTo>
                      <a:pt x="5920" y="523"/>
                    </a:lnTo>
                    <a:lnTo>
                      <a:pt x="4130" y="821"/>
                    </a:lnTo>
                    <a:lnTo>
                      <a:pt x="2339" y="1145"/>
                    </a:lnTo>
                    <a:lnTo>
                      <a:pt x="1841" y="2264"/>
                    </a:lnTo>
                    <a:lnTo>
                      <a:pt x="1419" y="3433"/>
                    </a:lnTo>
                    <a:lnTo>
                      <a:pt x="1220" y="4005"/>
                    </a:lnTo>
                    <a:lnTo>
                      <a:pt x="1045" y="4602"/>
                    </a:lnTo>
                    <a:lnTo>
                      <a:pt x="871" y="5199"/>
                    </a:lnTo>
                    <a:lnTo>
                      <a:pt x="722" y="5796"/>
                    </a:lnTo>
                    <a:lnTo>
                      <a:pt x="573" y="6418"/>
                    </a:lnTo>
                    <a:lnTo>
                      <a:pt x="448" y="7015"/>
                    </a:lnTo>
                    <a:lnTo>
                      <a:pt x="324" y="7637"/>
                    </a:lnTo>
                    <a:lnTo>
                      <a:pt x="250" y="8258"/>
                    </a:lnTo>
                    <a:lnTo>
                      <a:pt x="150" y="8905"/>
                    </a:lnTo>
                    <a:lnTo>
                      <a:pt x="100" y="9527"/>
                    </a:lnTo>
                    <a:lnTo>
                      <a:pt x="51" y="10174"/>
                    </a:lnTo>
                    <a:lnTo>
                      <a:pt x="1" y="10820"/>
                    </a:lnTo>
                    <a:lnTo>
                      <a:pt x="8408" y="10820"/>
                    </a:lnTo>
                    <a:lnTo>
                      <a:pt x="8457" y="9402"/>
                    </a:lnTo>
                    <a:lnTo>
                      <a:pt x="8532" y="8010"/>
                    </a:lnTo>
                    <a:lnTo>
                      <a:pt x="8631" y="6642"/>
                    </a:lnTo>
                    <a:lnTo>
                      <a:pt x="8756" y="5274"/>
                    </a:lnTo>
                    <a:lnTo>
                      <a:pt x="8930" y="3931"/>
                    </a:lnTo>
                    <a:lnTo>
                      <a:pt x="9104" y="2587"/>
                    </a:lnTo>
                    <a:lnTo>
                      <a:pt x="9328" y="1294"/>
                    </a:lnTo>
                    <a:lnTo>
                      <a:pt x="9577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2346369" y="1232974"/>
                <a:ext cx="251802" cy="232318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68" extrusionOk="0">
                    <a:moveTo>
                      <a:pt x="1" y="1"/>
                    </a:moveTo>
                    <a:lnTo>
                      <a:pt x="399" y="1369"/>
                    </a:lnTo>
                    <a:lnTo>
                      <a:pt x="821" y="2687"/>
                    </a:lnTo>
                    <a:lnTo>
                      <a:pt x="1294" y="3955"/>
                    </a:lnTo>
                    <a:lnTo>
                      <a:pt x="1791" y="5199"/>
                    </a:lnTo>
                    <a:lnTo>
                      <a:pt x="2339" y="6393"/>
                    </a:lnTo>
                    <a:lnTo>
                      <a:pt x="2911" y="7512"/>
                    </a:lnTo>
                    <a:lnTo>
                      <a:pt x="3532" y="8606"/>
                    </a:lnTo>
                    <a:lnTo>
                      <a:pt x="4154" y="9626"/>
                    </a:lnTo>
                    <a:lnTo>
                      <a:pt x="5124" y="9974"/>
                    </a:lnTo>
                    <a:lnTo>
                      <a:pt x="6094" y="10273"/>
                    </a:lnTo>
                    <a:lnTo>
                      <a:pt x="7064" y="10546"/>
                    </a:lnTo>
                    <a:lnTo>
                      <a:pt x="8059" y="10770"/>
                    </a:lnTo>
                    <a:lnTo>
                      <a:pt x="9079" y="10969"/>
                    </a:lnTo>
                    <a:lnTo>
                      <a:pt x="10124" y="11094"/>
                    </a:lnTo>
                    <a:lnTo>
                      <a:pt x="11143" y="11218"/>
                    </a:lnTo>
                    <a:lnTo>
                      <a:pt x="12213" y="11268"/>
                    </a:lnTo>
                    <a:lnTo>
                      <a:pt x="12213" y="647"/>
                    </a:lnTo>
                    <a:lnTo>
                      <a:pt x="10671" y="647"/>
                    </a:lnTo>
                    <a:lnTo>
                      <a:pt x="9104" y="598"/>
                    </a:lnTo>
                    <a:lnTo>
                      <a:pt x="7587" y="548"/>
                    </a:lnTo>
                    <a:lnTo>
                      <a:pt x="6045" y="473"/>
                    </a:lnTo>
                    <a:lnTo>
                      <a:pt x="4527" y="374"/>
                    </a:lnTo>
                    <a:lnTo>
                      <a:pt x="3010" y="274"/>
                    </a:lnTo>
                    <a:lnTo>
                      <a:pt x="1493" y="1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2346369" y="411470"/>
                <a:ext cx="251802" cy="232833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93" extrusionOk="0">
                    <a:moveTo>
                      <a:pt x="12213" y="0"/>
                    </a:moveTo>
                    <a:lnTo>
                      <a:pt x="11143" y="75"/>
                    </a:lnTo>
                    <a:lnTo>
                      <a:pt x="10124" y="174"/>
                    </a:lnTo>
                    <a:lnTo>
                      <a:pt x="9079" y="323"/>
                    </a:lnTo>
                    <a:lnTo>
                      <a:pt x="8059" y="522"/>
                    </a:lnTo>
                    <a:lnTo>
                      <a:pt x="7064" y="746"/>
                    </a:lnTo>
                    <a:lnTo>
                      <a:pt x="6094" y="1020"/>
                    </a:lnTo>
                    <a:lnTo>
                      <a:pt x="5124" y="1318"/>
                    </a:lnTo>
                    <a:lnTo>
                      <a:pt x="4154" y="1666"/>
                    </a:lnTo>
                    <a:lnTo>
                      <a:pt x="3532" y="2686"/>
                    </a:lnTo>
                    <a:lnTo>
                      <a:pt x="2911" y="3756"/>
                    </a:lnTo>
                    <a:lnTo>
                      <a:pt x="2339" y="4900"/>
                    </a:lnTo>
                    <a:lnTo>
                      <a:pt x="1791" y="6094"/>
                    </a:lnTo>
                    <a:lnTo>
                      <a:pt x="1294" y="7312"/>
                    </a:lnTo>
                    <a:lnTo>
                      <a:pt x="821" y="8606"/>
                    </a:lnTo>
                    <a:lnTo>
                      <a:pt x="399" y="9924"/>
                    </a:lnTo>
                    <a:lnTo>
                      <a:pt x="1" y="11292"/>
                    </a:lnTo>
                    <a:lnTo>
                      <a:pt x="1493" y="11143"/>
                    </a:lnTo>
                    <a:lnTo>
                      <a:pt x="3010" y="11018"/>
                    </a:lnTo>
                    <a:lnTo>
                      <a:pt x="4527" y="10894"/>
                    </a:lnTo>
                    <a:lnTo>
                      <a:pt x="6045" y="10819"/>
                    </a:lnTo>
                    <a:lnTo>
                      <a:pt x="7587" y="10745"/>
                    </a:lnTo>
                    <a:lnTo>
                      <a:pt x="9104" y="10670"/>
                    </a:lnTo>
                    <a:lnTo>
                      <a:pt x="10671" y="10645"/>
                    </a:lnTo>
                    <a:lnTo>
                      <a:pt x="12213" y="10621"/>
                    </a:lnTo>
                    <a:lnTo>
                      <a:pt x="1221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2308928" y="960163"/>
                <a:ext cx="289243" cy="243080"/>
              </a:xfrm>
              <a:custGeom>
                <a:avLst/>
                <a:gdLst/>
                <a:ahLst/>
                <a:cxnLst/>
                <a:rect l="l" t="t" r="r" b="b"/>
                <a:pathLst>
                  <a:path w="14029" h="11790" extrusionOk="0">
                    <a:moveTo>
                      <a:pt x="1" y="0"/>
                    </a:moveTo>
                    <a:lnTo>
                      <a:pt x="51" y="1443"/>
                    </a:lnTo>
                    <a:lnTo>
                      <a:pt x="125" y="2886"/>
                    </a:lnTo>
                    <a:lnTo>
                      <a:pt x="250" y="4303"/>
                    </a:lnTo>
                    <a:lnTo>
                      <a:pt x="374" y="5696"/>
                    </a:lnTo>
                    <a:lnTo>
                      <a:pt x="548" y="7064"/>
                    </a:lnTo>
                    <a:lnTo>
                      <a:pt x="772" y="8432"/>
                    </a:lnTo>
                    <a:lnTo>
                      <a:pt x="996" y="9775"/>
                    </a:lnTo>
                    <a:lnTo>
                      <a:pt x="1269" y="11069"/>
                    </a:lnTo>
                    <a:lnTo>
                      <a:pt x="2836" y="11218"/>
                    </a:lnTo>
                    <a:lnTo>
                      <a:pt x="4403" y="11367"/>
                    </a:lnTo>
                    <a:lnTo>
                      <a:pt x="5995" y="11492"/>
                    </a:lnTo>
                    <a:lnTo>
                      <a:pt x="7587" y="11591"/>
                    </a:lnTo>
                    <a:lnTo>
                      <a:pt x="9179" y="11666"/>
                    </a:lnTo>
                    <a:lnTo>
                      <a:pt x="10795" y="11740"/>
                    </a:lnTo>
                    <a:lnTo>
                      <a:pt x="12412" y="11765"/>
                    </a:lnTo>
                    <a:lnTo>
                      <a:pt x="14029" y="11790"/>
                    </a:lnTo>
                    <a:lnTo>
                      <a:pt x="14029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2166379" y="1207841"/>
                <a:ext cx="197454" cy="191825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9304" extrusionOk="0">
                    <a:moveTo>
                      <a:pt x="0" y="1"/>
                    </a:moveTo>
                    <a:lnTo>
                      <a:pt x="448" y="722"/>
                    </a:lnTo>
                    <a:lnTo>
                      <a:pt x="921" y="1419"/>
                    </a:lnTo>
                    <a:lnTo>
                      <a:pt x="1393" y="2115"/>
                    </a:lnTo>
                    <a:lnTo>
                      <a:pt x="1916" y="2787"/>
                    </a:lnTo>
                    <a:lnTo>
                      <a:pt x="2438" y="3433"/>
                    </a:lnTo>
                    <a:lnTo>
                      <a:pt x="3010" y="4080"/>
                    </a:lnTo>
                    <a:lnTo>
                      <a:pt x="3582" y="4677"/>
                    </a:lnTo>
                    <a:lnTo>
                      <a:pt x="4179" y="5274"/>
                    </a:lnTo>
                    <a:lnTo>
                      <a:pt x="4801" y="5871"/>
                    </a:lnTo>
                    <a:lnTo>
                      <a:pt x="5423" y="6418"/>
                    </a:lnTo>
                    <a:lnTo>
                      <a:pt x="6069" y="6965"/>
                    </a:lnTo>
                    <a:lnTo>
                      <a:pt x="6741" y="7463"/>
                    </a:lnTo>
                    <a:lnTo>
                      <a:pt x="7437" y="7960"/>
                    </a:lnTo>
                    <a:lnTo>
                      <a:pt x="8134" y="8433"/>
                    </a:lnTo>
                    <a:lnTo>
                      <a:pt x="8855" y="8880"/>
                    </a:lnTo>
                    <a:lnTo>
                      <a:pt x="9576" y="9303"/>
                    </a:lnTo>
                    <a:lnTo>
                      <a:pt x="9129" y="8358"/>
                    </a:lnTo>
                    <a:lnTo>
                      <a:pt x="8681" y="7388"/>
                    </a:lnTo>
                    <a:lnTo>
                      <a:pt x="8258" y="6393"/>
                    </a:lnTo>
                    <a:lnTo>
                      <a:pt x="7860" y="5348"/>
                    </a:lnTo>
                    <a:lnTo>
                      <a:pt x="7487" y="4304"/>
                    </a:lnTo>
                    <a:lnTo>
                      <a:pt x="7139" y="3209"/>
                    </a:lnTo>
                    <a:lnTo>
                      <a:pt x="6815" y="2115"/>
                    </a:lnTo>
                    <a:lnTo>
                      <a:pt x="6492" y="971"/>
                    </a:lnTo>
                    <a:lnTo>
                      <a:pt x="4850" y="772"/>
                    </a:lnTo>
                    <a:lnTo>
                      <a:pt x="3234" y="523"/>
                    </a:lnTo>
                    <a:lnTo>
                      <a:pt x="1617" y="27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2166379" y="477095"/>
                <a:ext cx="197454" cy="192320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9328" extrusionOk="0">
                    <a:moveTo>
                      <a:pt x="9576" y="1"/>
                    </a:moveTo>
                    <a:lnTo>
                      <a:pt x="8855" y="423"/>
                    </a:lnTo>
                    <a:lnTo>
                      <a:pt x="8134" y="871"/>
                    </a:lnTo>
                    <a:lnTo>
                      <a:pt x="7437" y="1344"/>
                    </a:lnTo>
                    <a:lnTo>
                      <a:pt x="6741" y="1841"/>
                    </a:lnTo>
                    <a:lnTo>
                      <a:pt x="6069" y="2364"/>
                    </a:lnTo>
                    <a:lnTo>
                      <a:pt x="5423" y="2911"/>
                    </a:lnTo>
                    <a:lnTo>
                      <a:pt x="4801" y="3458"/>
                    </a:lnTo>
                    <a:lnTo>
                      <a:pt x="4179" y="4030"/>
                    </a:lnTo>
                    <a:lnTo>
                      <a:pt x="3582" y="4627"/>
                    </a:lnTo>
                    <a:lnTo>
                      <a:pt x="3010" y="5249"/>
                    </a:lnTo>
                    <a:lnTo>
                      <a:pt x="2438" y="5871"/>
                    </a:lnTo>
                    <a:lnTo>
                      <a:pt x="1916" y="6542"/>
                    </a:lnTo>
                    <a:lnTo>
                      <a:pt x="1393" y="7214"/>
                    </a:lnTo>
                    <a:lnTo>
                      <a:pt x="921" y="7885"/>
                    </a:lnTo>
                    <a:lnTo>
                      <a:pt x="448" y="8607"/>
                    </a:lnTo>
                    <a:lnTo>
                      <a:pt x="0" y="9328"/>
                    </a:lnTo>
                    <a:lnTo>
                      <a:pt x="1617" y="9054"/>
                    </a:lnTo>
                    <a:lnTo>
                      <a:pt x="3234" y="8781"/>
                    </a:lnTo>
                    <a:lnTo>
                      <a:pt x="4850" y="8557"/>
                    </a:lnTo>
                    <a:lnTo>
                      <a:pt x="6492" y="8333"/>
                    </a:lnTo>
                    <a:lnTo>
                      <a:pt x="6815" y="7214"/>
                    </a:lnTo>
                    <a:lnTo>
                      <a:pt x="7139" y="6094"/>
                    </a:lnTo>
                    <a:lnTo>
                      <a:pt x="7487" y="5025"/>
                    </a:lnTo>
                    <a:lnTo>
                      <a:pt x="7860" y="3955"/>
                    </a:lnTo>
                    <a:lnTo>
                      <a:pt x="8258" y="2936"/>
                    </a:lnTo>
                    <a:lnTo>
                      <a:pt x="8681" y="1916"/>
                    </a:lnTo>
                    <a:lnTo>
                      <a:pt x="9129" y="946"/>
                    </a:lnTo>
                    <a:lnTo>
                      <a:pt x="9576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2092527" y="960163"/>
                <a:ext cx="197454" cy="223081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0" extrusionOk="0">
                    <a:moveTo>
                      <a:pt x="1" y="0"/>
                    </a:moveTo>
                    <a:lnTo>
                      <a:pt x="51" y="647"/>
                    </a:lnTo>
                    <a:lnTo>
                      <a:pt x="100" y="1269"/>
                    </a:lnTo>
                    <a:lnTo>
                      <a:pt x="150" y="1916"/>
                    </a:lnTo>
                    <a:lnTo>
                      <a:pt x="250" y="2537"/>
                    </a:lnTo>
                    <a:lnTo>
                      <a:pt x="324" y="3159"/>
                    </a:lnTo>
                    <a:lnTo>
                      <a:pt x="448" y="3781"/>
                    </a:lnTo>
                    <a:lnTo>
                      <a:pt x="573" y="4403"/>
                    </a:lnTo>
                    <a:lnTo>
                      <a:pt x="722" y="5000"/>
                    </a:lnTo>
                    <a:lnTo>
                      <a:pt x="871" y="5622"/>
                    </a:lnTo>
                    <a:lnTo>
                      <a:pt x="1045" y="6219"/>
                    </a:lnTo>
                    <a:lnTo>
                      <a:pt x="1220" y="6791"/>
                    </a:lnTo>
                    <a:lnTo>
                      <a:pt x="1419" y="7388"/>
                    </a:lnTo>
                    <a:lnTo>
                      <a:pt x="1841" y="8532"/>
                    </a:lnTo>
                    <a:lnTo>
                      <a:pt x="2339" y="9651"/>
                    </a:lnTo>
                    <a:lnTo>
                      <a:pt x="4130" y="9999"/>
                    </a:lnTo>
                    <a:lnTo>
                      <a:pt x="5920" y="10298"/>
                    </a:lnTo>
                    <a:lnTo>
                      <a:pt x="7761" y="10571"/>
                    </a:lnTo>
                    <a:lnTo>
                      <a:pt x="9577" y="10820"/>
                    </a:lnTo>
                    <a:lnTo>
                      <a:pt x="9328" y="9527"/>
                    </a:lnTo>
                    <a:lnTo>
                      <a:pt x="9104" y="8208"/>
                    </a:lnTo>
                    <a:lnTo>
                      <a:pt x="8930" y="6890"/>
                    </a:lnTo>
                    <a:lnTo>
                      <a:pt x="8756" y="5547"/>
                    </a:lnTo>
                    <a:lnTo>
                      <a:pt x="8631" y="4179"/>
                    </a:lnTo>
                    <a:lnTo>
                      <a:pt x="8532" y="2786"/>
                    </a:lnTo>
                    <a:lnTo>
                      <a:pt x="8457" y="1393"/>
                    </a:lnTo>
                    <a:lnTo>
                      <a:pt x="8408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954585" y="892465"/>
                <a:ext cx="1060502" cy="580506"/>
              </a:xfrm>
              <a:custGeom>
                <a:avLst/>
                <a:gdLst/>
                <a:ahLst/>
                <a:cxnLst/>
                <a:rect l="l" t="t" r="r" b="b"/>
                <a:pathLst>
                  <a:path w="51437" h="28156" extrusionOk="0">
                    <a:moveTo>
                      <a:pt x="24152" y="0"/>
                    </a:moveTo>
                    <a:lnTo>
                      <a:pt x="23555" y="25"/>
                    </a:lnTo>
                    <a:lnTo>
                      <a:pt x="22958" y="50"/>
                    </a:lnTo>
                    <a:lnTo>
                      <a:pt x="22386" y="125"/>
                    </a:lnTo>
                    <a:lnTo>
                      <a:pt x="21789" y="199"/>
                    </a:lnTo>
                    <a:lnTo>
                      <a:pt x="21242" y="299"/>
                    </a:lnTo>
                    <a:lnTo>
                      <a:pt x="20670" y="448"/>
                    </a:lnTo>
                    <a:lnTo>
                      <a:pt x="20122" y="597"/>
                    </a:lnTo>
                    <a:lnTo>
                      <a:pt x="19575" y="771"/>
                    </a:lnTo>
                    <a:lnTo>
                      <a:pt x="19053" y="970"/>
                    </a:lnTo>
                    <a:lnTo>
                      <a:pt x="18531" y="1169"/>
                    </a:lnTo>
                    <a:lnTo>
                      <a:pt x="18008" y="1418"/>
                    </a:lnTo>
                    <a:lnTo>
                      <a:pt x="17511" y="1667"/>
                    </a:lnTo>
                    <a:lnTo>
                      <a:pt x="17038" y="1940"/>
                    </a:lnTo>
                    <a:lnTo>
                      <a:pt x="16566" y="2214"/>
                    </a:lnTo>
                    <a:lnTo>
                      <a:pt x="16093" y="2537"/>
                    </a:lnTo>
                    <a:lnTo>
                      <a:pt x="15645" y="2861"/>
                    </a:lnTo>
                    <a:lnTo>
                      <a:pt x="15223" y="3209"/>
                    </a:lnTo>
                    <a:lnTo>
                      <a:pt x="14800" y="3557"/>
                    </a:lnTo>
                    <a:lnTo>
                      <a:pt x="14377" y="3955"/>
                    </a:lnTo>
                    <a:lnTo>
                      <a:pt x="13979" y="4328"/>
                    </a:lnTo>
                    <a:lnTo>
                      <a:pt x="13606" y="4751"/>
                    </a:lnTo>
                    <a:lnTo>
                      <a:pt x="13258" y="5174"/>
                    </a:lnTo>
                    <a:lnTo>
                      <a:pt x="12909" y="5597"/>
                    </a:lnTo>
                    <a:lnTo>
                      <a:pt x="12586" y="6044"/>
                    </a:lnTo>
                    <a:lnTo>
                      <a:pt x="12288" y="6517"/>
                    </a:lnTo>
                    <a:lnTo>
                      <a:pt x="11989" y="6989"/>
                    </a:lnTo>
                    <a:lnTo>
                      <a:pt x="11716" y="7487"/>
                    </a:lnTo>
                    <a:lnTo>
                      <a:pt x="11467" y="7984"/>
                    </a:lnTo>
                    <a:lnTo>
                      <a:pt x="11218" y="8482"/>
                    </a:lnTo>
                    <a:lnTo>
                      <a:pt x="11019" y="9004"/>
                    </a:lnTo>
                    <a:lnTo>
                      <a:pt x="10820" y="9551"/>
                    </a:lnTo>
                    <a:lnTo>
                      <a:pt x="10646" y="10098"/>
                    </a:lnTo>
                    <a:lnTo>
                      <a:pt x="9900" y="9999"/>
                    </a:lnTo>
                    <a:lnTo>
                      <a:pt x="9502" y="9949"/>
                    </a:lnTo>
                    <a:lnTo>
                      <a:pt x="8656" y="9949"/>
                    </a:lnTo>
                    <a:lnTo>
                      <a:pt x="8184" y="9999"/>
                    </a:lnTo>
                    <a:lnTo>
                      <a:pt x="7736" y="10049"/>
                    </a:lnTo>
                    <a:lnTo>
                      <a:pt x="7288" y="10123"/>
                    </a:lnTo>
                    <a:lnTo>
                      <a:pt x="6841" y="10248"/>
                    </a:lnTo>
                    <a:lnTo>
                      <a:pt x="6418" y="10347"/>
                    </a:lnTo>
                    <a:lnTo>
                      <a:pt x="5995" y="10496"/>
                    </a:lnTo>
                    <a:lnTo>
                      <a:pt x="5572" y="10670"/>
                    </a:lnTo>
                    <a:lnTo>
                      <a:pt x="5174" y="10845"/>
                    </a:lnTo>
                    <a:lnTo>
                      <a:pt x="4776" y="11044"/>
                    </a:lnTo>
                    <a:lnTo>
                      <a:pt x="4403" y="11267"/>
                    </a:lnTo>
                    <a:lnTo>
                      <a:pt x="4030" y="11516"/>
                    </a:lnTo>
                    <a:lnTo>
                      <a:pt x="3682" y="11765"/>
                    </a:lnTo>
                    <a:lnTo>
                      <a:pt x="3334" y="12038"/>
                    </a:lnTo>
                    <a:lnTo>
                      <a:pt x="2985" y="12312"/>
                    </a:lnTo>
                    <a:lnTo>
                      <a:pt x="2687" y="12611"/>
                    </a:lnTo>
                    <a:lnTo>
                      <a:pt x="2389" y="12934"/>
                    </a:lnTo>
                    <a:lnTo>
                      <a:pt x="2090" y="13257"/>
                    </a:lnTo>
                    <a:lnTo>
                      <a:pt x="1816" y="13605"/>
                    </a:lnTo>
                    <a:lnTo>
                      <a:pt x="1568" y="13954"/>
                    </a:lnTo>
                    <a:lnTo>
                      <a:pt x="1319" y="14327"/>
                    </a:lnTo>
                    <a:lnTo>
                      <a:pt x="1120" y="14725"/>
                    </a:lnTo>
                    <a:lnTo>
                      <a:pt x="921" y="15098"/>
                    </a:lnTo>
                    <a:lnTo>
                      <a:pt x="722" y="15521"/>
                    </a:lnTo>
                    <a:lnTo>
                      <a:pt x="573" y="15919"/>
                    </a:lnTo>
                    <a:lnTo>
                      <a:pt x="424" y="16341"/>
                    </a:lnTo>
                    <a:lnTo>
                      <a:pt x="299" y="16789"/>
                    </a:lnTo>
                    <a:lnTo>
                      <a:pt x="200" y="17212"/>
                    </a:lnTo>
                    <a:lnTo>
                      <a:pt x="125" y="17660"/>
                    </a:lnTo>
                    <a:lnTo>
                      <a:pt x="51" y="18132"/>
                    </a:lnTo>
                    <a:lnTo>
                      <a:pt x="26" y="18580"/>
                    </a:lnTo>
                    <a:lnTo>
                      <a:pt x="1" y="19052"/>
                    </a:lnTo>
                    <a:lnTo>
                      <a:pt x="26" y="19525"/>
                    </a:lnTo>
                    <a:lnTo>
                      <a:pt x="51" y="19998"/>
                    </a:lnTo>
                    <a:lnTo>
                      <a:pt x="125" y="20445"/>
                    </a:lnTo>
                    <a:lnTo>
                      <a:pt x="200" y="20893"/>
                    </a:lnTo>
                    <a:lnTo>
                      <a:pt x="299" y="21341"/>
                    </a:lnTo>
                    <a:lnTo>
                      <a:pt x="424" y="21764"/>
                    </a:lnTo>
                    <a:lnTo>
                      <a:pt x="573" y="22186"/>
                    </a:lnTo>
                    <a:lnTo>
                      <a:pt x="722" y="22609"/>
                    </a:lnTo>
                    <a:lnTo>
                      <a:pt x="921" y="23007"/>
                    </a:lnTo>
                    <a:lnTo>
                      <a:pt x="1120" y="23405"/>
                    </a:lnTo>
                    <a:lnTo>
                      <a:pt x="1319" y="23778"/>
                    </a:lnTo>
                    <a:lnTo>
                      <a:pt x="1568" y="24151"/>
                    </a:lnTo>
                    <a:lnTo>
                      <a:pt x="1816" y="24500"/>
                    </a:lnTo>
                    <a:lnTo>
                      <a:pt x="2090" y="24848"/>
                    </a:lnTo>
                    <a:lnTo>
                      <a:pt x="2389" y="25171"/>
                    </a:lnTo>
                    <a:lnTo>
                      <a:pt x="2687" y="25494"/>
                    </a:lnTo>
                    <a:lnTo>
                      <a:pt x="2985" y="25793"/>
                    </a:lnTo>
                    <a:lnTo>
                      <a:pt x="3334" y="26091"/>
                    </a:lnTo>
                    <a:lnTo>
                      <a:pt x="3682" y="26340"/>
                    </a:lnTo>
                    <a:lnTo>
                      <a:pt x="4030" y="26614"/>
                    </a:lnTo>
                    <a:lnTo>
                      <a:pt x="4403" y="26838"/>
                    </a:lnTo>
                    <a:lnTo>
                      <a:pt x="4776" y="27061"/>
                    </a:lnTo>
                    <a:lnTo>
                      <a:pt x="5174" y="27260"/>
                    </a:lnTo>
                    <a:lnTo>
                      <a:pt x="5572" y="27434"/>
                    </a:lnTo>
                    <a:lnTo>
                      <a:pt x="5995" y="27609"/>
                    </a:lnTo>
                    <a:lnTo>
                      <a:pt x="6418" y="27758"/>
                    </a:lnTo>
                    <a:lnTo>
                      <a:pt x="6841" y="27882"/>
                    </a:lnTo>
                    <a:lnTo>
                      <a:pt x="7288" y="27982"/>
                    </a:lnTo>
                    <a:lnTo>
                      <a:pt x="7736" y="28056"/>
                    </a:lnTo>
                    <a:lnTo>
                      <a:pt x="8184" y="28106"/>
                    </a:lnTo>
                    <a:lnTo>
                      <a:pt x="8656" y="28156"/>
                    </a:lnTo>
                    <a:lnTo>
                      <a:pt x="40518" y="28156"/>
                    </a:lnTo>
                    <a:lnTo>
                      <a:pt x="41239" y="28131"/>
                    </a:lnTo>
                    <a:lnTo>
                      <a:pt x="41960" y="28056"/>
                    </a:lnTo>
                    <a:lnTo>
                      <a:pt x="42682" y="27932"/>
                    </a:lnTo>
                    <a:lnTo>
                      <a:pt x="43378" y="27783"/>
                    </a:lnTo>
                    <a:lnTo>
                      <a:pt x="44050" y="27584"/>
                    </a:lnTo>
                    <a:lnTo>
                      <a:pt x="44696" y="27335"/>
                    </a:lnTo>
                    <a:lnTo>
                      <a:pt x="45343" y="27037"/>
                    </a:lnTo>
                    <a:lnTo>
                      <a:pt x="45965" y="26713"/>
                    </a:lnTo>
                    <a:lnTo>
                      <a:pt x="46537" y="26340"/>
                    </a:lnTo>
                    <a:lnTo>
                      <a:pt x="47109" y="25942"/>
                    </a:lnTo>
                    <a:lnTo>
                      <a:pt x="47656" y="25519"/>
                    </a:lnTo>
                    <a:lnTo>
                      <a:pt x="48154" y="25047"/>
                    </a:lnTo>
                    <a:lnTo>
                      <a:pt x="48626" y="24549"/>
                    </a:lnTo>
                    <a:lnTo>
                      <a:pt x="49074" y="24027"/>
                    </a:lnTo>
                    <a:lnTo>
                      <a:pt x="49497" y="23455"/>
                    </a:lnTo>
                    <a:lnTo>
                      <a:pt x="49870" y="22883"/>
                    </a:lnTo>
                    <a:lnTo>
                      <a:pt x="50218" y="22261"/>
                    </a:lnTo>
                    <a:lnTo>
                      <a:pt x="50541" y="21589"/>
                    </a:lnTo>
                    <a:lnTo>
                      <a:pt x="50815" y="20918"/>
                    </a:lnTo>
                    <a:lnTo>
                      <a:pt x="51039" y="20222"/>
                    </a:lnTo>
                    <a:lnTo>
                      <a:pt x="51213" y="19500"/>
                    </a:lnTo>
                    <a:lnTo>
                      <a:pt x="51337" y="18754"/>
                    </a:lnTo>
                    <a:lnTo>
                      <a:pt x="51412" y="17983"/>
                    </a:lnTo>
                    <a:lnTo>
                      <a:pt x="51437" y="17212"/>
                    </a:lnTo>
                    <a:lnTo>
                      <a:pt x="51437" y="16665"/>
                    </a:lnTo>
                    <a:lnTo>
                      <a:pt x="51387" y="16093"/>
                    </a:lnTo>
                    <a:lnTo>
                      <a:pt x="51312" y="15545"/>
                    </a:lnTo>
                    <a:lnTo>
                      <a:pt x="51238" y="15023"/>
                    </a:lnTo>
                    <a:lnTo>
                      <a:pt x="51113" y="14476"/>
                    </a:lnTo>
                    <a:lnTo>
                      <a:pt x="50964" y="13979"/>
                    </a:lnTo>
                    <a:lnTo>
                      <a:pt x="50790" y="13456"/>
                    </a:lnTo>
                    <a:lnTo>
                      <a:pt x="50591" y="12959"/>
                    </a:lnTo>
                    <a:lnTo>
                      <a:pt x="50367" y="12486"/>
                    </a:lnTo>
                    <a:lnTo>
                      <a:pt x="50118" y="12014"/>
                    </a:lnTo>
                    <a:lnTo>
                      <a:pt x="49870" y="11541"/>
                    </a:lnTo>
                    <a:lnTo>
                      <a:pt x="49571" y="11093"/>
                    </a:lnTo>
                    <a:lnTo>
                      <a:pt x="49273" y="10670"/>
                    </a:lnTo>
                    <a:lnTo>
                      <a:pt x="48949" y="10273"/>
                    </a:lnTo>
                    <a:lnTo>
                      <a:pt x="48601" y="9875"/>
                    </a:lnTo>
                    <a:lnTo>
                      <a:pt x="48253" y="9477"/>
                    </a:lnTo>
                    <a:lnTo>
                      <a:pt x="47855" y="9128"/>
                    </a:lnTo>
                    <a:lnTo>
                      <a:pt x="47457" y="8780"/>
                    </a:lnTo>
                    <a:lnTo>
                      <a:pt x="47059" y="8457"/>
                    </a:lnTo>
                    <a:lnTo>
                      <a:pt x="46636" y="8158"/>
                    </a:lnTo>
                    <a:lnTo>
                      <a:pt x="46189" y="7860"/>
                    </a:lnTo>
                    <a:lnTo>
                      <a:pt x="45716" y="7611"/>
                    </a:lnTo>
                    <a:lnTo>
                      <a:pt x="45243" y="7362"/>
                    </a:lnTo>
                    <a:lnTo>
                      <a:pt x="44771" y="7139"/>
                    </a:lnTo>
                    <a:lnTo>
                      <a:pt x="44273" y="6940"/>
                    </a:lnTo>
                    <a:lnTo>
                      <a:pt x="43751" y="6766"/>
                    </a:lnTo>
                    <a:lnTo>
                      <a:pt x="43254" y="6616"/>
                    </a:lnTo>
                    <a:lnTo>
                      <a:pt x="42707" y="6492"/>
                    </a:lnTo>
                    <a:lnTo>
                      <a:pt x="42184" y="6417"/>
                    </a:lnTo>
                    <a:lnTo>
                      <a:pt x="41637" y="6343"/>
                    </a:lnTo>
                    <a:lnTo>
                      <a:pt x="41065" y="6293"/>
                    </a:lnTo>
                    <a:lnTo>
                      <a:pt x="39971" y="6293"/>
                    </a:lnTo>
                    <a:lnTo>
                      <a:pt x="39423" y="6343"/>
                    </a:lnTo>
                    <a:lnTo>
                      <a:pt x="38901" y="6392"/>
                    </a:lnTo>
                    <a:lnTo>
                      <a:pt x="38354" y="6492"/>
                    </a:lnTo>
                    <a:lnTo>
                      <a:pt x="37856" y="6616"/>
                    </a:lnTo>
                    <a:lnTo>
                      <a:pt x="37334" y="6741"/>
                    </a:lnTo>
                    <a:lnTo>
                      <a:pt x="36837" y="6915"/>
                    </a:lnTo>
                    <a:lnTo>
                      <a:pt x="36364" y="7089"/>
                    </a:lnTo>
                    <a:lnTo>
                      <a:pt x="35892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75" y="4204"/>
                    </a:lnTo>
                    <a:lnTo>
                      <a:pt x="33504" y="3582"/>
                    </a:lnTo>
                    <a:lnTo>
                      <a:pt x="32807" y="2985"/>
                    </a:lnTo>
                    <a:lnTo>
                      <a:pt x="32086" y="2463"/>
                    </a:lnTo>
                    <a:lnTo>
                      <a:pt x="31315" y="1965"/>
                    </a:lnTo>
                    <a:lnTo>
                      <a:pt x="30917" y="1741"/>
                    </a:lnTo>
                    <a:lnTo>
                      <a:pt x="30494" y="1517"/>
                    </a:lnTo>
                    <a:lnTo>
                      <a:pt x="30096" y="1318"/>
                    </a:lnTo>
                    <a:lnTo>
                      <a:pt x="29673" y="1144"/>
                    </a:lnTo>
                    <a:lnTo>
                      <a:pt x="29251" y="970"/>
                    </a:lnTo>
                    <a:lnTo>
                      <a:pt x="28803" y="796"/>
                    </a:lnTo>
                    <a:lnTo>
                      <a:pt x="28355" y="647"/>
                    </a:lnTo>
                    <a:lnTo>
                      <a:pt x="27907" y="523"/>
                    </a:lnTo>
                    <a:lnTo>
                      <a:pt x="27460" y="398"/>
                    </a:lnTo>
                    <a:lnTo>
                      <a:pt x="27012" y="299"/>
                    </a:lnTo>
                    <a:lnTo>
                      <a:pt x="26540" y="224"/>
                    </a:lnTo>
                    <a:lnTo>
                      <a:pt x="26067" y="149"/>
                    </a:lnTo>
                    <a:lnTo>
                      <a:pt x="25594" y="75"/>
                    </a:lnTo>
                    <a:lnTo>
                      <a:pt x="25122" y="50"/>
                    </a:lnTo>
                    <a:lnTo>
                      <a:pt x="24624" y="25"/>
                    </a:lnTo>
                    <a:lnTo>
                      <a:pt x="24152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930009" y="3342660"/>
                <a:ext cx="3397352" cy="1389207"/>
              </a:xfrm>
              <a:custGeom>
                <a:avLst/>
                <a:gdLst/>
                <a:ahLst/>
                <a:cxnLst/>
                <a:rect l="l" t="t" r="r" b="b"/>
                <a:pathLst>
                  <a:path w="164780" h="67380" extrusionOk="0">
                    <a:moveTo>
                      <a:pt x="80164" y="1"/>
                    </a:moveTo>
                    <a:lnTo>
                      <a:pt x="79617" y="7761"/>
                    </a:lnTo>
                    <a:lnTo>
                      <a:pt x="61559" y="13108"/>
                    </a:lnTo>
                    <a:lnTo>
                      <a:pt x="61435" y="14004"/>
                    </a:lnTo>
                    <a:lnTo>
                      <a:pt x="61087" y="16392"/>
                    </a:lnTo>
                    <a:lnTo>
                      <a:pt x="60539" y="19849"/>
                    </a:lnTo>
                    <a:lnTo>
                      <a:pt x="60216" y="21839"/>
                    </a:lnTo>
                    <a:lnTo>
                      <a:pt x="59868" y="23903"/>
                    </a:lnTo>
                    <a:lnTo>
                      <a:pt x="59470" y="26042"/>
                    </a:lnTo>
                    <a:lnTo>
                      <a:pt x="59072" y="28156"/>
                    </a:lnTo>
                    <a:lnTo>
                      <a:pt x="58649" y="30196"/>
                    </a:lnTo>
                    <a:lnTo>
                      <a:pt x="58201" y="32111"/>
                    </a:lnTo>
                    <a:lnTo>
                      <a:pt x="57953" y="33031"/>
                    </a:lnTo>
                    <a:lnTo>
                      <a:pt x="57729" y="33877"/>
                    </a:lnTo>
                    <a:lnTo>
                      <a:pt x="57505" y="34648"/>
                    </a:lnTo>
                    <a:lnTo>
                      <a:pt x="57256" y="35394"/>
                    </a:lnTo>
                    <a:lnTo>
                      <a:pt x="57032" y="36041"/>
                    </a:lnTo>
                    <a:lnTo>
                      <a:pt x="56809" y="36613"/>
                    </a:lnTo>
                    <a:lnTo>
                      <a:pt x="56560" y="37110"/>
                    </a:lnTo>
                    <a:lnTo>
                      <a:pt x="56336" y="37483"/>
                    </a:lnTo>
                    <a:lnTo>
                      <a:pt x="56261" y="37608"/>
                    </a:lnTo>
                    <a:lnTo>
                      <a:pt x="56137" y="37732"/>
                    </a:lnTo>
                    <a:lnTo>
                      <a:pt x="55839" y="37981"/>
                    </a:lnTo>
                    <a:lnTo>
                      <a:pt x="55441" y="38230"/>
                    </a:lnTo>
                    <a:lnTo>
                      <a:pt x="54943" y="38503"/>
                    </a:lnTo>
                    <a:lnTo>
                      <a:pt x="54371" y="38802"/>
                    </a:lnTo>
                    <a:lnTo>
                      <a:pt x="53700" y="39100"/>
                    </a:lnTo>
                    <a:lnTo>
                      <a:pt x="52953" y="39399"/>
                    </a:lnTo>
                    <a:lnTo>
                      <a:pt x="52157" y="39722"/>
                    </a:lnTo>
                    <a:lnTo>
                      <a:pt x="51262" y="40045"/>
                    </a:lnTo>
                    <a:lnTo>
                      <a:pt x="50317" y="40369"/>
                    </a:lnTo>
                    <a:lnTo>
                      <a:pt x="48253" y="41040"/>
                    </a:lnTo>
                    <a:lnTo>
                      <a:pt x="45964" y="41737"/>
                    </a:lnTo>
                    <a:lnTo>
                      <a:pt x="43527" y="42458"/>
                    </a:lnTo>
                    <a:lnTo>
                      <a:pt x="40940" y="43179"/>
                    </a:lnTo>
                    <a:lnTo>
                      <a:pt x="38229" y="43900"/>
                    </a:lnTo>
                    <a:lnTo>
                      <a:pt x="35493" y="44622"/>
                    </a:lnTo>
                    <a:lnTo>
                      <a:pt x="32707" y="45318"/>
                    </a:lnTo>
                    <a:lnTo>
                      <a:pt x="27186" y="46686"/>
                    </a:lnTo>
                    <a:lnTo>
                      <a:pt x="21987" y="47905"/>
                    </a:lnTo>
                    <a:lnTo>
                      <a:pt x="21266" y="48079"/>
                    </a:lnTo>
                    <a:lnTo>
                      <a:pt x="20545" y="48278"/>
                    </a:lnTo>
                    <a:lnTo>
                      <a:pt x="19848" y="48502"/>
                    </a:lnTo>
                    <a:lnTo>
                      <a:pt x="19127" y="48726"/>
                    </a:lnTo>
                    <a:lnTo>
                      <a:pt x="18431" y="48974"/>
                    </a:lnTo>
                    <a:lnTo>
                      <a:pt x="17759" y="49248"/>
                    </a:lnTo>
                    <a:lnTo>
                      <a:pt x="17063" y="49522"/>
                    </a:lnTo>
                    <a:lnTo>
                      <a:pt x="16391" y="49845"/>
                    </a:lnTo>
                    <a:lnTo>
                      <a:pt x="15720" y="50143"/>
                    </a:lnTo>
                    <a:lnTo>
                      <a:pt x="15073" y="50492"/>
                    </a:lnTo>
                    <a:lnTo>
                      <a:pt x="14426" y="50840"/>
                    </a:lnTo>
                    <a:lnTo>
                      <a:pt x="13804" y="51188"/>
                    </a:lnTo>
                    <a:lnTo>
                      <a:pt x="13158" y="51586"/>
                    </a:lnTo>
                    <a:lnTo>
                      <a:pt x="12561" y="51959"/>
                    </a:lnTo>
                    <a:lnTo>
                      <a:pt x="11939" y="52382"/>
                    </a:lnTo>
                    <a:lnTo>
                      <a:pt x="11342" y="52805"/>
                    </a:lnTo>
                    <a:lnTo>
                      <a:pt x="10770" y="53252"/>
                    </a:lnTo>
                    <a:lnTo>
                      <a:pt x="10198" y="53700"/>
                    </a:lnTo>
                    <a:lnTo>
                      <a:pt x="9626" y="54173"/>
                    </a:lnTo>
                    <a:lnTo>
                      <a:pt x="9079" y="54670"/>
                    </a:lnTo>
                    <a:lnTo>
                      <a:pt x="8531" y="55168"/>
                    </a:lnTo>
                    <a:lnTo>
                      <a:pt x="8009" y="55665"/>
                    </a:lnTo>
                    <a:lnTo>
                      <a:pt x="7487" y="56187"/>
                    </a:lnTo>
                    <a:lnTo>
                      <a:pt x="6989" y="56735"/>
                    </a:lnTo>
                    <a:lnTo>
                      <a:pt x="6517" y="57282"/>
                    </a:lnTo>
                    <a:lnTo>
                      <a:pt x="6044" y="57854"/>
                    </a:lnTo>
                    <a:lnTo>
                      <a:pt x="5572" y="58426"/>
                    </a:lnTo>
                    <a:lnTo>
                      <a:pt x="5124" y="59023"/>
                    </a:lnTo>
                    <a:lnTo>
                      <a:pt x="4701" y="59620"/>
                    </a:lnTo>
                    <a:lnTo>
                      <a:pt x="4278" y="60242"/>
                    </a:lnTo>
                    <a:lnTo>
                      <a:pt x="3880" y="60863"/>
                    </a:lnTo>
                    <a:lnTo>
                      <a:pt x="3482" y="61485"/>
                    </a:lnTo>
                    <a:lnTo>
                      <a:pt x="0" y="67380"/>
                    </a:lnTo>
                    <a:lnTo>
                      <a:pt x="164779" y="67380"/>
                    </a:lnTo>
                    <a:lnTo>
                      <a:pt x="161297" y="61485"/>
                    </a:lnTo>
                    <a:lnTo>
                      <a:pt x="160924" y="60863"/>
                    </a:lnTo>
                    <a:lnTo>
                      <a:pt x="160501" y="60242"/>
                    </a:lnTo>
                    <a:lnTo>
                      <a:pt x="160103" y="59620"/>
                    </a:lnTo>
                    <a:lnTo>
                      <a:pt x="159656" y="59023"/>
                    </a:lnTo>
                    <a:lnTo>
                      <a:pt x="159208" y="58426"/>
                    </a:lnTo>
                    <a:lnTo>
                      <a:pt x="158760" y="57854"/>
                    </a:lnTo>
                    <a:lnTo>
                      <a:pt x="158288" y="57282"/>
                    </a:lnTo>
                    <a:lnTo>
                      <a:pt x="157790" y="56735"/>
                    </a:lnTo>
                    <a:lnTo>
                      <a:pt x="157293" y="56187"/>
                    </a:lnTo>
                    <a:lnTo>
                      <a:pt x="156770" y="55665"/>
                    </a:lnTo>
                    <a:lnTo>
                      <a:pt x="156248" y="55168"/>
                    </a:lnTo>
                    <a:lnTo>
                      <a:pt x="155701" y="54670"/>
                    </a:lnTo>
                    <a:lnTo>
                      <a:pt x="155154" y="54173"/>
                    </a:lnTo>
                    <a:lnTo>
                      <a:pt x="154607" y="53700"/>
                    </a:lnTo>
                    <a:lnTo>
                      <a:pt x="154034" y="53252"/>
                    </a:lnTo>
                    <a:lnTo>
                      <a:pt x="153438" y="52805"/>
                    </a:lnTo>
                    <a:lnTo>
                      <a:pt x="152841" y="52382"/>
                    </a:lnTo>
                    <a:lnTo>
                      <a:pt x="152244" y="51959"/>
                    </a:lnTo>
                    <a:lnTo>
                      <a:pt x="151622" y="51586"/>
                    </a:lnTo>
                    <a:lnTo>
                      <a:pt x="151000" y="51188"/>
                    </a:lnTo>
                    <a:lnTo>
                      <a:pt x="150353" y="50840"/>
                    </a:lnTo>
                    <a:lnTo>
                      <a:pt x="149707" y="50492"/>
                    </a:lnTo>
                    <a:lnTo>
                      <a:pt x="149060" y="50143"/>
                    </a:lnTo>
                    <a:lnTo>
                      <a:pt x="148388" y="49845"/>
                    </a:lnTo>
                    <a:lnTo>
                      <a:pt x="147717" y="49522"/>
                    </a:lnTo>
                    <a:lnTo>
                      <a:pt x="147045" y="49248"/>
                    </a:lnTo>
                    <a:lnTo>
                      <a:pt x="146349" y="48974"/>
                    </a:lnTo>
                    <a:lnTo>
                      <a:pt x="145652" y="48726"/>
                    </a:lnTo>
                    <a:lnTo>
                      <a:pt x="144956" y="48502"/>
                    </a:lnTo>
                    <a:lnTo>
                      <a:pt x="144235" y="48278"/>
                    </a:lnTo>
                    <a:lnTo>
                      <a:pt x="143513" y="48079"/>
                    </a:lnTo>
                    <a:lnTo>
                      <a:pt x="142792" y="47905"/>
                    </a:lnTo>
                    <a:lnTo>
                      <a:pt x="137594" y="46686"/>
                    </a:lnTo>
                    <a:lnTo>
                      <a:pt x="132072" y="45318"/>
                    </a:lnTo>
                    <a:lnTo>
                      <a:pt x="129311" y="44622"/>
                    </a:lnTo>
                    <a:lnTo>
                      <a:pt x="126551" y="43900"/>
                    </a:lnTo>
                    <a:lnTo>
                      <a:pt x="123864" y="43179"/>
                    </a:lnTo>
                    <a:lnTo>
                      <a:pt x="121278" y="42458"/>
                    </a:lnTo>
                    <a:lnTo>
                      <a:pt x="118815" y="41737"/>
                    </a:lnTo>
                    <a:lnTo>
                      <a:pt x="116552" y="41040"/>
                    </a:lnTo>
                    <a:lnTo>
                      <a:pt x="114463" y="40369"/>
                    </a:lnTo>
                    <a:lnTo>
                      <a:pt x="113517" y="40045"/>
                    </a:lnTo>
                    <a:lnTo>
                      <a:pt x="112647" y="39722"/>
                    </a:lnTo>
                    <a:lnTo>
                      <a:pt x="111826" y="39399"/>
                    </a:lnTo>
                    <a:lnTo>
                      <a:pt x="111080" y="39100"/>
                    </a:lnTo>
                    <a:lnTo>
                      <a:pt x="110433" y="38802"/>
                    </a:lnTo>
                    <a:lnTo>
                      <a:pt x="109836" y="38503"/>
                    </a:lnTo>
                    <a:lnTo>
                      <a:pt x="109364" y="38230"/>
                    </a:lnTo>
                    <a:lnTo>
                      <a:pt x="108966" y="37981"/>
                    </a:lnTo>
                    <a:lnTo>
                      <a:pt x="108643" y="37732"/>
                    </a:lnTo>
                    <a:lnTo>
                      <a:pt x="108543" y="37608"/>
                    </a:lnTo>
                    <a:lnTo>
                      <a:pt x="108444" y="37483"/>
                    </a:lnTo>
                    <a:lnTo>
                      <a:pt x="108220" y="37110"/>
                    </a:lnTo>
                    <a:lnTo>
                      <a:pt x="107996" y="36613"/>
                    </a:lnTo>
                    <a:lnTo>
                      <a:pt x="107747" y="36041"/>
                    </a:lnTo>
                    <a:lnTo>
                      <a:pt x="107523" y="35394"/>
                    </a:lnTo>
                    <a:lnTo>
                      <a:pt x="107299" y="34648"/>
                    </a:lnTo>
                    <a:lnTo>
                      <a:pt x="107051" y="33877"/>
                    </a:lnTo>
                    <a:lnTo>
                      <a:pt x="106827" y="33031"/>
                    </a:lnTo>
                    <a:lnTo>
                      <a:pt x="106603" y="32111"/>
                    </a:lnTo>
                    <a:lnTo>
                      <a:pt x="106155" y="30196"/>
                    </a:lnTo>
                    <a:lnTo>
                      <a:pt x="105732" y="28156"/>
                    </a:lnTo>
                    <a:lnTo>
                      <a:pt x="105310" y="26042"/>
                    </a:lnTo>
                    <a:lnTo>
                      <a:pt x="104912" y="23903"/>
                    </a:lnTo>
                    <a:lnTo>
                      <a:pt x="104563" y="21839"/>
                    </a:lnTo>
                    <a:lnTo>
                      <a:pt x="104240" y="19849"/>
                    </a:lnTo>
                    <a:lnTo>
                      <a:pt x="103718" y="16392"/>
                    </a:lnTo>
                    <a:lnTo>
                      <a:pt x="103370" y="14004"/>
                    </a:lnTo>
                    <a:lnTo>
                      <a:pt x="103245" y="13108"/>
                    </a:lnTo>
                    <a:lnTo>
                      <a:pt x="88844" y="8855"/>
                    </a:lnTo>
                    <a:lnTo>
                      <a:pt x="89391" y="1195"/>
                    </a:lnTo>
                    <a:lnTo>
                      <a:pt x="80164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1934081" y="2035016"/>
                <a:ext cx="1389207" cy="1967652"/>
              </a:xfrm>
              <a:custGeom>
                <a:avLst/>
                <a:gdLst/>
                <a:ahLst/>
                <a:cxnLst/>
                <a:rect l="l" t="t" r="r" b="b"/>
                <a:pathLst>
                  <a:path w="67380" h="95436" extrusionOk="0">
                    <a:moveTo>
                      <a:pt x="33478" y="0"/>
                    </a:moveTo>
                    <a:lnTo>
                      <a:pt x="32857" y="25"/>
                    </a:lnTo>
                    <a:lnTo>
                      <a:pt x="31862" y="75"/>
                    </a:lnTo>
                    <a:lnTo>
                      <a:pt x="30519" y="174"/>
                    </a:lnTo>
                    <a:lnTo>
                      <a:pt x="29748" y="249"/>
                    </a:lnTo>
                    <a:lnTo>
                      <a:pt x="28902" y="348"/>
                    </a:lnTo>
                    <a:lnTo>
                      <a:pt x="28006" y="497"/>
                    </a:lnTo>
                    <a:lnTo>
                      <a:pt x="27061" y="647"/>
                    </a:lnTo>
                    <a:lnTo>
                      <a:pt x="26042" y="846"/>
                    </a:lnTo>
                    <a:lnTo>
                      <a:pt x="24997" y="1070"/>
                    </a:lnTo>
                    <a:lnTo>
                      <a:pt x="23903" y="1318"/>
                    </a:lnTo>
                    <a:lnTo>
                      <a:pt x="22758" y="1617"/>
                    </a:lnTo>
                    <a:lnTo>
                      <a:pt x="21589" y="1965"/>
                    </a:lnTo>
                    <a:lnTo>
                      <a:pt x="20396" y="2363"/>
                    </a:lnTo>
                    <a:lnTo>
                      <a:pt x="19202" y="2786"/>
                    </a:lnTo>
                    <a:lnTo>
                      <a:pt x="17958" y="3283"/>
                    </a:lnTo>
                    <a:lnTo>
                      <a:pt x="16739" y="3830"/>
                    </a:lnTo>
                    <a:lnTo>
                      <a:pt x="15496" y="4427"/>
                    </a:lnTo>
                    <a:lnTo>
                      <a:pt x="14252" y="5099"/>
                    </a:lnTo>
                    <a:lnTo>
                      <a:pt x="13630" y="5447"/>
                    </a:lnTo>
                    <a:lnTo>
                      <a:pt x="13008" y="5820"/>
                    </a:lnTo>
                    <a:lnTo>
                      <a:pt x="12387" y="6193"/>
                    </a:lnTo>
                    <a:lnTo>
                      <a:pt x="11790" y="6616"/>
                    </a:lnTo>
                    <a:lnTo>
                      <a:pt x="11168" y="7014"/>
                    </a:lnTo>
                    <a:lnTo>
                      <a:pt x="10571" y="7462"/>
                    </a:lnTo>
                    <a:lnTo>
                      <a:pt x="9974" y="7909"/>
                    </a:lnTo>
                    <a:lnTo>
                      <a:pt x="9377" y="8382"/>
                    </a:lnTo>
                    <a:lnTo>
                      <a:pt x="8780" y="8879"/>
                    </a:lnTo>
                    <a:lnTo>
                      <a:pt x="8208" y="9402"/>
                    </a:lnTo>
                    <a:lnTo>
                      <a:pt x="7636" y="9924"/>
                    </a:lnTo>
                    <a:lnTo>
                      <a:pt x="7064" y="10471"/>
                    </a:lnTo>
                    <a:lnTo>
                      <a:pt x="6517" y="11043"/>
                    </a:lnTo>
                    <a:lnTo>
                      <a:pt x="5970" y="11640"/>
                    </a:lnTo>
                    <a:lnTo>
                      <a:pt x="5422" y="12237"/>
                    </a:lnTo>
                    <a:lnTo>
                      <a:pt x="4900" y="12884"/>
                    </a:lnTo>
                    <a:lnTo>
                      <a:pt x="4403" y="13531"/>
                    </a:lnTo>
                    <a:lnTo>
                      <a:pt x="3880" y="14202"/>
                    </a:lnTo>
                    <a:lnTo>
                      <a:pt x="3632" y="14774"/>
                    </a:lnTo>
                    <a:lnTo>
                      <a:pt x="3333" y="15471"/>
                    </a:lnTo>
                    <a:lnTo>
                      <a:pt x="2960" y="16466"/>
                    </a:lnTo>
                    <a:lnTo>
                      <a:pt x="2537" y="17759"/>
                    </a:lnTo>
                    <a:lnTo>
                      <a:pt x="2313" y="18505"/>
                    </a:lnTo>
                    <a:lnTo>
                      <a:pt x="2065" y="19351"/>
                    </a:lnTo>
                    <a:lnTo>
                      <a:pt x="1841" y="20246"/>
                    </a:lnTo>
                    <a:lnTo>
                      <a:pt x="1617" y="21216"/>
                    </a:lnTo>
                    <a:lnTo>
                      <a:pt x="1393" y="22261"/>
                    </a:lnTo>
                    <a:lnTo>
                      <a:pt x="1169" y="23380"/>
                    </a:lnTo>
                    <a:lnTo>
                      <a:pt x="945" y="24574"/>
                    </a:lnTo>
                    <a:lnTo>
                      <a:pt x="771" y="25842"/>
                    </a:lnTo>
                    <a:lnTo>
                      <a:pt x="572" y="27186"/>
                    </a:lnTo>
                    <a:lnTo>
                      <a:pt x="423" y="28603"/>
                    </a:lnTo>
                    <a:lnTo>
                      <a:pt x="274" y="30096"/>
                    </a:lnTo>
                    <a:lnTo>
                      <a:pt x="174" y="31663"/>
                    </a:lnTo>
                    <a:lnTo>
                      <a:pt x="75" y="33304"/>
                    </a:lnTo>
                    <a:lnTo>
                      <a:pt x="25" y="35020"/>
                    </a:lnTo>
                    <a:lnTo>
                      <a:pt x="0" y="36836"/>
                    </a:lnTo>
                    <a:lnTo>
                      <a:pt x="25" y="38701"/>
                    </a:lnTo>
                    <a:lnTo>
                      <a:pt x="75" y="40642"/>
                    </a:lnTo>
                    <a:lnTo>
                      <a:pt x="174" y="42681"/>
                    </a:lnTo>
                    <a:lnTo>
                      <a:pt x="324" y="44770"/>
                    </a:lnTo>
                    <a:lnTo>
                      <a:pt x="498" y="46959"/>
                    </a:lnTo>
                    <a:lnTo>
                      <a:pt x="746" y="49223"/>
                    </a:lnTo>
                    <a:lnTo>
                      <a:pt x="1045" y="51561"/>
                    </a:lnTo>
                    <a:lnTo>
                      <a:pt x="1468" y="59719"/>
                    </a:lnTo>
                    <a:lnTo>
                      <a:pt x="1791" y="65663"/>
                    </a:lnTo>
                    <a:lnTo>
                      <a:pt x="1915" y="67852"/>
                    </a:lnTo>
                    <a:lnTo>
                      <a:pt x="1990" y="69071"/>
                    </a:lnTo>
                    <a:lnTo>
                      <a:pt x="2065" y="69270"/>
                    </a:lnTo>
                    <a:lnTo>
                      <a:pt x="2214" y="69568"/>
                    </a:lnTo>
                    <a:lnTo>
                      <a:pt x="2438" y="69966"/>
                    </a:lnTo>
                    <a:lnTo>
                      <a:pt x="2761" y="70464"/>
                    </a:lnTo>
                    <a:lnTo>
                      <a:pt x="3607" y="71682"/>
                    </a:lnTo>
                    <a:lnTo>
                      <a:pt x="4726" y="73150"/>
                    </a:lnTo>
                    <a:lnTo>
                      <a:pt x="6044" y="74866"/>
                    </a:lnTo>
                    <a:lnTo>
                      <a:pt x="7537" y="76731"/>
                    </a:lnTo>
                    <a:lnTo>
                      <a:pt x="9153" y="78721"/>
                    </a:lnTo>
                    <a:lnTo>
                      <a:pt x="10845" y="80786"/>
                    </a:lnTo>
                    <a:lnTo>
                      <a:pt x="12611" y="82850"/>
                    </a:lnTo>
                    <a:lnTo>
                      <a:pt x="14376" y="84865"/>
                    </a:lnTo>
                    <a:lnTo>
                      <a:pt x="16093" y="86805"/>
                    </a:lnTo>
                    <a:lnTo>
                      <a:pt x="17734" y="88596"/>
                    </a:lnTo>
                    <a:lnTo>
                      <a:pt x="19251" y="90187"/>
                    </a:lnTo>
                    <a:lnTo>
                      <a:pt x="19948" y="90884"/>
                    </a:lnTo>
                    <a:lnTo>
                      <a:pt x="20619" y="91530"/>
                    </a:lnTo>
                    <a:lnTo>
                      <a:pt x="21216" y="92078"/>
                    </a:lnTo>
                    <a:lnTo>
                      <a:pt x="21764" y="92575"/>
                    </a:lnTo>
                    <a:lnTo>
                      <a:pt x="22261" y="92948"/>
                    </a:lnTo>
                    <a:lnTo>
                      <a:pt x="22684" y="93247"/>
                    </a:lnTo>
                    <a:lnTo>
                      <a:pt x="23057" y="93495"/>
                    </a:lnTo>
                    <a:lnTo>
                      <a:pt x="23480" y="93694"/>
                    </a:lnTo>
                    <a:lnTo>
                      <a:pt x="23903" y="93893"/>
                    </a:lnTo>
                    <a:lnTo>
                      <a:pt x="24325" y="94092"/>
                    </a:lnTo>
                    <a:lnTo>
                      <a:pt x="24773" y="94266"/>
                    </a:lnTo>
                    <a:lnTo>
                      <a:pt x="25221" y="94416"/>
                    </a:lnTo>
                    <a:lnTo>
                      <a:pt x="26116" y="94689"/>
                    </a:lnTo>
                    <a:lnTo>
                      <a:pt x="27036" y="94913"/>
                    </a:lnTo>
                    <a:lnTo>
                      <a:pt x="27957" y="95087"/>
                    </a:lnTo>
                    <a:lnTo>
                      <a:pt x="28852" y="95212"/>
                    </a:lnTo>
                    <a:lnTo>
                      <a:pt x="29723" y="95311"/>
                    </a:lnTo>
                    <a:lnTo>
                      <a:pt x="30543" y="95386"/>
                    </a:lnTo>
                    <a:lnTo>
                      <a:pt x="31290" y="95411"/>
                    </a:lnTo>
                    <a:lnTo>
                      <a:pt x="31961" y="95435"/>
                    </a:lnTo>
                    <a:lnTo>
                      <a:pt x="33379" y="95435"/>
                    </a:lnTo>
                    <a:lnTo>
                      <a:pt x="33702" y="95411"/>
                    </a:lnTo>
                    <a:lnTo>
                      <a:pt x="34001" y="95435"/>
                    </a:lnTo>
                    <a:lnTo>
                      <a:pt x="35418" y="95435"/>
                    </a:lnTo>
                    <a:lnTo>
                      <a:pt x="36090" y="95411"/>
                    </a:lnTo>
                    <a:lnTo>
                      <a:pt x="36861" y="95386"/>
                    </a:lnTo>
                    <a:lnTo>
                      <a:pt x="37657" y="95311"/>
                    </a:lnTo>
                    <a:lnTo>
                      <a:pt x="38527" y="95212"/>
                    </a:lnTo>
                    <a:lnTo>
                      <a:pt x="39423" y="95087"/>
                    </a:lnTo>
                    <a:lnTo>
                      <a:pt x="40343" y="94913"/>
                    </a:lnTo>
                    <a:lnTo>
                      <a:pt x="41263" y="94689"/>
                    </a:lnTo>
                    <a:lnTo>
                      <a:pt x="42184" y="94416"/>
                    </a:lnTo>
                    <a:lnTo>
                      <a:pt x="42631" y="94266"/>
                    </a:lnTo>
                    <a:lnTo>
                      <a:pt x="43054" y="94092"/>
                    </a:lnTo>
                    <a:lnTo>
                      <a:pt x="43502" y="93893"/>
                    </a:lnTo>
                    <a:lnTo>
                      <a:pt x="43925" y="93694"/>
                    </a:lnTo>
                    <a:lnTo>
                      <a:pt x="44323" y="93495"/>
                    </a:lnTo>
                    <a:lnTo>
                      <a:pt x="44721" y="93247"/>
                    </a:lnTo>
                    <a:lnTo>
                      <a:pt x="45143" y="92948"/>
                    </a:lnTo>
                    <a:lnTo>
                      <a:pt x="45616" y="92575"/>
                    </a:lnTo>
                    <a:lnTo>
                      <a:pt x="46163" y="92078"/>
                    </a:lnTo>
                    <a:lnTo>
                      <a:pt x="46785" y="91530"/>
                    </a:lnTo>
                    <a:lnTo>
                      <a:pt x="47432" y="90884"/>
                    </a:lnTo>
                    <a:lnTo>
                      <a:pt x="48128" y="90187"/>
                    </a:lnTo>
                    <a:lnTo>
                      <a:pt x="49645" y="88596"/>
                    </a:lnTo>
                    <a:lnTo>
                      <a:pt x="51287" y="86805"/>
                    </a:lnTo>
                    <a:lnTo>
                      <a:pt x="53028" y="84865"/>
                    </a:lnTo>
                    <a:lnTo>
                      <a:pt x="54769" y="82850"/>
                    </a:lnTo>
                    <a:lnTo>
                      <a:pt x="56535" y="80786"/>
                    </a:lnTo>
                    <a:lnTo>
                      <a:pt x="58251" y="78721"/>
                    </a:lnTo>
                    <a:lnTo>
                      <a:pt x="59868" y="76731"/>
                    </a:lnTo>
                    <a:lnTo>
                      <a:pt x="61360" y="74866"/>
                    </a:lnTo>
                    <a:lnTo>
                      <a:pt x="62678" y="73150"/>
                    </a:lnTo>
                    <a:lnTo>
                      <a:pt x="63773" y="71682"/>
                    </a:lnTo>
                    <a:lnTo>
                      <a:pt x="64618" y="70464"/>
                    </a:lnTo>
                    <a:lnTo>
                      <a:pt x="64942" y="69966"/>
                    </a:lnTo>
                    <a:lnTo>
                      <a:pt x="65191" y="69568"/>
                    </a:lnTo>
                    <a:lnTo>
                      <a:pt x="65340" y="69270"/>
                    </a:lnTo>
                    <a:lnTo>
                      <a:pt x="65390" y="69071"/>
                    </a:lnTo>
                    <a:lnTo>
                      <a:pt x="65489" y="67852"/>
                    </a:lnTo>
                    <a:lnTo>
                      <a:pt x="65613" y="65663"/>
                    </a:lnTo>
                    <a:lnTo>
                      <a:pt x="65937" y="59719"/>
                    </a:lnTo>
                    <a:lnTo>
                      <a:pt x="66335" y="51561"/>
                    </a:lnTo>
                    <a:lnTo>
                      <a:pt x="66633" y="49223"/>
                    </a:lnTo>
                    <a:lnTo>
                      <a:pt x="66882" y="46959"/>
                    </a:lnTo>
                    <a:lnTo>
                      <a:pt x="67081" y="44770"/>
                    </a:lnTo>
                    <a:lnTo>
                      <a:pt x="67205" y="42681"/>
                    </a:lnTo>
                    <a:lnTo>
                      <a:pt x="67305" y="40642"/>
                    </a:lnTo>
                    <a:lnTo>
                      <a:pt x="67379" y="38701"/>
                    </a:lnTo>
                    <a:lnTo>
                      <a:pt x="67379" y="36836"/>
                    </a:lnTo>
                    <a:lnTo>
                      <a:pt x="67354" y="35020"/>
                    </a:lnTo>
                    <a:lnTo>
                      <a:pt x="67305" y="33304"/>
                    </a:lnTo>
                    <a:lnTo>
                      <a:pt x="67230" y="31663"/>
                    </a:lnTo>
                    <a:lnTo>
                      <a:pt x="67106" y="30096"/>
                    </a:lnTo>
                    <a:lnTo>
                      <a:pt x="66956" y="28603"/>
                    </a:lnTo>
                    <a:lnTo>
                      <a:pt x="66807" y="27186"/>
                    </a:lnTo>
                    <a:lnTo>
                      <a:pt x="66633" y="25842"/>
                    </a:lnTo>
                    <a:lnTo>
                      <a:pt x="66434" y="24574"/>
                    </a:lnTo>
                    <a:lnTo>
                      <a:pt x="66235" y="23380"/>
                    </a:lnTo>
                    <a:lnTo>
                      <a:pt x="66011" y="22261"/>
                    </a:lnTo>
                    <a:lnTo>
                      <a:pt x="65787" y="21216"/>
                    </a:lnTo>
                    <a:lnTo>
                      <a:pt x="65539" y="20246"/>
                    </a:lnTo>
                    <a:lnTo>
                      <a:pt x="65315" y="19351"/>
                    </a:lnTo>
                    <a:lnTo>
                      <a:pt x="65091" y="18505"/>
                    </a:lnTo>
                    <a:lnTo>
                      <a:pt x="64867" y="17759"/>
                    </a:lnTo>
                    <a:lnTo>
                      <a:pt x="64444" y="16466"/>
                    </a:lnTo>
                    <a:lnTo>
                      <a:pt x="64071" y="15471"/>
                    </a:lnTo>
                    <a:lnTo>
                      <a:pt x="63773" y="14774"/>
                    </a:lnTo>
                    <a:lnTo>
                      <a:pt x="63499" y="14202"/>
                    </a:lnTo>
                    <a:lnTo>
                      <a:pt x="63002" y="13531"/>
                    </a:lnTo>
                    <a:lnTo>
                      <a:pt x="62479" y="12884"/>
                    </a:lnTo>
                    <a:lnTo>
                      <a:pt x="61957" y="12237"/>
                    </a:lnTo>
                    <a:lnTo>
                      <a:pt x="61410" y="11640"/>
                    </a:lnTo>
                    <a:lnTo>
                      <a:pt x="60888" y="11043"/>
                    </a:lnTo>
                    <a:lnTo>
                      <a:pt x="60316" y="10471"/>
                    </a:lnTo>
                    <a:lnTo>
                      <a:pt x="59744" y="9924"/>
                    </a:lnTo>
                    <a:lnTo>
                      <a:pt x="59171" y="9402"/>
                    </a:lnTo>
                    <a:lnTo>
                      <a:pt x="58599" y="8879"/>
                    </a:lnTo>
                    <a:lnTo>
                      <a:pt x="58002" y="8382"/>
                    </a:lnTo>
                    <a:lnTo>
                      <a:pt x="57430" y="7909"/>
                    </a:lnTo>
                    <a:lnTo>
                      <a:pt x="56833" y="7462"/>
                    </a:lnTo>
                    <a:lnTo>
                      <a:pt x="56212" y="7014"/>
                    </a:lnTo>
                    <a:lnTo>
                      <a:pt x="55615" y="6616"/>
                    </a:lnTo>
                    <a:lnTo>
                      <a:pt x="54993" y="6193"/>
                    </a:lnTo>
                    <a:lnTo>
                      <a:pt x="54371" y="5820"/>
                    </a:lnTo>
                    <a:lnTo>
                      <a:pt x="53774" y="5447"/>
                    </a:lnTo>
                    <a:lnTo>
                      <a:pt x="53152" y="5099"/>
                    </a:lnTo>
                    <a:lnTo>
                      <a:pt x="51909" y="4427"/>
                    </a:lnTo>
                    <a:lnTo>
                      <a:pt x="50665" y="3830"/>
                    </a:lnTo>
                    <a:lnTo>
                      <a:pt x="49422" y="3283"/>
                    </a:lnTo>
                    <a:lnTo>
                      <a:pt x="48203" y="2786"/>
                    </a:lnTo>
                    <a:lnTo>
                      <a:pt x="46984" y="2363"/>
                    </a:lnTo>
                    <a:lnTo>
                      <a:pt x="45790" y="1965"/>
                    </a:lnTo>
                    <a:lnTo>
                      <a:pt x="44621" y="1617"/>
                    </a:lnTo>
                    <a:lnTo>
                      <a:pt x="43502" y="1318"/>
                    </a:lnTo>
                    <a:lnTo>
                      <a:pt x="42408" y="1070"/>
                    </a:lnTo>
                    <a:lnTo>
                      <a:pt x="41338" y="846"/>
                    </a:lnTo>
                    <a:lnTo>
                      <a:pt x="40343" y="647"/>
                    </a:lnTo>
                    <a:lnTo>
                      <a:pt x="39373" y="497"/>
                    </a:lnTo>
                    <a:lnTo>
                      <a:pt x="38478" y="348"/>
                    </a:lnTo>
                    <a:lnTo>
                      <a:pt x="37632" y="249"/>
                    </a:lnTo>
                    <a:lnTo>
                      <a:pt x="36861" y="174"/>
                    </a:lnTo>
                    <a:lnTo>
                      <a:pt x="35543" y="75"/>
                    </a:lnTo>
                    <a:lnTo>
                      <a:pt x="34548" y="25"/>
                    </a:lnTo>
                    <a:lnTo>
                      <a:pt x="33901" y="0"/>
                    </a:lnTo>
                    <a:lnTo>
                      <a:pt x="33702" y="25"/>
                    </a:lnTo>
                    <a:lnTo>
                      <a:pt x="33478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3280198" y="2814976"/>
                <a:ext cx="130777" cy="429256"/>
              </a:xfrm>
              <a:custGeom>
                <a:avLst/>
                <a:gdLst/>
                <a:ahLst/>
                <a:cxnLst/>
                <a:rect l="l" t="t" r="r" b="b"/>
                <a:pathLst>
                  <a:path w="6343" h="20820" extrusionOk="0">
                    <a:moveTo>
                      <a:pt x="3681" y="1"/>
                    </a:moveTo>
                    <a:lnTo>
                      <a:pt x="3432" y="51"/>
                    </a:lnTo>
                    <a:lnTo>
                      <a:pt x="3209" y="125"/>
                    </a:lnTo>
                    <a:lnTo>
                      <a:pt x="2960" y="250"/>
                    </a:lnTo>
                    <a:lnTo>
                      <a:pt x="2736" y="399"/>
                    </a:lnTo>
                    <a:lnTo>
                      <a:pt x="2512" y="548"/>
                    </a:lnTo>
                    <a:lnTo>
                      <a:pt x="2313" y="747"/>
                    </a:lnTo>
                    <a:lnTo>
                      <a:pt x="2089" y="946"/>
                    </a:lnTo>
                    <a:lnTo>
                      <a:pt x="1691" y="1394"/>
                    </a:lnTo>
                    <a:lnTo>
                      <a:pt x="1318" y="1891"/>
                    </a:lnTo>
                    <a:lnTo>
                      <a:pt x="995" y="2389"/>
                    </a:lnTo>
                    <a:lnTo>
                      <a:pt x="696" y="2886"/>
                    </a:lnTo>
                    <a:lnTo>
                      <a:pt x="473" y="3359"/>
                    </a:lnTo>
                    <a:lnTo>
                      <a:pt x="124" y="4080"/>
                    </a:lnTo>
                    <a:lnTo>
                      <a:pt x="0" y="4354"/>
                    </a:lnTo>
                    <a:lnTo>
                      <a:pt x="398" y="20819"/>
                    </a:lnTo>
                    <a:lnTo>
                      <a:pt x="3756" y="16964"/>
                    </a:lnTo>
                    <a:lnTo>
                      <a:pt x="3930" y="16392"/>
                    </a:lnTo>
                    <a:lnTo>
                      <a:pt x="4402" y="14900"/>
                    </a:lnTo>
                    <a:lnTo>
                      <a:pt x="4701" y="13880"/>
                    </a:lnTo>
                    <a:lnTo>
                      <a:pt x="4999" y="12736"/>
                    </a:lnTo>
                    <a:lnTo>
                      <a:pt x="5323" y="11467"/>
                    </a:lnTo>
                    <a:lnTo>
                      <a:pt x="5621" y="10149"/>
                    </a:lnTo>
                    <a:lnTo>
                      <a:pt x="5895" y="8781"/>
                    </a:lnTo>
                    <a:lnTo>
                      <a:pt x="6119" y="7413"/>
                    </a:lnTo>
                    <a:lnTo>
                      <a:pt x="6193" y="6717"/>
                    </a:lnTo>
                    <a:lnTo>
                      <a:pt x="6268" y="6070"/>
                    </a:lnTo>
                    <a:lnTo>
                      <a:pt x="6318" y="5398"/>
                    </a:lnTo>
                    <a:lnTo>
                      <a:pt x="6342" y="4776"/>
                    </a:lnTo>
                    <a:lnTo>
                      <a:pt x="6342" y="4155"/>
                    </a:lnTo>
                    <a:lnTo>
                      <a:pt x="6318" y="3583"/>
                    </a:lnTo>
                    <a:lnTo>
                      <a:pt x="6243" y="3035"/>
                    </a:lnTo>
                    <a:lnTo>
                      <a:pt x="6168" y="2513"/>
                    </a:lnTo>
                    <a:lnTo>
                      <a:pt x="6044" y="2040"/>
                    </a:lnTo>
                    <a:lnTo>
                      <a:pt x="5870" y="1618"/>
                    </a:lnTo>
                    <a:lnTo>
                      <a:pt x="5696" y="1220"/>
                    </a:lnTo>
                    <a:lnTo>
                      <a:pt x="5571" y="1046"/>
                    </a:lnTo>
                    <a:lnTo>
                      <a:pt x="5447" y="896"/>
                    </a:lnTo>
                    <a:lnTo>
                      <a:pt x="5198" y="623"/>
                    </a:lnTo>
                    <a:lnTo>
                      <a:pt x="4950" y="399"/>
                    </a:lnTo>
                    <a:lnTo>
                      <a:pt x="4676" y="225"/>
                    </a:lnTo>
                    <a:lnTo>
                      <a:pt x="4427" y="100"/>
                    </a:lnTo>
                    <a:lnTo>
                      <a:pt x="4179" y="26"/>
                    </a:lnTo>
                    <a:lnTo>
                      <a:pt x="3930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1846395" y="2814976"/>
                <a:ext cx="131292" cy="429256"/>
              </a:xfrm>
              <a:custGeom>
                <a:avLst/>
                <a:gdLst/>
                <a:ahLst/>
                <a:cxnLst/>
                <a:rect l="l" t="t" r="r" b="b"/>
                <a:pathLst>
                  <a:path w="6368" h="20820" extrusionOk="0">
                    <a:moveTo>
                      <a:pt x="2413" y="1"/>
                    </a:moveTo>
                    <a:lnTo>
                      <a:pt x="2164" y="26"/>
                    </a:lnTo>
                    <a:lnTo>
                      <a:pt x="1915" y="100"/>
                    </a:lnTo>
                    <a:lnTo>
                      <a:pt x="1667" y="225"/>
                    </a:lnTo>
                    <a:lnTo>
                      <a:pt x="1418" y="399"/>
                    </a:lnTo>
                    <a:lnTo>
                      <a:pt x="1169" y="623"/>
                    </a:lnTo>
                    <a:lnTo>
                      <a:pt x="895" y="896"/>
                    </a:lnTo>
                    <a:lnTo>
                      <a:pt x="771" y="1046"/>
                    </a:lnTo>
                    <a:lnTo>
                      <a:pt x="672" y="1220"/>
                    </a:lnTo>
                    <a:lnTo>
                      <a:pt x="473" y="1618"/>
                    </a:lnTo>
                    <a:lnTo>
                      <a:pt x="323" y="2040"/>
                    </a:lnTo>
                    <a:lnTo>
                      <a:pt x="199" y="2513"/>
                    </a:lnTo>
                    <a:lnTo>
                      <a:pt x="100" y="3035"/>
                    </a:lnTo>
                    <a:lnTo>
                      <a:pt x="50" y="3583"/>
                    </a:lnTo>
                    <a:lnTo>
                      <a:pt x="25" y="4155"/>
                    </a:lnTo>
                    <a:lnTo>
                      <a:pt x="0" y="4776"/>
                    </a:lnTo>
                    <a:lnTo>
                      <a:pt x="25" y="5398"/>
                    </a:lnTo>
                    <a:lnTo>
                      <a:pt x="75" y="6070"/>
                    </a:lnTo>
                    <a:lnTo>
                      <a:pt x="149" y="6717"/>
                    </a:lnTo>
                    <a:lnTo>
                      <a:pt x="224" y="7413"/>
                    </a:lnTo>
                    <a:lnTo>
                      <a:pt x="448" y="8781"/>
                    </a:lnTo>
                    <a:lnTo>
                      <a:pt x="721" y="10149"/>
                    </a:lnTo>
                    <a:lnTo>
                      <a:pt x="1020" y="11467"/>
                    </a:lnTo>
                    <a:lnTo>
                      <a:pt x="1343" y="12736"/>
                    </a:lnTo>
                    <a:lnTo>
                      <a:pt x="1642" y="13880"/>
                    </a:lnTo>
                    <a:lnTo>
                      <a:pt x="1940" y="14900"/>
                    </a:lnTo>
                    <a:lnTo>
                      <a:pt x="2413" y="16392"/>
                    </a:lnTo>
                    <a:lnTo>
                      <a:pt x="2587" y="16964"/>
                    </a:lnTo>
                    <a:lnTo>
                      <a:pt x="5945" y="20819"/>
                    </a:lnTo>
                    <a:lnTo>
                      <a:pt x="6367" y="4354"/>
                    </a:lnTo>
                    <a:lnTo>
                      <a:pt x="6243" y="4080"/>
                    </a:lnTo>
                    <a:lnTo>
                      <a:pt x="5895" y="3359"/>
                    </a:lnTo>
                    <a:lnTo>
                      <a:pt x="5646" y="2886"/>
                    </a:lnTo>
                    <a:lnTo>
                      <a:pt x="5348" y="2389"/>
                    </a:lnTo>
                    <a:lnTo>
                      <a:pt x="5024" y="1891"/>
                    </a:lnTo>
                    <a:lnTo>
                      <a:pt x="4651" y="1394"/>
                    </a:lnTo>
                    <a:lnTo>
                      <a:pt x="4253" y="946"/>
                    </a:lnTo>
                    <a:lnTo>
                      <a:pt x="4054" y="747"/>
                    </a:lnTo>
                    <a:lnTo>
                      <a:pt x="3830" y="548"/>
                    </a:lnTo>
                    <a:lnTo>
                      <a:pt x="3607" y="399"/>
                    </a:lnTo>
                    <a:lnTo>
                      <a:pt x="3383" y="250"/>
                    </a:lnTo>
                    <a:lnTo>
                      <a:pt x="3134" y="125"/>
                    </a:lnTo>
                    <a:lnTo>
                      <a:pt x="2910" y="51"/>
                    </a:lnTo>
                    <a:lnTo>
                      <a:pt x="2661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2155101" y="3728805"/>
                <a:ext cx="947683" cy="464121"/>
              </a:xfrm>
              <a:custGeom>
                <a:avLst/>
                <a:gdLst/>
                <a:ahLst/>
                <a:cxnLst/>
                <a:rect l="l" t="t" r="r" b="b"/>
                <a:pathLst>
                  <a:path w="45965" h="22511" extrusionOk="0">
                    <a:moveTo>
                      <a:pt x="1294" y="1"/>
                    </a:moveTo>
                    <a:lnTo>
                      <a:pt x="697" y="3682"/>
                    </a:lnTo>
                    <a:lnTo>
                      <a:pt x="348" y="5671"/>
                    </a:lnTo>
                    <a:lnTo>
                      <a:pt x="0" y="7661"/>
                    </a:lnTo>
                    <a:lnTo>
                      <a:pt x="1766" y="9751"/>
                    </a:lnTo>
                    <a:lnTo>
                      <a:pt x="3532" y="11815"/>
                    </a:lnTo>
                    <a:lnTo>
                      <a:pt x="5273" y="13755"/>
                    </a:lnTo>
                    <a:lnTo>
                      <a:pt x="6940" y="15571"/>
                    </a:lnTo>
                    <a:lnTo>
                      <a:pt x="8482" y="17187"/>
                    </a:lnTo>
                    <a:lnTo>
                      <a:pt x="9203" y="17909"/>
                    </a:lnTo>
                    <a:lnTo>
                      <a:pt x="9875" y="18555"/>
                    </a:lnTo>
                    <a:lnTo>
                      <a:pt x="10471" y="19127"/>
                    </a:lnTo>
                    <a:lnTo>
                      <a:pt x="11044" y="19600"/>
                    </a:lnTo>
                    <a:lnTo>
                      <a:pt x="11516" y="19998"/>
                    </a:lnTo>
                    <a:lnTo>
                      <a:pt x="11964" y="20296"/>
                    </a:lnTo>
                    <a:lnTo>
                      <a:pt x="12337" y="20545"/>
                    </a:lnTo>
                    <a:lnTo>
                      <a:pt x="12760" y="20744"/>
                    </a:lnTo>
                    <a:lnTo>
                      <a:pt x="13183" y="20968"/>
                    </a:lnTo>
                    <a:lnTo>
                      <a:pt x="13605" y="21142"/>
                    </a:lnTo>
                    <a:lnTo>
                      <a:pt x="14053" y="21316"/>
                    </a:lnTo>
                    <a:lnTo>
                      <a:pt x="14501" y="21465"/>
                    </a:lnTo>
                    <a:lnTo>
                      <a:pt x="15396" y="21739"/>
                    </a:lnTo>
                    <a:lnTo>
                      <a:pt x="16316" y="21963"/>
                    </a:lnTo>
                    <a:lnTo>
                      <a:pt x="17237" y="22137"/>
                    </a:lnTo>
                    <a:lnTo>
                      <a:pt x="18132" y="22261"/>
                    </a:lnTo>
                    <a:lnTo>
                      <a:pt x="19003" y="22361"/>
                    </a:lnTo>
                    <a:lnTo>
                      <a:pt x="19823" y="22435"/>
                    </a:lnTo>
                    <a:lnTo>
                      <a:pt x="20570" y="22460"/>
                    </a:lnTo>
                    <a:lnTo>
                      <a:pt x="21241" y="22485"/>
                    </a:lnTo>
                    <a:lnTo>
                      <a:pt x="21838" y="22510"/>
                    </a:lnTo>
                    <a:lnTo>
                      <a:pt x="22659" y="22485"/>
                    </a:lnTo>
                    <a:lnTo>
                      <a:pt x="22982" y="22460"/>
                    </a:lnTo>
                    <a:lnTo>
                      <a:pt x="23281" y="22485"/>
                    </a:lnTo>
                    <a:lnTo>
                      <a:pt x="24126" y="22510"/>
                    </a:lnTo>
                    <a:lnTo>
                      <a:pt x="24698" y="22485"/>
                    </a:lnTo>
                    <a:lnTo>
                      <a:pt x="25370" y="22460"/>
                    </a:lnTo>
                    <a:lnTo>
                      <a:pt x="26141" y="22435"/>
                    </a:lnTo>
                    <a:lnTo>
                      <a:pt x="26937" y="22361"/>
                    </a:lnTo>
                    <a:lnTo>
                      <a:pt x="27807" y="22261"/>
                    </a:lnTo>
                    <a:lnTo>
                      <a:pt x="28703" y="22137"/>
                    </a:lnTo>
                    <a:lnTo>
                      <a:pt x="29623" y="21963"/>
                    </a:lnTo>
                    <a:lnTo>
                      <a:pt x="30543" y="21739"/>
                    </a:lnTo>
                    <a:lnTo>
                      <a:pt x="31464" y="21465"/>
                    </a:lnTo>
                    <a:lnTo>
                      <a:pt x="31911" y="21316"/>
                    </a:lnTo>
                    <a:lnTo>
                      <a:pt x="32334" y="21142"/>
                    </a:lnTo>
                    <a:lnTo>
                      <a:pt x="32782" y="20968"/>
                    </a:lnTo>
                    <a:lnTo>
                      <a:pt x="33205" y="20744"/>
                    </a:lnTo>
                    <a:lnTo>
                      <a:pt x="33603" y="20545"/>
                    </a:lnTo>
                    <a:lnTo>
                      <a:pt x="34001" y="20296"/>
                    </a:lnTo>
                    <a:lnTo>
                      <a:pt x="34423" y="19998"/>
                    </a:lnTo>
                    <a:lnTo>
                      <a:pt x="34921" y="19600"/>
                    </a:lnTo>
                    <a:lnTo>
                      <a:pt x="35468" y="19127"/>
                    </a:lnTo>
                    <a:lnTo>
                      <a:pt x="36090" y="18555"/>
                    </a:lnTo>
                    <a:lnTo>
                      <a:pt x="36737" y="17909"/>
                    </a:lnTo>
                    <a:lnTo>
                      <a:pt x="37458" y="17187"/>
                    </a:lnTo>
                    <a:lnTo>
                      <a:pt x="39000" y="15571"/>
                    </a:lnTo>
                    <a:lnTo>
                      <a:pt x="40666" y="13755"/>
                    </a:lnTo>
                    <a:lnTo>
                      <a:pt x="42407" y="11815"/>
                    </a:lnTo>
                    <a:lnTo>
                      <a:pt x="44173" y="9751"/>
                    </a:lnTo>
                    <a:lnTo>
                      <a:pt x="45964" y="7661"/>
                    </a:lnTo>
                    <a:lnTo>
                      <a:pt x="45591" y="5671"/>
                    </a:lnTo>
                    <a:lnTo>
                      <a:pt x="45243" y="3682"/>
                    </a:lnTo>
                    <a:lnTo>
                      <a:pt x="44646" y="1"/>
                    </a:lnTo>
                    <a:lnTo>
                      <a:pt x="43029" y="1891"/>
                    </a:lnTo>
                    <a:lnTo>
                      <a:pt x="41437" y="3707"/>
                    </a:lnTo>
                    <a:lnTo>
                      <a:pt x="39871" y="5423"/>
                    </a:lnTo>
                    <a:lnTo>
                      <a:pt x="38403" y="6990"/>
                    </a:lnTo>
                    <a:lnTo>
                      <a:pt x="37060" y="8383"/>
                    </a:lnTo>
                    <a:lnTo>
                      <a:pt x="36438" y="9004"/>
                    </a:lnTo>
                    <a:lnTo>
                      <a:pt x="35841" y="9576"/>
                    </a:lnTo>
                    <a:lnTo>
                      <a:pt x="35319" y="10049"/>
                    </a:lnTo>
                    <a:lnTo>
                      <a:pt x="34821" y="10472"/>
                    </a:lnTo>
                    <a:lnTo>
                      <a:pt x="34374" y="10820"/>
                    </a:lnTo>
                    <a:lnTo>
                      <a:pt x="34001" y="11094"/>
                    </a:lnTo>
                    <a:lnTo>
                      <a:pt x="33603" y="11342"/>
                    </a:lnTo>
                    <a:lnTo>
                      <a:pt x="33205" y="11541"/>
                    </a:lnTo>
                    <a:lnTo>
                      <a:pt x="32782" y="11740"/>
                    </a:lnTo>
                    <a:lnTo>
                      <a:pt x="32334" y="11939"/>
                    </a:lnTo>
                    <a:lnTo>
                      <a:pt x="31911" y="12113"/>
                    </a:lnTo>
                    <a:lnTo>
                      <a:pt x="31464" y="12263"/>
                    </a:lnTo>
                    <a:lnTo>
                      <a:pt x="30543" y="12536"/>
                    </a:lnTo>
                    <a:lnTo>
                      <a:pt x="29623" y="12760"/>
                    </a:lnTo>
                    <a:lnTo>
                      <a:pt x="28703" y="12934"/>
                    </a:lnTo>
                    <a:lnTo>
                      <a:pt x="27807" y="13059"/>
                    </a:lnTo>
                    <a:lnTo>
                      <a:pt x="26937" y="13158"/>
                    </a:lnTo>
                    <a:lnTo>
                      <a:pt x="26141" y="13233"/>
                    </a:lnTo>
                    <a:lnTo>
                      <a:pt x="25370" y="13258"/>
                    </a:lnTo>
                    <a:lnTo>
                      <a:pt x="24698" y="13282"/>
                    </a:lnTo>
                    <a:lnTo>
                      <a:pt x="23281" y="13282"/>
                    </a:lnTo>
                    <a:lnTo>
                      <a:pt x="22982" y="13258"/>
                    </a:lnTo>
                    <a:lnTo>
                      <a:pt x="22659" y="13282"/>
                    </a:lnTo>
                    <a:lnTo>
                      <a:pt x="21241" y="13282"/>
                    </a:lnTo>
                    <a:lnTo>
                      <a:pt x="20570" y="13258"/>
                    </a:lnTo>
                    <a:lnTo>
                      <a:pt x="19823" y="13233"/>
                    </a:lnTo>
                    <a:lnTo>
                      <a:pt x="19003" y="13158"/>
                    </a:lnTo>
                    <a:lnTo>
                      <a:pt x="18132" y="13059"/>
                    </a:lnTo>
                    <a:lnTo>
                      <a:pt x="17237" y="12934"/>
                    </a:lnTo>
                    <a:lnTo>
                      <a:pt x="16316" y="12760"/>
                    </a:lnTo>
                    <a:lnTo>
                      <a:pt x="15396" y="12536"/>
                    </a:lnTo>
                    <a:lnTo>
                      <a:pt x="14501" y="12263"/>
                    </a:lnTo>
                    <a:lnTo>
                      <a:pt x="14053" y="12113"/>
                    </a:lnTo>
                    <a:lnTo>
                      <a:pt x="13605" y="11939"/>
                    </a:lnTo>
                    <a:lnTo>
                      <a:pt x="13183" y="11740"/>
                    </a:lnTo>
                    <a:lnTo>
                      <a:pt x="12760" y="11541"/>
                    </a:lnTo>
                    <a:lnTo>
                      <a:pt x="12337" y="11342"/>
                    </a:lnTo>
                    <a:lnTo>
                      <a:pt x="11964" y="11094"/>
                    </a:lnTo>
                    <a:lnTo>
                      <a:pt x="11566" y="10820"/>
                    </a:lnTo>
                    <a:lnTo>
                      <a:pt x="11143" y="10472"/>
                    </a:lnTo>
                    <a:lnTo>
                      <a:pt x="10646" y="10049"/>
                    </a:lnTo>
                    <a:lnTo>
                      <a:pt x="10098" y="9576"/>
                    </a:lnTo>
                    <a:lnTo>
                      <a:pt x="9526" y="9004"/>
                    </a:lnTo>
                    <a:lnTo>
                      <a:pt x="8880" y="8383"/>
                    </a:lnTo>
                    <a:lnTo>
                      <a:pt x="7537" y="6990"/>
                    </a:lnTo>
                    <a:lnTo>
                      <a:pt x="6069" y="5423"/>
                    </a:lnTo>
                    <a:lnTo>
                      <a:pt x="4527" y="3707"/>
                    </a:lnTo>
                    <a:lnTo>
                      <a:pt x="2910" y="1891"/>
                    </a:lnTo>
                    <a:lnTo>
                      <a:pt x="129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2097661" y="2136021"/>
                <a:ext cx="1062049" cy="738993"/>
              </a:xfrm>
              <a:custGeom>
                <a:avLst/>
                <a:gdLst/>
                <a:ahLst/>
                <a:cxnLst/>
                <a:rect l="l" t="t" r="r" b="b"/>
                <a:pathLst>
                  <a:path w="51512" h="35843" extrusionOk="0">
                    <a:moveTo>
                      <a:pt x="24450" y="1"/>
                    </a:moveTo>
                    <a:lnTo>
                      <a:pt x="23530" y="51"/>
                    </a:lnTo>
                    <a:lnTo>
                      <a:pt x="22410" y="125"/>
                    </a:lnTo>
                    <a:lnTo>
                      <a:pt x="21067" y="274"/>
                    </a:lnTo>
                    <a:lnTo>
                      <a:pt x="20346" y="399"/>
                    </a:lnTo>
                    <a:lnTo>
                      <a:pt x="19600" y="523"/>
                    </a:lnTo>
                    <a:lnTo>
                      <a:pt x="18804" y="672"/>
                    </a:lnTo>
                    <a:lnTo>
                      <a:pt x="17983" y="847"/>
                    </a:lnTo>
                    <a:lnTo>
                      <a:pt x="17162" y="1046"/>
                    </a:lnTo>
                    <a:lnTo>
                      <a:pt x="16292" y="1269"/>
                    </a:lnTo>
                    <a:lnTo>
                      <a:pt x="15421" y="1543"/>
                    </a:lnTo>
                    <a:lnTo>
                      <a:pt x="14526" y="1841"/>
                    </a:lnTo>
                    <a:lnTo>
                      <a:pt x="13606" y="2190"/>
                    </a:lnTo>
                    <a:lnTo>
                      <a:pt x="12710" y="2563"/>
                    </a:lnTo>
                    <a:lnTo>
                      <a:pt x="11790" y="2986"/>
                    </a:lnTo>
                    <a:lnTo>
                      <a:pt x="10895" y="3433"/>
                    </a:lnTo>
                    <a:lnTo>
                      <a:pt x="9974" y="3931"/>
                    </a:lnTo>
                    <a:lnTo>
                      <a:pt x="9079" y="4478"/>
                    </a:lnTo>
                    <a:lnTo>
                      <a:pt x="8208" y="5100"/>
                    </a:lnTo>
                    <a:lnTo>
                      <a:pt x="7338" y="5746"/>
                    </a:lnTo>
                    <a:lnTo>
                      <a:pt x="6492" y="6443"/>
                    </a:lnTo>
                    <a:lnTo>
                      <a:pt x="5671" y="7189"/>
                    </a:lnTo>
                    <a:lnTo>
                      <a:pt x="5273" y="7587"/>
                    </a:lnTo>
                    <a:lnTo>
                      <a:pt x="4875" y="8010"/>
                    </a:lnTo>
                    <a:lnTo>
                      <a:pt x="4478" y="8433"/>
                    </a:lnTo>
                    <a:lnTo>
                      <a:pt x="4104" y="8880"/>
                    </a:lnTo>
                    <a:lnTo>
                      <a:pt x="3731" y="9328"/>
                    </a:lnTo>
                    <a:lnTo>
                      <a:pt x="3383" y="9801"/>
                    </a:lnTo>
                    <a:lnTo>
                      <a:pt x="3010" y="10298"/>
                    </a:lnTo>
                    <a:lnTo>
                      <a:pt x="2687" y="10796"/>
                    </a:lnTo>
                    <a:lnTo>
                      <a:pt x="2339" y="11318"/>
                    </a:lnTo>
                    <a:lnTo>
                      <a:pt x="2040" y="11865"/>
                    </a:lnTo>
                    <a:lnTo>
                      <a:pt x="1717" y="12412"/>
                    </a:lnTo>
                    <a:lnTo>
                      <a:pt x="1418" y="12984"/>
                    </a:lnTo>
                    <a:lnTo>
                      <a:pt x="1070" y="13755"/>
                    </a:lnTo>
                    <a:lnTo>
                      <a:pt x="772" y="14502"/>
                    </a:lnTo>
                    <a:lnTo>
                      <a:pt x="523" y="15273"/>
                    </a:lnTo>
                    <a:lnTo>
                      <a:pt x="299" y="16019"/>
                    </a:lnTo>
                    <a:lnTo>
                      <a:pt x="150" y="16765"/>
                    </a:lnTo>
                    <a:lnTo>
                      <a:pt x="50" y="17536"/>
                    </a:lnTo>
                    <a:lnTo>
                      <a:pt x="1" y="18282"/>
                    </a:lnTo>
                    <a:lnTo>
                      <a:pt x="25" y="19028"/>
                    </a:lnTo>
                    <a:lnTo>
                      <a:pt x="75" y="19774"/>
                    </a:lnTo>
                    <a:lnTo>
                      <a:pt x="175" y="20496"/>
                    </a:lnTo>
                    <a:lnTo>
                      <a:pt x="324" y="21242"/>
                    </a:lnTo>
                    <a:lnTo>
                      <a:pt x="548" y="21963"/>
                    </a:lnTo>
                    <a:lnTo>
                      <a:pt x="796" y="22685"/>
                    </a:lnTo>
                    <a:lnTo>
                      <a:pt x="1120" y="23431"/>
                    </a:lnTo>
                    <a:lnTo>
                      <a:pt x="1468" y="24127"/>
                    </a:lnTo>
                    <a:lnTo>
                      <a:pt x="1891" y="24848"/>
                    </a:lnTo>
                    <a:lnTo>
                      <a:pt x="2289" y="25445"/>
                    </a:lnTo>
                    <a:lnTo>
                      <a:pt x="2687" y="26017"/>
                    </a:lnTo>
                    <a:lnTo>
                      <a:pt x="3134" y="26589"/>
                    </a:lnTo>
                    <a:lnTo>
                      <a:pt x="3607" y="27162"/>
                    </a:lnTo>
                    <a:lnTo>
                      <a:pt x="4129" y="27709"/>
                    </a:lnTo>
                    <a:lnTo>
                      <a:pt x="4652" y="28231"/>
                    </a:lnTo>
                    <a:lnTo>
                      <a:pt x="5199" y="28753"/>
                    </a:lnTo>
                    <a:lnTo>
                      <a:pt x="5796" y="29251"/>
                    </a:lnTo>
                    <a:lnTo>
                      <a:pt x="6393" y="29748"/>
                    </a:lnTo>
                    <a:lnTo>
                      <a:pt x="7039" y="30221"/>
                    </a:lnTo>
                    <a:lnTo>
                      <a:pt x="7686" y="30669"/>
                    </a:lnTo>
                    <a:lnTo>
                      <a:pt x="8358" y="31116"/>
                    </a:lnTo>
                    <a:lnTo>
                      <a:pt x="9054" y="31564"/>
                    </a:lnTo>
                    <a:lnTo>
                      <a:pt x="9750" y="31962"/>
                    </a:lnTo>
                    <a:lnTo>
                      <a:pt x="10472" y="32360"/>
                    </a:lnTo>
                    <a:lnTo>
                      <a:pt x="11218" y="32733"/>
                    </a:lnTo>
                    <a:lnTo>
                      <a:pt x="11989" y="33081"/>
                    </a:lnTo>
                    <a:lnTo>
                      <a:pt x="12760" y="33429"/>
                    </a:lnTo>
                    <a:lnTo>
                      <a:pt x="13556" y="33753"/>
                    </a:lnTo>
                    <a:lnTo>
                      <a:pt x="14352" y="34051"/>
                    </a:lnTo>
                    <a:lnTo>
                      <a:pt x="15148" y="34325"/>
                    </a:lnTo>
                    <a:lnTo>
                      <a:pt x="15969" y="34574"/>
                    </a:lnTo>
                    <a:lnTo>
                      <a:pt x="16814" y="34797"/>
                    </a:lnTo>
                    <a:lnTo>
                      <a:pt x="17635" y="35021"/>
                    </a:lnTo>
                    <a:lnTo>
                      <a:pt x="18481" y="35195"/>
                    </a:lnTo>
                    <a:lnTo>
                      <a:pt x="19326" y="35369"/>
                    </a:lnTo>
                    <a:lnTo>
                      <a:pt x="20197" y="35519"/>
                    </a:lnTo>
                    <a:lnTo>
                      <a:pt x="21042" y="35618"/>
                    </a:lnTo>
                    <a:lnTo>
                      <a:pt x="21888" y="35718"/>
                    </a:lnTo>
                    <a:lnTo>
                      <a:pt x="22759" y="35792"/>
                    </a:lnTo>
                    <a:lnTo>
                      <a:pt x="23629" y="35817"/>
                    </a:lnTo>
                    <a:lnTo>
                      <a:pt x="24475" y="35842"/>
                    </a:lnTo>
                    <a:lnTo>
                      <a:pt x="25097" y="35817"/>
                    </a:lnTo>
                    <a:lnTo>
                      <a:pt x="25694" y="35817"/>
                    </a:lnTo>
                    <a:lnTo>
                      <a:pt x="25768" y="35792"/>
                    </a:lnTo>
                    <a:lnTo>
                      <a:pt x="25843" y="35817"/>
                    </a:lnTo>
                    <a:lnTo>
                      <a:pt x="26440" y="35817"/>
                    </a:lnTo>
                    <a:lnTo>
                      <a:pt x="27037" y="35842"/>
                    </a:lnTo>
                    <a:lnTo>
                      <a:pt x="27907" y="35817"/>
                    </a:lnTo>
                    <a:lnTo>
                      <a:pt x="28753" y="35792"/>
                    </a:lnTo>
                    <a:lnTo>
                      <a:pt x="29623" y="35718"/>
                    </a:lnTo>
                    <a:lnTo>
                      <a:pt x="30469" y="35618"/>
                    </a:lnTo>
                    <a:lnTo>
                      <a:pt x="31340" y="35519"/>
                    </a:lnTo>
                    <a:lnTo>
                      <a:pt x="32185" y="35369"/>
                    </a:lnTo>
                    <a:lnTo>
                      <a:pt x="33031" y="35195"/>
                    </a:lnTo>
                    <a:lnTo>
                      <a:pt x="33877" y="35021"/>
                    </a:lnTo>
                    <a:lnTo>
                      <a:pt x="34722" y="34797"/>
                    </a:lnTo>
                    <a:lnTo>
                      <a:pt x="35543" y="34574"/>
                    </a:lnTo>
                    <a:lnTo>
                      <a:pt x="36364" y="34325"/>
                    </a:lnTo>
                    <a:lnTo>
                      <a:pt x="37185" y="34051"/>
                    </a:lnTo>
                    <a:lnTo>
                      <a:pt x="37981" y="33753"/>
                    </a:lnTo>
                    <a:lnTo>
                      <a:pt x="38752" y="33429"/>
                    </a:lnTo>
                    <a:lnTo>
                      <a:pt x="39523" y="33081"/>
                    </a:lnTo>
                    <a:lnTo>
                      <a:pt x="40294" y="32733"/>
                    </a:lnTo>
                    <a:lnTo>
                      <a:pt x="41040" y="32360"/>
                    </a:lnTo>
                    <a:lnTo>
                      <a:pt x="41761" y="31962"/>
                    </a:lnTo>
                    <a:lnTo>
                      <a:pt x="42482" y="31564"/>
                    </a:lnTo>
                    <a:lnTo>
                      <a:pt x="43179" y="31116"/>
                    </a:lnTo>
                    <a:lnTo>
                      <a:pt x="43850" y="30693"/>
                    </a:lnTo>
                    <a:lnTo>
                      <a:pt x="44497" y="30221"/>
                    </a:lnTo>
                    <a:lnTo>
                      <a:pt x="45119" y="29748"/>
                    </a:lnTo>
                    <a:lnTo>
                      <a:pt x="45716" y="29251"/>
                    </a:lnTo>
                    <a:lnTo>
                      <a:pt x="46313" y="28753"/>
                    </a:lnTo>
                    <a:lnTo>
                      <a:pt x="46860" y="28231"/>
                    </a:lnTo>
                    <a:lnTo>
                      <a:pt x="47407" y="27709"/>
                    </a:lnTo>
                    <a:lnTo>
                      <a:pt x="47905" y="27162"/>
                    </a:lnTo>
                    <a:lnTo>
                      <a:pt x="48377" y="26589"/>
                    </a:lnTo>
                    <a:lnTo>
                      <a:pt x="48825" y="26017"/>
                    </a:lnTo>
                    <a:lnTo>
                      <a:pt x="49248" y="25445"/>
                    </a:lnTo>
                    <a:lnTo>
                      <a:pt x="49621" y="24848"/>
                    </a:lnTo>
                    <a:lnTo>
                      <a:pt x="50044" y="24152"/>
                    </a:lnTo>
                    <a:lnTo>
                      <a:pt x="50417" y="23431"/>
                    </a:lnTo>
                    <a:lnTo>
                      <a:pt x="50715" y="22709"/>
                    </a:lnTo>
                    <a:lnTo>
                      <a:pt x="50989" y="21963"/>
                    </a:lnTo>
                    <a:lnTo>
                      <a:pt x="51188" y="21242"/>
                    </a:lnTo>
                    <a:lnTo>
                      <a:pt x="51337" y="20496"/>
                    </a:lnTo>
                    <a:lnTo>
                      <a:pt x="51461" y="19774"/>
                    </a:lnTo>
                    <a:lnTo>
                      <a:pt x="51511" y="19028"/>
                    </a:lnTo>
                    <a:lnTo>
                      <a:pt x="51511" y="18282"/>
                    </a:lnTo>
                    <a:lnTo>
                      <a:pt x="51461" y="17536"/>
                    </a:lnTo>
                    <a:lnTo>
                      <a:pt x="51362" y="16765"/>
                    </a:lnTo>
                    <a:lnTo>
                      <a:pt x="51213" y="16019"/>
                    </a:lnTo>
                    <a:lnTo>
                      <a:pt x="51014" y="15273"/>
                    </a:lnTo>
                    <a:lnTo>
                      <a:pt x="50765" y="14502"/>
                    </a:lnTo>
                    <a:lnTo>
                      <a:pt x="50442" y="13755"/>
                    </a:lnTo>
                    <a:lnTo>
                      <a:pt x="50093" y="12984"/>
                    </a:lnTo>
                    <a:lnTo>
                      <a:pt x="49795" y="12412"/>
                    </a:lnTo>
                    <a:lnTo>
                      <a:pt x="49496" y="11865"/>
                    </a:lnTo>
                    <a:lnTo>
                      <a:pt x="49173" y="11318"/>
                    </a:lnTo>
                    <a:lnTo>
                      <a:pt x="48850" y="10796"/>
                    </a:lnTo>
                    <a:lnTo>
                      <a:pt x="48502" y="10298"/>
                    </a:lnTo>
                    <a:lnTo>
                      <a:pt x="48153" y="9801"/>
                    </a:lnTo>
                    <a:lnTo>
                      <a:pt x="47780" y="9328"/>
                    </a:lnTo>
                    <a:lnTo>
                      <a:pt x="47407" y="8880"/>
                    </a:lnTo>
                    <a:lnTo>
                      <a:pt x="47034" y="8433"/>
                    </a:lnTo>
                    <a:lnTo>
                      <a:pt x="46661" y="8010"/>
                    </a:lnTo>
                    <a:lnTo>
                      <a:pt x="46263" y="7587"/>
                    </a:lnTo>
                    <a:lnTo>
                      <a:pt x="45865" y="7189"/>
                    </a:lnTo>
                    <a:lnTo>
                      <a:pt x="45044" y="6443"/>
                    </a:lnTo>
                    <a:lnTo>
                      <a:pt x="44174" y="5746"/>
                    </a:lnTo>
                    <a:lnTo>
                      <a:pt x="43328" y="5100"/>
                    </a:lnTo>
                    <a:lnTo>
                      <a:pt x="42433" y="4478"/>
                    </a:lnTo>
                    <a:lnTo>
                      <a:pt x="41537" y="3931"/>
                    </a:lnTo>
                    <a:lnTo>
                      <a:pt x="40642" y="3433"/>
                    </a:lnTo>
                    <a:lnTo>
                      <a:pt x="39722" y="2986"/>
                    </a:lnTo>
                    <a:lnTo>
                      <a:pt x="38826" y="2563"/>
                    </a:lnTo>
                    <a:lnTo>
                      <a:pt x="37906" y="2190"/>
                    </a:lnTo>
                    <a:lnTo>
                      <a:pt x="37011" y="1841"/>
                    </a:lnTo>
                    <a:lnTo>
                      <a:pt x="36115" y="1543"/>
                    </a:lnTo>
                    <a:lnTo>
                      <a:pt x="35220" y="1269"/>
                    </a:lnTo>
                    <a:lnTo>
                      <a:pt x="34374" y="1046"/>
                    </a:lnTo>
                    <a:lnTo>
                      <a:pt x="33528" y="847"/>
                    </a:lnTo>
                    <a:lnTo>
                      <a:pt x="32708" y="672"/>
                    </a:lnTo>
                    <a:lnTo>
                      <a:pt x="31912" y="523"/>
                    </a:lnTo>
                    <a:lnTo>
                      <a:pt x="31166" y="399"/>
                    </a:lnTo>
                    <a:lnTo>
                      <a:pt x="30444" y="274"/>
                    </a:lnTo>
                    <a:lnTo>
                      <a:pt x="29126" y="125"/>
                    </a:lnTo>
                    <a:lnTo>
                      <a:pt x="27982" y="51"/>
                    </a:lnTo>
                    <a:lnTo>
                      <a:pt x="270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2636107" y="2307826"/>
                <a:ext cx="421030" cy="461028"/>
              </a:xfrm>
              <a:custGeom>
                <a:avLst/>
                <a:gdLst/>
                <a:ahLst/>
                <a:cxnLst/>
                <a:rect l="l" t="t" r="r" b="b"/>
                <a:pathLst>
                  <a:path w="20421" h="22361" extrusionOk="0">
                    <a:moveTo>
                      <a:pt x="14874" y="0"/>
                    </a:moveTo>
                    <a:lnTo>
                      <a:pt x="14899" y="274"/>
                    </a:lnTo>
                    <a:lnTo>
                      <a:pt x="14899" y="572"/>
                    </a:lnTo>
                    <a:lnTo>
                      <a:pt x="14874" y="871"/>
                    </a:lnTo>
                    <a:lnTo>
                      <a:pt x="14799" y="1144"/>
                    </a:lnTo>
                    <a:lnTo>
                      <a:pt x="14725" y="1443"/>
                    </a:lnTo>
                    <a:lnTo>
                      <a:pt x="14625" y="1716"/>
                    </a:lnTo>
                    <a:lnTo>
                      <a:pt x="14526" y="1965"/>
                    </a:lnTo>
                    <a:lnTo>
                      <a:pt x="14377" y="2214"/>
                    </a:lnTo>
                    <a:lnTo>
                      <a:pt x="14153" y="2537"/>
                    </a:lnTo>
                    <a:lnTo>
                      <a:pt x="14775" y="2736"/>
                    </a:lnTo>
                    <a:lnTo>
                      <a:pt x="15347" y="2960"/>
                    </a:lnTo>
                    <a:lnTo>
                      <a:pt x="15919" y="3258"/>
                    </a:lnTo>
                    <a:lnTo>
                      <a:pt x="16441" y="3582"/>
                    </a:lnTo>
                    <a:lnTo>
                      <a:pt x="16938" y="3930"/>
                    </a:lnTo>
                    <a:lnTo>
                      <a:pt x="17411" y="4328"/>
                    </a:lnTo>
                    <a:lnTo>
                      <a:pt x="17834" y="4751"/>
                    </a:lnTo>
                    <a:lnTo>
                      <a:pt x="18207" y="5223"/>
                    </a:lnTo>
                    <a:lnTo>
                      <a:pt x="18257" y="5348"/>
                    </a:lnTo>
                    <a:lnTo>
                      <a:pt x="18257" y="5472"/>
                    </a:lnTo>
                    <a:lnTo>
                      <a:pt x="18232" y="5596"/>
                    </a:lnTo>
                    <a:lnTo>
                      <a:pt x="18132" y="5721"/>
                    </a:lnTo>
                    <a:lnTo>
                      <a:pt x="18033" y="5771"/>
                    </a:lnTo>
                    <a:lnTo>
                      <a:pt x="17834" y="5771"/>
                    </a:lnTo>
                    <a:lnTo>
                      <a:pt x="17759" y="5746"/>
                    </a:lnTo>
                    <a:lnTo>
                      <a:pt x="17685" y="5696"/>
                    </a:lnTo>
                    <a:lnTo>
                      <a:pt x="17635" y="5621"/>
                    </a:lnTo>
                    <a:lnTo>
                      <a:pt x="17262" y="5198"/>
                    </a:lnTo>
                    <a:lnTo>
                      <a:pt x="16864" y="4776"/>
                    </a:lnTo>
                    <a:lnTo>
                      <a:pt x="16416" y="4403"/>
                    </a:lnTo>
                    <a:lnTo>
                      <a:pt x="15919" y="4079"/>
                    </a:lnTo>
                    <a:lnTo>
                      <a:pt x="15396" y="3781"/>
                    </a:lnTo>
                    <a:lnTo>
                      <a:pt x="14849" y="3507"/>
                    </a:lnTo>
                    <a:lnTo>
                      <a:pt x="14252" y="3308"/>
                    </a:lnTo>
                    <a:lnTo>
                      <a:pt x="13655" y="3134"/>
                    </a:lnTo>
                    <a:lnTo>
                      <a:pt x="13158" y="3607"/>
                    </a:lnTo>
                    <a:lnTo>
                      <a:pt x="12660" y="4079"/>
                    </a:lnTo>
                    <a:lnTo>
                      <a:pt x="12461" y="4253"/>
                    </a:lnTo>
                    <a:lnTo>
                      <a:pt x="11989" y="4676"/>
                    </a:lnTo>
                    <a:lnTo>
                      <a:pt x="11566" y="5149"/>
                    </a:lnTo>
                    <a:lnTo>
                      <a:pt x="11367" y="5373"/>
                    </a:lnTo>
                    <a:lnTo>
                      <a:pt x="11168" y="5646"/>
                    </a:lnTo>
                    <a:lnTo>
                      <a:pt x="11019" y="5895"/>
                    </a:lnTo>
                    <a:lnTo>
                      <a:pt x="10895" y="6169"/>
                    </a:lnTo>
                    <a:lnTo>
                      <a:pt x="10820" y="6367"/>
                    </a:lnTo>
                    <a:lnTo>
                      <a:pt x="10770" y="6591"/>
                    </a:lnTo>
                    <a:lnTo>
                      <a:pt x="10696" y="7014"/>
                    </a:lnTo>
                    <a:lnTo>
                      <a:pt x="10646" y="7462"/>
                    </a:lnTo>
                    <a:lnTo>
                      <a:pt x="10621" y="7934"/>
                    </a:lnTo>
                    <a:lnTo>
                      <a:pt x="10621" y="8009"/>
                    </a:lnTo>
                    <a:lnTo>
                      <a:pt x="11143" y="8059"/>
                    </a:lnTo>
                    <a:lnTo>
                      <a:pt x="11666" y="8158"/>
                    </a:lnTo>
                    <a:lnTo>
                      <a:pt x="12188" y="8332"/>
                    </a:lnTo>
                    <a:lnTo>
                      <a:pt x="12660" y="8531"/>
                    </a:lnTo>
                    <a:lnTo>
                      <a:pt x="13108" y="8805"/>
                    </a:lnTo>
                    <a:lnTo>
                      <a:pt x="13506" y="9103"/>
                    </a:lnTo>
                    <a:lnTo>
                      <a:pt x="13705" y="9278"/>
                    </a:lnTo>
                    <a:lnTo>
                      <a:pt x="13879" y="9477"/>
                    </a:lnTo>
                    <a:lnTo>
                      <a:pt x="14053" y="9651"/>
                    </a:lnTo>
                    <a:lnTo>
                      <a:pt x="14203" y="9874"/>
                    </a:lnTo>
                    <a:lnTo>
                      <a:pt x="14277" y="9999"/>
                    </a:lnTo>
                    <a:lnTo>
                      <a:pt x="14277" y="10123"/>
                    </a:lnTo>
                    <a:lnTo>
                      <a:pt x="14227" y="10272"/>
                    </a:lnTo>
                    <a:lnTo>
                      <a:pt x="14128" y="10372"/>
                    </a:lnTo>
                    <a:lnTo>
                      <a:pt x="14028" y="10422"/>
                    </a:lnTo>
                    <a:lnTo>
                      <a:pt x="13854" y="10422"/>
                    </a:lnTo>
                    <a:lnTo>
                      <a:pt x="13755" y="10397"/>
                    </a:lnTo>
                    <a:lnTo>
                      <a:pt x="13705" y="10347"/>
                    </a:lnTo>
                    <a:lnTo>
                      <a:pt x="13630" y="10272"/>
                    </a:lnTo>
                    <a:lnTo>
                      <a:pt x="13357" y="9949"/>
                    </a:lnTo>
                    <a:lnTo>
                      <a:pt x="13034" y="9651"/>
                    </a:lnTo>
                    <a:lnTo>
                      <a:pt x="12685" y="9377"/>
                    </a:lnTo>
                    <a:lnTo>
                      <a:pt x="12312" y="9153"/>
                    </a:lnTo>
                    <a:lnTo>
                      <a:pt x="11914" y="8979"/>
                    </a:lnTo>
                    <a:lnTo>
                      <a:pt x="11467" y="8855"/>
                    </a:lnTo>
                    <a:lnTo>
                      <a:pt x="11044" y="8755"/>
                    </a:lnTo>
                    <a:lnTo>
                      <a:pt x="10571" y="8705"/>
                    </a:lnTo>
                    <a:lnTo>
                      <a:pt x="10546" y="9054"/>
                    </a:lnTo>
                    <a:lnTo>
                      <a:pt x="10472" y="9427"/>
                    </a:lnTo>
                    <a:lnTo>
                      <a:pt x="10397" y="9750"/>
                    </a:lnTo>
                    <a:lnTo>
                      <a:pt x="10273" y="10049"/>
                    </a:lnTo>
                    <a:lnTo>
                      <a:pt x="10123" y="10347"/>
                    </a:lnTo>
                    <a:lnTo>
                      <a:pt x="9949" y="10646"/>
                    </a:lnTo>
                    <a:lnTo>
                      <a:pt x="9750" y="10919"/>
                    </a:lnTo>
                    <a:lnTo>
                      <a:pt x="9527" y="11193"/>
                    </a:lnTo>
                    <a:lnTo>
                      <a:pt x="9278" y="11466"/>
                    </a:lnTo>
                    <a:lnTo>
                      <a:pt x="9029" y="11715"/>
                    </a:lnTo>
                    <a:lnTo>
                      <a:pt x="9228" y="12063"/>
                    </a:lnTo>
                    <a:lnTo>
                      <a:pt x="9452" y="12411"/>
                    </a:lnTo>
                    <a:lnTo>
                      <a:pt x="9726" y="12735"/>
                    </a:lnTo>
                    <a:lnTo>
                      <a:pt x="10024" y="13033"/>
                    </a:lnTo>
                    <a:lnTo>
                      <a:pt x="10347" y="13332"/>
                    </a:lnTo>
                    <a:lnTo>
                      <a:pt x="10696" y="13580"/>
                    </a:lnTo>
                    <a:lnTo>
                      <a:pt x="11069" y="13829"/>
                    </a:lnTo>
                    <a:lnTo>
                      <a:pt x="11467" y="14028"/>
                    </a:lnTo>
                    <a:lnTo>
                      <a:pt x="11591" y="14128"/>
                    </a:lnTo>
                    <a:lnTo>
                      <a:pt x="11666" y="14252"/>
                    </a:lnTo>
                    <a:lnTo>
                      <a:pt x="11666" y="14376"/>
                    </a:lnTo>
                    <a:lnTo>
                      <a:pt x="11641" y="14526"/>
                    </a:lnTo>
                    <a:lnTo>
                      <a:pt x="11591" y="14600"/>
                    </a:lnTo>
                    <a:lnTo>
                      <a:pt x="11516" y="14675"/>
                    </a:lnTo>
                    <a:lnTo>
                      <a:pt x="11417" y="14700"/>
                    </a:lnTo>
                    <a:lnTo>
                      <a:pt x="11317" y="14725"/>
                    </a:lnTo>
                    <a:lnTo>
                      <a:pt x="11243" y="14700"/>
                    </a:lnTo>
                    <a:lnTo>
                      <a:pt x="11168" y="14675"/>
                    </a:lnTo>
                    <a:lnTo>
                      <a:pt x="10745" y="14451"/>
                    </a:lnTo>
                    <a:lnTo>
                      <a:pt x="10322" y="14202"/>
                    </a:lnTo>
                    <a:lnTo>
                      <a:pt x="9949" y="13904"/>
                    </a:lnTo>
                    <a:lnTo>
                      <a:pt x="9576" y="13605"/>
                    </a:lnTo>
                    <a:lnTo>
                      <a:pt x="9253" y="13257"/>
                    </a:lnTo>
                    <a:lnTo>
                      <a:pt x="8954" y="12909"/>
                    </a:lnTo>
                    <a:lnTo>
                      <a:pt x="8681" y="12536"/>
                    </a:lnTo>
                    <a:lnTo>
                      <a:pt x="8457" y="12138"/>
                    </a:lnTo>
                    <a:lnTo>
                      <a:pt x="8159" y="12337"/>
                    </a:lnTo>
                    <a:lnTo>
                      <a:pt x="7835" y="12511"/>
                    </a:lnTo>
                    <a:lnTo>
                      <a:pt x="7537" y="12660"/>
                    </a:lnTo>
                    <a:lnTo>
                      <a:pt x="7213" y="12785"/>
                    </a:lnTo>
                    <a:lnTo>
                      <a:pt x="6865" y="12909"/>
                    </a:lnTo>
                    <a:lnTo>
                      <a:pt x="6517" y="13008"/>
                    </a:lnTo>
                    <a:lnTo>
                      <a:pt x="6169" y="13083"/>
                    </a:lnTo>
                    <a:lnTo>
                      <a:pt x="5821" y="13133"/>
                    </a:lnTo>
                    <a:lnTo>
                      <a:pt x="5721" y="13307"/>
                    </a:lnTo>
                    <a:lnTo>
                      <a:pt x="5597" y="13481"/>
                    </a:lnTo>
                    <a:lnTo>
                      <a:pt x="5447" y="13655"/>
                    </a:lnTo>
                    <a:lnTo>
                      <a:pt x="5298" y="13804"/>
                    </a:lnTo>
                    <a:lnTo>
                      <a:pt x="5124" y="13954"/>
                    </a:lnTo>
                    <a:lnTo>
                      <a:pt x="4950" y="14103"/>
                    </a:lnTo>
                    <a:lnTo>
                      <a:pt x="4751" y="14227"/>
                    </a:lnTo>
                    <a:lnTo>
                      <a:pt x="4527" y="14327"/>
                    </a:lnTo>
                    <a:lnTo>
                      <a:pt x="4104" y="14501"/>
                    </a:lnTo>
                    <a:lnTo>
                      <a:pt x="3632" y="14625"/>
                    </a:lnTo>
                    <a:lnTo>
                      <a:pt x="3134" y="14700"/>
                    </a:lnTo>
                    <a:lnTo>
                      <a:pt x="2612" y="14725"/>
                    </a:lnTo>
                    <a:lnTo>
                      <a:pt x="2139" y="14725"/>
                    </a:lnTo>
                    <a:lnTo>
                      <a:pt x="1791" y="14700"/>
                    </a:lnTo>
                    <a:lnTo>
                      <a:pt x="1443" y="14650"/>
                    </a:lnTo>
                    <a:lnTo>
                      <a:pt x="1145" y="14575"/>
                    </a:lnTo>
                    <a:lnTo>
                      <a:pt x="821" y="14501"/>
                    </a:lnTo>
                    <a:lnTo>
                      <a:pt x="548" y="14401"/>
                    </a:lnTo>
                    <a:lnTo>
                      <a:pt x="274" y="14277"/>
                    </a:lnTo>
                    <a:lnTo>
                      <a:pt x="0" y="14153"/>
                    </a:lnTo>
                    <a:lnTo>
                      <a:pt x="0" y="14501"/>
                    </a:lnTo>
                    <a:lnTo>
                      <a:pt x="0" y="14849"/>
                    </a:lnTo>
                    <a:lnTo>
                      <a:pt x="25" y="15222"/>
                    </a:lnTo>
                    <a:lnTo>
                      <a:pt x="75" y="15570"/>
                    </a:lnTo>
                    <a:lnTo>
                      <a:pt x="150" y="15918"/>
                    </a:lnTo>
                    <a:lnTo>
                      <a:pt x="175" y="15943"/>
                    </a:lnTo>
                    <a:lnTo>
                      <a:pt x="349" y="16192"/>
                    </a:lnTo>
                    <a:lnTo>
                      <a:pt x="523" y="16441"/>
                    </a:lnTo>
                    <a:lnTo>
                      <a:pt x="722" y="16640"/>
                    </a:lnTo>
                    <a:lnTo>
                      <a:pt x="946" y="16864"/>
                    </a:lnTo>
                    <a:lnTo>
                      <a:pt x="1169" y="17038"/>
                    </a:lnTo>
                    <a:lnTo>
                      <a:pt x="1393" y="17212"/>
                    </a:lnTo>
                    <a:lnTo>
                      <a:pt x="1642" y="17386"/>
                    </a:lnTo>
                    <a:lnTo>
                      <a:pt x="1891" y="17510"/>
                    </a:lnTo>
                    <a:lnTo>
                      <a:pt x="2139" y="17635"/>
                    </a:lnTo>
                    <a:lnTo>
                      <a:pt x="2388" y="17734"/>
                    </a:lnTo>
                    <a:lnTo>
                      <a:pt x="2662" y="17834"/>
                    </a:lnTo>
                    <a:lnTo>
                      <a:pt x="2910" y="17883"/>
                    </a:lnTo>
                    <a:lnTo>
                      <a:pt x="3184" y="17933"/>
                    </a:lnTo>
                    <a:lnTo>
                      <a:pt x="3458" y="17958"/>
                    </a:lnTo>
                    <a:lnTo>
                      <a:pt x="4129" y="17958"/>
                    </a:lnTo>
                    <a:lnTo>
                      <a:pt x="4229" y="18033"/>
                    </a:lnTo>
                    <a:lnTo>
                      <a:pt x="4328" y="18132"/>
                    </a:lnTo>
                    <a:lnTo>
                      <a:pt x="4378" y="18256"/>
                    </a:lnTo>
                    <a:lnTo>
                      <a:pt x="4353" y="18406"/>
                    </a:lnTo>
                    <a:lnTo>
                      <a:pt x="4303" y="18530"/>
                    </a:lnTo>
                    <a:lnTo>
                      <a:pt x="4204" y="18605"/>
                    </a:lnTo>
                    <a:lnTo>
                      <a:pt x="4055" y="18654"/>
                    </a:lnTo>
                    <a:lnTo>
                      <a:pt x="3607" y="18679"/>
                    </a:lnTo>
                    <a:lnTo>
                      <a:pt x="3209" y="18654"/>
                    </a:lnTo>
                    <a:lnTo>
                      <a:pt x="2836" y="18605"/>
                    </a:lnTo>
                    <a:lnTo>
                      <a:pt x="2463" y="18530"/>
                    </a:lnTo>
                    <a:lnTo>
                      <a:pt x="2115" y="18406"/>
                    </a:lnTo>
                    <a:lnTo>
                      <a:pt x="1741" y="18256"/>
                    </a:lnTo>
                    <a:lnTo>
                      <a:pt x="1393" y="18082"/>
                    </a:lnTo>
                    <a:lnTo>
                      <a:pt x="1070" y="17859"/>
                    </a:lnTo>
                    <a:lnTo>
                      <a:pt x="747" y="17610"/>
                    </a:lnTo>
                    <a:lnTo>
                      <a:pt x="995" y="18107"/>
                    </a:lnTo>
                    <a:lnTo>
                      <a:pt x="1294" y="18555"/>
                    </a:lnTo>
                    <a:lnTo>
                      <a:pt x="1617" y="19003"/>
                    </a:lnTo>
                    <a:lnTo>
                      <a:pt x="1965" y="19425"/>
                    </a:lnTo>
                    <a:lnTo>
                      <a:pt x="2363" y="19823"/>
                    </a:lnTo>
                    <a:lnTo>
                      <a:pt x="2786" y="20197"/>
                    </a:lnTo>
                    <a:lnTo>
                      <a:pt x="3234" y="20570"/>
                    </a:lnTo>
                    <a:lnTo>
                      <a:pt x="3706" y="20893"/>
                    </a:lnTo>
                    <a:lnTo>
                      <a:pt x="4179" y="21191"/>
                    </a:lnTo>
                    <a:lnTo>
                      <a:pt x="4701" y="21465"/>
                    </a:lnTo>
                    <a:lnTo>
                      <a:pt x="5248" y="21689"/>
                    </a:lnTo>
                    <a:lnTo>
                      <a:pt x="5796" y="21888"/>
                    </a:lnTo>
                    <a:lnTo>
                      <a:pt x="6368" y="22062"/>
                    </a:lnTo>
                    <a:lnTo>
                      <a:pt x="6940" y="22211"/>
                    </a:lnTo>
                    <a:lnTo>
                      <a:pt x="7562" y="22286"/>
                    </a:lnTo>
                    <a:lnTo>
                      <a:pt x="8159" y="22360"/>
                    </a:lnTo>
                    <a:lnTo>
                      <a:pt x="8208" y="22360"/>
                    </a:lnTo>
                    <a:lnTo>
                      <a:pt x="8034" y="22211"/>
                    </a:lnTo>
                    <a:lnTo>
                      <a:pt x="7885" y="22087"/>
                    </a:lnTo>
                    <a:lnTo>
                      <a:pt x="7711" y="21838"/>
                    </a:lnTo>
                    <a:lnTo>
                      <a:pt x="7562" y="21589"/>
                    </a:lnTo>
                    <a:lnTo>
                      <a:pt x="7462" y="21341"/>
                    </a:lnTo>
                    <a:lnTo>
                      <a:pt x="7388" y="21067"/>
                    </a:lnTo>
                    <a:lnTo>
                      <a:pt x="7338" y="20793"/>
                    </a:lnTo>
                    <a:lnTo>
                      <a:pt x="7338" y="20520"/>
                    </a:lnTo>
                    <a:lnTo>
                      <a:pt x="7363" y="20246"/>
                    </a:lnTo>
                    <a:lnTo>
                      <a:pt x="7437" y="19973"/>
                    </a:lnTo>
                    <a:lnTo>
                      <a:pt x="7512" y="19848"/>
                    </a:lnTo>
                    <a:lnTo>
                      <a:pt x="7611" y="19749"/>
                    </a:lnTo>
                    <a:lnTo>
                      <a:pt x="7736" y="19724"/>
                    </a:lnTo>
                    <a:lnTo>
                      <a:pt x="7810" y="19724"/>
                    </a:lnTo>
                    <a:lnTo>
                      <a:pt x="7885" y="19749"/>
                    </a:lnTo>
                    <a:lnTo>
                      <a:pt x="8009" y="19799"/>
                    </a:lnTo>
                    <a:lnTo>
                      <a:pt x="8084" y="19923"/>
                    </a:lnTo>
                    <a:lnTo>
                      <a:pt x="8134" y="20047"/>
                    </a:lnTo>
                    <a:lnTo>
                      <a:pt x="8109" y="20172"/>
                    </a:lnTo>
                    <a:lnTo>
                      <a:pt x="8059" y="20371"/>
                    </a:lnTo>
                    <a:lnTo>
                      <a:pt x="8059" y="20545"/>
                    </a:lnTo>
                    <a:lnTo>
                      <a:pt x="8059" y="20744"/>
                    </a:lnTo>
                    <a:lnTo>
                      <a:pt x="8084" y="20918"/>
                    </a:lnTo>
                    <a:lnTo>
                      <a:pt x="8134" y="21117"/>
                    </a:lnTo>
                    <a:lnTo>
                      <a:pt x="8208" y="21291"/>
                    </a:lnTo>
                    <a:lnTo>
                      <a:pt x="8308" y="21440"/>
                    </a:lnTo>
                    <a:lnTo>
                      <a:pt x="8432" y="21614"/>
                    </a:lnTo>
                    <a:lnTo>
                      <a:pt x="8606" y="21788"/>
                    </a:lnTo>
                    <a:lnTo>
                      <a:pt x="8780" y="21913"/>
                    </a:lnTo>
                    <a:lnTo>
                      <a:pt x="8954" y="22012"/>
                    </a:lnTo>
                    <a:lnTo>
                      <a:pt x="9153" y="22112"/>
                    </a:lnTo>
                    <a:lnTo>
                      <a:pt x="9352" y="22161"/>
                    </a:lnTo>
                    <a:lnTo>
                      <a:pt x="9551" y="22211"/>
                    </a:lnTo>
                    <a:lnTo>
                      <a:pt x="9900" y="22261"/>
                    </a:lnTo>
                    <a:lnTo>
                      <a:pt x="10621" y="22137"/>
                    </a:lnTo>
                    <a:lnTo>
                      <a:pt x="11292" y="21962"/>
                    </a:lnTo>
                    <a:lnTo>
                      <a:pt x="11989" y="21739"/>
                    </a:lnTo>
                    <a:lnTo>
                      <a:pt x="12636" y="21490"/>
                    </a:lnTo>
                    <a:lnTo>
                      <a:pt x="13282" y="21191"/>
                    </a:lnTo>
                    <a:lnTo>
                      <a:pt x="13879" y="20843"/>
                    </a:lnTo>
                    <a:lnTo>
                      <a:pt x="14476" y="20445"/>
                    </a:lnTo>
                    <a:lnTo>
                      <a:pt x="15023" y="20022"/>
                    </a:lnTo>
                    <a:lnTo>
                      <a:pt x="14650" y="19948"/>
                    </a:lnTo>
                    <a:lnTo>
                      <a:pt x="14277" y="19873"/>
                    </a:lnTo>
                    <a:lnTo>
                      <a:pt x="13904" y="19749"/>
                    </a:lnTo>
                    <a:lnTo>
                      <a:pt x="13556" y="19624"/>
                    </a:lnTo>
                    <a:lnTo>
                      <a:pt x="13232" y="19450"/>
                    </a:lnTo>
                    <a:lnTo>
                      <a:pt x="12909" y="19251"/>
                    </a:lnTo>
                    <a:lnTo>
                      <a:pt x="12611" y="19052"/>
                    </a:lnTo>
                    <a:lnTo>
                      <a:pt x="12337" y="18804"/>
                    </a:lnTo>
                    <a:lnTo>
                      <a:pt x="12262" y="18704"/>
                    </a:lnTo>
                    <a:lnTo>
                      <a:pt x="12238" y="18555"/>
                    </a:lnTo>
                    <a:lnTo>
                      <a:pt x="12262" y="18431"/>
                    </a:lnTo>
                    <a:lnTo>
                      <a:pt x="12337" y="18306"/>
                    </a:lnTo>
                    <a:lnTo>
                      <a:pt x="12437" y="18232"/>
                    </a:lnTo>
                    <a:lnTo>
                      <a:pt x="12586" y="18207"/>
                    </a:lnTo>
                    <a:lnTo>
                      <a:pt x="12710" y="18232"/>
                    </a:lnTo>
                    <a:lnTo>
                      <a:pt x="12835" y="18281"/>
                    </a:lnTo>
                    <a:lnTo>
                      <a:pt x="13133" y="18555"/>
                    </a:lnTo>
                    <a:lnTo>
                      <a:pt x="13481" y="18779"/>
                    </a:lnTo>
                    <a:lnTo>
                      <a:pt x="13854" y="18953"/>
                    </a:lnTo>
                    <a:lnTo>
                      <a:pt x="14252" y="19127"/>
                    </a:lnTo>
                    <a:lnTo>
                      <a:pt x="14650" y="19227"/>
                    </a:lnTo>
                    <a:lnTo>
                      <a:pt x="15073" y="19326"/>
                    </a:lnTo>
                    <a:lnTo>
                      <a:pt x="15521" y="19351"/>
                    </a:lnTo>
                    <a:lnTo>
                      <a:pt x="16068" y="19351"/>
                    </a:lnTo>
                    <a:lnTo>
                      <a:pt x="16416" y="19227"/>
                    </a:lnTo>
                    <a:lnTo>
                      <a:pt x="16789" y="19077"/>
                    </a:lnTo>
                    <a:lnTo>
                      <a:pt x="17137" y="18903"/>
                    </a:lnTo>
                    <a:lnTo>
                      <a:pt x="17461" y="18704"/>
                    </a:lnTo>
                    <a:lnTo>
                      <a:pt x="17784" y="18505"/>
                    </a:lnTo>
                    <a:lnTo>
                      <a:pt x="18083" y="18306"/>
                    </a:lnTo>
                    <a:lnTo>
                      <a:pt x="18381" y="18058"/>
                    </a:lnTo>
                    <a:lnTo>
                      <a:pt x="18655" y="17834"/>
                    </a:lnTo>
                    <a:lnTo>
                      <a:pt x="18903" y="17560"/>
                    </a:lnTo>
                    <a:lnTo>
                      <a:pt x="19152" y="17311"/>
                    </a:lnTo>
                    <a:lnTo>
                      <a:pt x="19351" y="17038"/>
                    </a:lnTo>
                    <a:lnTo>
                      <a:pt x="19575" y="16739"/>
                    </a:lnTo>
                    <a:lnTo>
                      <a:pt x="19749" y="16441"/>
                    </a:lnTo>
                    <a:lnTo>
                      <a:pt x="19923" y="16142"/>
                    </a:lnTo>
                    <a:lnTo>
                      <a:pt x="20048" y="15819"/>
                    </a:lnTo>
                    <a:lnTo>
                      <a:pt x="20172" y="15496"/>
                    </a:lnTo>
                    <a:lnTo>
                      <a:pt x="20246" y="15247"/>
                    </a:lnTo>
                    <a:lnTo>
                      <a:pt x="20321" y="14998"/>
                    </a:lnTo>
                    <a:lnTo>
                      <a:pt x="20396" y="14476"/>
                    </a:lnTo>
                    <a:lnTo>
                      <a:pt x="20147" y="14700"/>
                    </a:lnTo>
                    <a:lnTo>
                      <a:pt x="19849" y="14899"/>
                    </a:lnTo>
                    <a:lnTo>
                      <a:pt x="19525" y="15098"/>
                    </a:lnTo>
                    <a:lnTo>
                      <a:pt x="19202" y="15247"/>
                    </a:lnTo>
                    <a:lnTo>
                      <a:pt x="18754" y="15421"/>
                    </a:lnTo>
                    <a:lnTo>
                      <a:pt x="18306" y="15521"/>
                    </a:lnTo>
                    <a:lnTo>
                      <a:pt x="17859" y="15595"/>
                    </a:lnTo>
                    <a:lnTo>
                      <a:pt x="17386" y="15620"/>
                    </a:lnTo>
                    <a:lnTo>
                      <a:pt x="17113" y="15620"/>
                    </a:lnTo>
                    <a:lnTo>
                      <a:pt x="16814" y="15570"/>
                    </a:lnTo>
                    <a:lnTo>
                      <a:pt x="16516" y="15545"/>
                    </a:lnTo>
                    <a:lnTo>
                      <a:pt x="16242" y="15471"/>
                    </a:lnTo>
                    <a:lnTo>
                      <a:pt x="16118" y="15396"/>
                    </a:lnTo>
                    <a:lnTo>
                      <a:pt x="16018" y="15297"/>
                    </a:lnTo>
                    <a:lnTo>
                      <a:pt x="15968" y="15172"/>
                    </a:lnTo>
                    <a:lnTo>
                      <a:pt x="15993" y="15023"/>
                    </a:lnTo>
                    <a:lnTo>
                      <a:pt x="16043" y="14899"/>
                    </a:lnTo>
                    <a:lnTo>
                      <a:pt x="16143" y="14824"/>
                    </a:lnTo>
                    <a:lnTo>
                      <a:pt x="16267" y="14774"/>
                    </a:lnTo>
                    <a:lnTo>
                      <a:pt x="16416" y="14774"/>
                    </a:lnTo>
                    <a:lnTo>
                      <a:pt x="16739" y="14849"/>
                    </a:lnTo>
                    <a:lnTo>
                      <a:pt x="17038" y="14899"/>
                    </a:lnTo>
                    <a:lnTo>
                      <a:pt x="17685" y="14899"/>
                    </a:lnTo>
                    <a:lnTo>
                      <a:pt x="18008" y="14849"/>
                    </a:lnTo>
                    <a:lnTo>
                      <a:pt x="18306" y="14799"/>
                    </a:lnTo>
                    <a:lnTo>
                      <a:pt x="18605" y="14700"/>
                    </a:lnTo>
                    <a:lnTo>
                      <a:pt x="18903" y="14600"/>
                    </a:lnTo>
                    <a:lnTo>
                      <a:pt x="19177" y="14476"/>
                    </a:lnTo>
                    <a:lnTo>
                      <a:pt x="19426" y="14327"/>
                    </a:lnTo>
                    <a:lnTo>
                      <a:pt x="19650" y="14177"/>
                    </a:lnTo>
                    <a:lnTo>
                      <a:pt x="19849" y="14003"/>
                    </a:lnTo>
                    <a:lnTo>
                      <a:pt x="20023" y="13829"/>
                    </a:lnTo>
                    <a:lnTo>
                      <a:pt x="20172" y="13630"/>
                    </a:lnTo>
                    <a:lnTo>
                      <a:pt x="20321" y="13431"/>
                    </a:lnTo>
                    <a:lnTo>
                      <a:pt x="20421" y="13232"/>
                    </a:lnTo>
                    <a:lnTo>
                      <a:pt x="20371" y="12834"/>
                    </a:lnTo>
                    <a:lnTo>
                      <a:pt x="20271" y="12461"/>
                    </a:lnTo>
                    <a:lnTo>
                      <a:pt x="20172" y="12088"/>
                    </a:lnTo>
                    <a:lnTo>
                      <a:pt x="20023" y="11740"/>
                    </a:lnTo>
                    <a:lnTo>
                      <a:pt x="19873" y="11392"/>
                    </a:lnTo>
                    <a:lnTo>
                      <a:pt x="19674" y="11068"/>
                    </a:lnTo>
                    <a:lnTo>
                      <a:pt x="19475" y="10745"/>
                    </a:lnTo>
                    <a:lnTo>
                      <a:pt x="19227" y="10422"/>
                    </a:lnTo>
                    <a:lnTo>
                      <a:pt x="18729" y="11019"/>
                    </a:lnTo>
                    <a:lnTo>
                      <a:pt x="18456" y="11292"/>
                    </a:lnTo>
                    <a:lnTo>
                      <a:pt x="18157" y="11591"/>
                    </a:lnTo>
                    <a:lnTo>
                      <a:pt x="17834" y="11839"/>
                    </a:lnTo>
                    <a:lnTo>
                      <a:pt x="17511" y="12088"/>
                    </a:lnTo>
                    <a:lnTo>
                      <a:pt x="17162" y="12312"/>
                    </a:lnTo>
                    <a:lnTo>
                      <a:pt x="16764" y="12511"/>
                    </a:lnTo>
                    <a:lnTo>
                      <a:pt x="16317" y="12685"/>
                    </a:lnTo>
                    <a:lnTo>
                      <a:pt x="15819" y="12834"/>
                    </a:lnTo>
                    <a:lnTo>
                      <a:pt x="15297" y="12934"/>
                    </a:lnTo>
                    <a:lnTo>
                      <a:pt x="15048" y="12959"/>
                    </a:lnTo>
                    <a:lnTo>
                      <a:pt x="14675" y="12959"/>
                    </a:lnTo>
                    <a:lnTo>
                      <a:pt x="14650" y="13332"/>
                    </a:lnTo>
                    <a:lnTo>
                      <a:pt x="14600" y="13705"/>
                    </a:lnTo>
                    <a:lnTo>
                      <a:pt x="14501" y="14078"/>
                    </a:lnTo>
                    <a:lnTo>
                      <a:pt x="14377" y="14451"/>
                    </a:lnTo>
                    <a:lnTo>
                      <a:pt x="14203" y="14799"/>
                    </a:lnTo>
                    <a:lnTo>
                      <a:pt x="14004" y="15147"/>
                    </a:lnTo>
                    <a:lnTo>
                      <a:pt x="13780" y="15471"/>
                    </a:lnTo>
                    <a:lnTo>
                      <a:pt x="13531" y="15794"/>
                    </a:lnTo>
                    <a:lnTo>
                      <a:pt x="13730" y="15943"/>
                    </a:lnTo>
                    <a:lnTo>
                      <a:pt x="13979" y="16117"/>
                    </a:lnTo>
                    <a:lnTo>
                      <a:pt x="14227" y="16267"/>
                    </a:lnTo>
                    <a:lnTo>
                      <a:pt x="14501" y="16391"/>
                    </a:lnTo>
                    <a:lnTo>
                      <a:pt x="14775" y="16491"/>
                    </a:lnTo>
                    <a:lnTo>
                      <a:pt x="15048" y="16590"/>
                    </a:lnTo>
                    <a:lnTo>
                      <a:pt x="15347" y="16665"/>
                    </a:lnTo>
                    <a:lnTo>
                      <a:pt x="15645" y="16714"/>
                    </a:lnTo>
                    <a:lnTo>
                      <a:pt x="15769" y="16764"/>
                    </a:lnTo>
                    <a:lnTo>
                      <a:pt x="15869" y="16839"/>
                    </a:lnTo>
                    <a:lnTo>
                      <a:pt x="15919" y="16963"/>
                    </a:lnTo>
                    <a:lnTo>
                      <a:pt x="15944" y="17112"/>
                    </a:lnTo>
                    <a:lnTo>
                      <a:pt x="15894" y="17237"/>
                    </a:lnTo>
                    <a:lnTo>
                      <a:pt x="15819" y="17336"/>
                    </a:lnTo>
                    <a:lnTo>
                      <a:pt x="15720" y="17386"/>
                    </a:lnTo>
                    <a:lnTo>
                      <a:pt x="15595" y="17411"/>
                    </a:lnTo>
                    <a:lnTo>
                      <a:pt x="15546" y="17411"/>
                    </a:lnTo>
                    <a:lnTo>
                      <a:pt x="15173" y="17361"/>
                    </a:lnTo>
                    <a:lnTo>
                      <a:pt x="14824" y="17262"/>
                    </a:lnTo>
                    <a:lnTo>
                      <a:pt x="14476" y="17162"/>
                    </a:lnTo>
                    <a:lnTo>
                      <a:pt x="14153" y="17013"/>
                    </a:lnTo>
                    <a:lnTo>
                      <a:pt x="13854" y="16864"/>
                    </a:lnTo>
                    <a:lnTo>
                      <a:pt x="13556" y="16690"/>
                    </a:lnTo>
                    <a:lnTo>
                      <a:pt x="13257" y="16491"/>
                    </a:lnTo>
                    <a:lnTo>
                      <a:pt x="13009" y="16267"/>
                    </a:lnTo>
                    <a:lnTo>
                      <a:pt x="12611" y="16565"/>
                    </a:lnTo>
                    <a:lnTo>
                      <a:pt x="12213" y="16814"/>
                    </a:lnTo>
                    <a:lnTo>
                      <a:pt x="11790" y="17013"/>
                    </a:lnTo>
                    <a:lnTo>
                      <a:pt x="11342" y="17212"/>
                    </a:lnTo>
                    <a:lnTo>
                      <a:pt x="10870" y="17336"/>
                    </a:lnTo>
                    <a:lnTo>
                      <a:pt x="10397" y="17436"/>
                    </a:lnTo>
                    <a:lnTo>
                      <a:pt x="10273" y="17660"/>
                    </a:lnTo>
                    <a:lnTo>
                      <a:pt x="10173" y="17883"/>
                    </a:lnTo>
                    <a:lnTo>
                      <a:pt x="10123" y="18132"/>
                    </a:lnTo>
                    <a:lnTo>
                      <a:pt x="10099" y="18381"/>
                    </a:lnTo>
                    <a:lnTo>
                      <a:pt x="10123" y="18630"/>
                    </a:lnTo>
                    <a:lnTo>
                      <a:pt x="10198" y="18853"/>
                    </a:lnTo>
                    <a:lnTo>
                      <a:pt x="10298" y="19077"/>
                    </a:lnTo>
                    <a:lnTo>
                      <a:pt x="10447" y="19301"/>
                    </a:lnTo>
                    <a:lnTo>
                      <a:pt x="10521" y="19425"/>
                    </a:lnTo>
                    <a:lnTo>
                      <a:pt x="10521" y="19550"/>
                    </a:lnTo>
                    <a:lnTo>
                      <a:pt x="10497" y="19699"/>
                    </a:lnTo>
                    <a:lnTo>
                      <a:pt x="10397" y="19799"/>
                    </a:lnTo>
                    <a:lnTo>
                      <a:pt x="10298" y="19873"/>
                    </a:lnTo>
                    <a:lnTo>
                      <a:pt x="10099" y="19873"/>
                    </a:lnTo>
                    <a:lnTo>
                      <a:pt x="10024" y="19848"/>
                    </a:lnTo>
                    <a:lnTo>
                      <a:pt x="9974" y="19823"/>
                    </a:lnTo>
                    <a:lnTo>
                      <a:pt x="9900" y="19749"/>
                    </a:lnTo>
                    <a:lnTo>
                      <a:pt x="9726" y="19525"/>
                    </a:lnTo>
                    <a:lnTo>
                      <a:pt x="9601" y="19251"/>
                    </a:lnTo>
                    <a:lnTo>
                      <a:pt x="9477" y="18978"/>
                    </a:lnTo>
                    <a:lnTo>
                      <a:pt x="9427" y="18704"/>
                    </a:lnTo>
                    <a:lnTo>
                      <a:pt x="9402" y="18431"/>
                    </a:lnTo>
                    <a:lnTo>
                      <a:pt x="9402" y="18132"/>
                    </a:lnTo>
                    <a:lnTo>
                      <a:pt x="9452" y="17859"/>
                    </a:lnTo>
                    <a:lnTo>
                      <a:pt x="9527" y="17585"/>
                    </a:lnTo>
                    <a:lnTo>
                      <a:pt x="9527" y="17585"/>
                    </a:lnTo>
                    <a:lnTo>
                      <a:pt x="9352" y="17610"/>
                    </a:lnTo>
                    <a:lnTo>
                      <a:pt x="8581" y="17734"/>
                    </a:lnTo>
                    <a:lnTo>
                      <a:pt x="8208" y="17784"/>
                    </a:lnTo>
                    <a:lnTo>
                      <a:pt x="7835" y="17883"/>
                    </a:lnTo>
                    <a:lnTo>
                      <a:pt x="7487" y="17983"/>
                    </a:lnTo>
                    <a:lnTo>
                      <a:pt x="7114" y="18132"/>
                    </a:lnTo>
                    <a:lnTo>
                      <a:pt x="6766" y="18306"/>
                    </a:lnTo>
                    <a:lnTo>
                      <a:pt x="6467" y="18530"/>
                    </a:lnTo>
                    <a:lnTo>
                      <a:pt x="6194" y="18754"/>
                    </a:lnTo>
                    <a:lnTo>
                      <a:pt x="6094" y="18878"/>
                    </a:lnTo>
                    <a:lnTo>
                      <a:pt x="5995" y="19028"/>
                    </a:lnTo>
                    <a:lnTo>
                      <a:pt x="5920" y="19152"/>
                    </a:lnTo>
                    <a:lnTo>
                      <a:pt x="5845" y="19301"/>
                    </a:lnTo>
                    <a:lnTo>
                      <a:pt x="5821" y="19450"/>
                    </a:lnTo>
                    <a:lnTo>
                      <a:pt x="5796" y="19600"/>
                    </a:lnTo>
                    <a:lnTo>
                      <a:pt x="5771" y="19724"/>
                    </a:lnTo>
                    <a:lnTo>
                      <a:pt x="5696" y="19848"/>
                    </a:lnTo>
                    <a:lnTo>
                      <a:pt x="5572" y="19923"/>
                    </a:lnTo>
                    <a:lnTo>
                      <a:pt x="5447" y="19948"/>
                    </a:lnTo>
                    <a:lnTo>
                      <a:pt x="5423" y="19948"/>
                    </a:lnTo>
                    <a:lnTo>
                      <a:pt x="5298" y="19898"/>
                    </a:lnTo>
                    <a:lnTo>
                      <a:pt x="5174" y="19823"/>
                    </a:lnTo>
                    <a:lnTo>
                      <a:pt x="5099" y="19724"/>
                    </a:lnTo>
                    <a:lnTo>
                      <a:pt x="5099" y="19575"/>
                    </a:lnTo>
                    <a:lnTo>
                      <a:pt x="5099" y="19376"/>
                    </a:lnTo>
                    <a:lnTo>
                      <a:pt x="5149" y="19177"/>
                    </a:lnTo>
                    <a:lnTo>
                      <a:pt x="5199" y="19003"/>
                    </a:lnTo>
                    <a:lnTo>
                      <a:pt x="5273" y="18829"/>
                    </a:lnTo>
                    <a:lnTo>
                      <a:pt x="5373" y="18654"/>
                    </a:lnTo>
                    <a:lnTo>
                      <a:pt x="5497" y="18505"/>
                    </a:lnTo>
                    <a:lnTo>
                      <a:pt x="5622" y="18356"/>
                    </a:lnTo>
                    <a:lnTo>
                      <a:pt x="5746" y="18207"/>
                    </a:lnTo>
                    <a:lnTo>
                      <a:pt x="6044" y="17933"/>
                    </a:lnTo>
                    <a:lnTo>
                      <a:pt x="6393" y="17709"/>
                    </a:lnTo>
                    <a:lnTo>
                      <a:pt x="6766" y="17510"/>
                    </a:lnTo>
                    <a:lnTo>
                      <a:pt x="7139" y="17361"/>
                    </a:lnTo>
                    <a:lnTo>
                      <a:pt x="6865" y="17237"/>
                    </a:lnTo>
                    <a:lnTo>
                      <a:pt x="6517" y="17087"/>
                    </a:lnTo>
                    <a:lnTo>
                      <a:pt x="6268" y="16938"/>
                    </a:lnTo>
                    <a:lnTo>
                      <a:pt x="6020" y="16789"/>
                    </a:lnTo>
                    <a:lnTo>
                      <a:pt x="5796" y="16590"/>
                    </a:lnTo>
                    <a:lnTo>
                      <a:pt x="5572" y="16391"/>
                    </a:lnTo>
                    <a:lnTo>
                      <a:pt x="5373" y="16167"/>
                    </a:lnTo>
                    <a:lnTo>
                      <a:pt x="5199" y="15943"/>
                    </a:lnTo>
                    <a:lnTo>
                      <a:pt x="5050" y="15695"/>
                    </a:lnTo>
                    <a:lnTo>
                      <a:pt x="4950" y="15471"/>
                    </a:lnTo>
                    <a:lnTo>
                      <a:pt x="4925" y="15322"/>
                    </a:lnTo>
                    <a:lnTo>
                      <a:pt x="4950" y="15197"/>
                    </a:lnTo>
                    <a:lnTo>
                      <a:pt x="5025" y="15073"/>
                    </a:lnTo>
                    <a:lnTo>
                      <a:pt x="5149" y="14998"/>
                    </a:lnTo>
                    <a:lnTo>
                      <a:pt x="5298" y="14973"/>
                    </a:lnTo>
                    <a:lnTo>
                      <a:pt x="5423" y="14998"/>
                    </a:lnTo>
                    <a:lnTo>
                      <a:pt x="5547" y="15098"/>
                    </a:lnTo>
                    <a:lnTo>
                      <a:pt x="5622" y="15197"/>
                    </a:lnTo>
                    <a:lnTo>
                      <a:pt x="5696" y="15396"/>
                    </a:lnTo>
                    <a:lnTo>
                      <a:pt x="5796" y="15570"/>
                    </a:lnTo>
                    <a:lnTo>
                      <a:pt x="5945" y="15744"/>
                    </a:lnTo>
                    <a:lnTo>
                      <a:pt x="6094" y="15894"/>
                    </a:lnTo>
                    <a:lnTo>
                      <a:pt x="6268" y="16068"/>
                    </a:lnTo>
                    <a:lnTo>
                      <a:pt x="6442" y="16217"/>
                    </a:lnTo>
                    <a:lnTo>
                      <a:pt x="6641" y="16341"/>
                    </a:lnTo>
                    <a:lnTo>
                      <a:pt x="6840" y="16441"/>
                    </a:lnTo>
                    <a:lnTo>
                      <a:pt x="7213" y="16615"/>
                    </a:lnTo>
                    <a:lnTo>
                      <a:pt x="7537" y="16739"/>
                    </a:lnTo>
                    <a:lnTo>
                      <a:pt x="7910" y="16839"/>
                    </a:lnTo>
                    <a:lnTo>
                      <a:pt x="8457" y="16963"/>
                    </a:lnTo>
                    <a:lnTo>
                      <a:pt x="8557" y="17013"/>
                    </a:lnTo>
                    <a:lnTo>
                      <a:pt x="9253" y="16889"/>
                    </a:lnTo>
                    <a:lnTo>
                      <a:pt x="10198" y="16739"/>
                    </a:lnTo>
                    <a:lnTo>
                      <a:pt x="10671" y="16665"/>
                    </a:lnTo>
                    <a:lnTo>
                      <a:pt x="11118" y="16515"/>
                    </a:lnTo>
                    <a:lnTo>
                      <a:pt x="11417" y="16416"/>
                    </a:lnTo>
                    <a:lnTo>
                      <a:pt x="11715" y="16267"/>
                    </a:lnTo>
                    <a:lnTo>
                      <a:pt x="12014" y="16117"/>
                    </a:lnTo>
                    <a:lnTo>
                      <a:pt x="12287" y="15943"/>
                    </a:lnTo>
                    <a:lnTo>
                      <a:pt x="12536" y="15744"/>
                    </a:lnTo>
                    <a:lnTo>
                      <a:pt x="12785" y="15521"/>
                    </a:lnTo>
                    <a:lnTo>
                      <a:pt x="12984" y="15297"/>
                    </a:lnTo>
                    <a:lnTo>
                      <a:pt x="13183" y="15073"/>
                    </a:lnTo>
                    <a:lnTo>
                      <a:pt x="13382" y="14824"/>
                    </a:lnTo>
                    <a:lnTo>
                      <a:pt x="13531" y="14551"/>
                    </a:lnTo>
                    <a:lnTo>
                      <a:pt x="13655" y="14277"/>
                    </a:lnTo>
                    <a:lnTo>
                      <a:pt x="13780" y="14003"/>
                    </a:lnTo>
                    <a:lnTo>
                      <a:pt x="13854" y="13730"/>
                    </a:lnTo>
                    <a:lnTo>
                      <a:pt x="13929" y="13431"/>
                    </a:lnTo>
                    <a:lnTo>
                      <a:pt x="13954" y="13158"/>
                    </a:lnTo>
                    <a:lnTo>
                      <a:pt x="13954" y="12859"/>
                    </a:lnTo>
                    <a:lnTo>
                      <a:pt x="13630" y="12785"/>
                    </a:lnTo>
                    <a:lnTo>
                      <a:pt x="13282" y="12660"/>
                    </a:lnTo>
                    <a:lnTo>
                      <a:pt x="12984" y="12511"/>
                    </a:lnTo>
                    <a:lnTo>
                      <a:pt x="12685" y="12312"/>
                    </a:lnTo>
                    <a:lnTo>
                      <a:pt x="12586" y="12213"/>
                    </a:lnTo>
                    <a:lnTo>
                      <a:pt x="12536" y="12088"/>
                    </a:lnTo>
                    <a:lnTo>
                      <a:pt x="12561" y="11939"/>
                    </a:lnTo>
                    <a:lnTo>
                      <a:pt x="12611" y="11815"/>
                    </a:lnTo>
                    <a:lnTo>
                      <a:pt x="12735" y="11715"/>
                    </a:lnTo>
                    <a:lnTo>
                      <a:pt x="12859" y="11690"/>
                    </a:lnTo>
                    <a:lnTo>
                      <a:pt x="12984" y="11690"/>
                    </a:lnTo>
                    <a:lnTo>
                      <a:pt x="13108" y="11740"/>
                    </a:lnTo>
                    <a:lnTo>
                      <a:pt x="13282" y="11864"/>
                    </a:lnTo>
                    <a:lnTo>
                      <a:pt x="13481" y="11964"/>
                    </a:lnTo>
                    <a:lnTo>
                      <a:pt x="13680" y="12063"/>
                    </a:lnTo>
                    <a:lnTo>
                      <a:pt x="13879" y="12113"/>
                    </a:lnTo>
                    <a:lnTo>
                      <a:pt x="14103" y="12188"/>
                    </a:lnTo>
                    <a:lnTo>
                      <a:pt x="14327" y="12213"/>
                    </a:lnTo>
                    <a:lnTo>
                      <a:pt x="14775" y="12237"/>
                    </a:lnTo>
                    <a:lnTo>
                      <a:pt x="15222" y="12213"/>
                    </a:lnTo>
                    <a:lnTo>
                      <a:pt x="15670" y="12138"/>
                    </a:lnTo>
                    <a:lnTo>
                      <a:pt x="16093" y="12014"/>
                    </a:lnTo>
                    <a:lnTo>
                      <a:pt x="16466" y="11864"/>
                    </a:lnTo>
                    <a:lnTo>
                      <a:pt x="16814" y="11690"/>
                    </a:lnTo>
                    <a:lnTo>
                      <a:pt x="17113" y="11491"/>
                    </a:lnTo>
                    <a:lnTo>
                      <a:pt x="17411" y="11267"/>
                    </a:lnTo>
                    <a:lnTo>
                      <a:pt x="17685" y="11043"/>
                    </a:lnTo>
                    <a:lnTo>
                      <a:pt x="17958" y="10795"/>
                    </a:lnTo>
                    <a:lnTo>
                      <a:pt x="18207" y="10521"/>
                    </a:lnTo>
                    <a:lnTo>
                      <a:pt x="18655" y="9999"/>
                    </a:lnTo>
                    <a:lnTo>
                      <a:pt x="18306" y="9601"/>
                    </a:lnTo>
                    <a:lnTo>
                      <a:pt x="17933" y="9228"/>
                    </a:lnTo>
                    <a:lnTo>
                      <a:pt x="17511" y="8904"/>
                    </a:lnTo>
                    <a:lnTo>
                      <a:pt x="17063" y="8606"/>
                    </a:lnTo>
                    <a:lnTo>
                      <a:pt x="16590" y="8357"/>
                    </a:lnTo>
                    <a:lnTo>
                      <a:pt x="16068" y="8133"/>
                    </a:lnTo>
                    <a:lnTo>
                      <a:pt x="15546" y="7934"/>
                    </a:lnTo>
                    <a:lnTo>
                      <a:pt x="14998" y="7810"/>
                    </a:lnTo>
                    <a:lnTo>
                      <a:pt x="14874" y="7760"/>
                    </a:lnTo>
                    <a:lnTo>
                      <a:pt x="14775" y="7661"/>
                    </a:lnTo>
                    <a:lnTo>
                      <a:pt x="14725" y="7536"/>
                    </a:lnTo>
                    <a:lnTo>
                      <a:pt x="14725" y="7387"/>
                    </a:lnTo>
                    <a:lnTo>
                      <a:pt x="14775" y="7263"/>
                    </a:lnTo>
                    <a:lnTo>
                      <a:pt x="14874" y="7163"/>
                    </a:lnTo>
                    <a:lnTo>
                      <a:pt x="14998" y="7114"/>
                    </a:lnTo>
                    <a:lnTo>
                      <a:pt x="15148" y="7114"/>
                    </a:lnTo>
                    <a:lnTo>
                      <a:pt x="15720" y="7263"/>
                    </a:lnTo>
                    <a:lnTo>
                      <a:pt x="16267" y="7437"/>
                    </a:lnTo>
                    <a:lnTo>
                      <a:pt x="16814" y="7661"/>
                    </a:lnTo>
                    <a:lnTo>
                      <a:pt x="17336" y="7934"/>
                    </a:lnTo>
                    <a:lnTo>
                      <a:pt x="17809" y="8258"/>
                    </a:lnTo>
                    <a:lnTo>
                      <a:pt x="18257" y="8581"/>
                    </a:lnTo>
                    <a:lnTo>
                      <a:pt x="18680" y="8954"/>
                    </a:lnTo>
                    <a:lnTo>
                      <a:pt x="19053" y="9377"/>
                    </a:lnTo>
                    <a:lnTo>
                      <a:pt x="19202" y="9029"/>
                    </a:lnTo>
                    <a:lnTo>
                      <a:pt x="19351" y="8705"/>
                    </a:lnTo>
                    <a:lnTo>
                      <a:pt x="19451" y="8357"/>
                    </a:lnTo>
                    <a:lnTo>
                      <a:pt x="19550" y="8009"/>
                    </a:lnTo>
                    <a:lnTo>
                      <a:pt x="19625" y="7661"/>
                    </a:lnTo>
                    <a:lnTo>
                      <a:pt x="19674" y="7313"/>
                    </a:lnTo>
                    <a:lnTo>
                      <a:pt x="19724" y="6964"/>
                    </a:lnTo>
                    <a:lnTo>
                      <a:pt x="19724" y="6616"/>
                    </a:lnTo>
                    <a:lnTo>
                      <a:pt x="19724" y="6268"/>
                    </a:lnTo>
                    <a:lnTo>
                      <a:pt x="19699" y="5920"/>
                    </a:lnTo>
                    <a:lnTo>
                      <a:pt x="19674" y="5547"/>
                    </a:lnTo>
                    <a:lnTo>
                      <a:pt x="19600" y="5198"/>
                    </a:lnTo>
                    <a:lnTo>
                      <a:pt x="19525" y="4850"/>
                    </a:lnTo>
                    <a:lnTo>
                      <a:pt x="19426" y="4527"/>
                    </a:lnTo>
                    <a:lnTo>
                      <a:pt x="19301" y="4179"/>
                    </a:lnTo>
                    <a:lnTo>
                      <a:pt x="19152" y="3855"/>
                    </a:lnTo>
                    <a:lnTo>
                      <a:pt x="18978" y="3532"/>
                    </a:lnTo>
                    <a:lnTo>
                      <a:pt x="18804" y="3234"/>
                    </a:lnTo>
                    <a:lnTo>
                      <a:pt x="18630" y="2935"/>
                    </a:lnTo>
                    <a:lnTo>
                      <a:pt x="18406" y="2661"/>
                    </a:lnTo>
                    <a:lnTo>
                      <a:pt x="18182" y="2363"/>
                    </a:lnTo>
                    <a:lnTo>
                      <a:pt x="17958" y="2089"/>
                    </a:lnTo>
                    <a:lnTo>
                      <a:pt x="17685" y="1841"/>
                    </a:lnTo>
                    <a:lnTo>
                      <a:pt x="17436" y="1592"/>
                    </a:lnTo>
                    <a:lnTo>
                      <a:pt x="17137" y="1343"/>
                    </a:lnTo>
                    <a:lnTo>
                      <a:pt x="16864" y="1119"/>
                    </a:lnTo>
                    <a:lnTo>
                      <a:pt x="16541" y="896"/>
                    </a:lnTo>
                    <a:lnTo>
                      <a:pt x="16242" y="697"/>
                    </a:lnTo>
                    <a:lnTo>
                      <a:pt x="15894" y="498"/>
                    </a:lnTo>
                    <a:lnTo>
                      <a:pt x="15570" y="323"/>
                    </a:lnTo>
                    <a:lnTo>
                      <a:pt x="15222" y="149"/>
                    </a:lnTo>
                    <a:lnTo>
                      <a:pt x="148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2636107" y="2212429"/>
                <a:ext cx="292830" cy="384640"/>
              </a:xfrm>
              <a:custGeom>
                <a:avLst/>
                <a:gdLst/>
                <a:ahLst/>
                <a:cxnLst/>
                <a:rect l="l" t="t" r="r" b="b"/>
                <a:pathLst>
                  <a:path w="14203" h="18656" extrusionOk="0">
                    <a:moveTo>
                      <a:pt x="4826" y="1"/>
                    </a:moveTo>
                    <a:lnTo>
                      <a:pt x="4453" y="26"/>
                    </a:lnTo>
                    <a:lnTo>
                      <a:pt x="4104" y="76"/>
                    </a:lnTo>
                    <a:lnTo>
                      <a:pt x="3756" y="125"/>
                    </a:lnTo>
                    <a:lnTo>
                      <a:pt x="3433" y="200"/>
                    </a:lnTo>
                    <a:lnTo>
                      <a:pt x="3109" y="299"/>
                    </a:lnTo>
                    <a:lnTo>
                      <a:pt x="2786" y="399"/>
                    </a:lnTo>
                    <a:lnTo>
                      <a:pt x="2488" y="523"/>
                    </a:lnTo>
                    <a:lnTo>
                      <a:pt x="2115" y="722"/>
                    </a:lnTo>
                    <a:lnTo>
                      <a:pt x="1791" y="971"/>
                    </a:lnTo>
                    <a:lnTo>
                      <a:pt x="1518" y="1220"/>
                    </a:lnTo>
                    <a:lnTo>
                      <a:pt x="1294" y="1493"/>
                    </a:lnTo>
                    <a:lnTo>
                      <a:pt x="1095" y="1792"/>
                    </a:lnTo>
                    <a:lnTo>
                      <a:pt x="946" y="2115"/>
                    </a:lnTo>
                    <a:lnTo>
                      <a:pt x="821" y="2438"/>
                    </a:lnTo>
                    <a:lnTo>
                      <a:pt x="722" y="2762"/>
                    </a:lnTo>
                    <a:lnTo>
                      <a:pt x="1169" y="2538"/>
                    </a:lnTo>
                    <a:lnTo>
                      <a:pt x="1642" y="2339"/>
                    </a:lnTo>
                    <a:lnTo>
                      <a:pt x="2139" y="2190"/>
                    </a:lnTo>
                    <a:lnTo>
                      <a:pt x="2637" y="2040"/>
                    </a:lnTo>
                    <a:lnTo>
                      <a:pt x="3159" y="1916"/>
                    </a:lnTo>
                    <a:lnTo>
                      <a:pt x="3657" y="1841"/>
                    </a:lnTo>
                    <a:lnTo>
                      <a:pt x="4179" y="1767"/>
                    </a:lnTo>
                    <a:lnTo>
                      <a:pt x="4726" y="1742"/>
                    </a:lnTo>
                    <a:lnTo>
                      <a:pt x="5248" y="1717"/>
                    </a:lnTo>
                    <a:lnTo>
                      <a:pt x="5796" y="1742"/>
                    </a:lnTo>
                    <a:lnTo>
                      <a:pt x="6318" y="1792"/>
                    </a:lnTo>
                    <a:lnTo>
                      <a:pt x="6840" y="1866"/>
                    </a:lnTo>
                    <a:lnTo>
                      <a:pt x="7388" y="1966"/>
                    </a:lnTo>
                    <a:lnTo>
                      <a:pt x="7910" y="2090"/>
                    </a:lnTo>
                    <a:lnTo>
                      <a:pt x="8432" y="2264"/>
                    </a:lnTo>
                    <a:lnTo>
                      <a:pt x="8954" y="2438"/>
                    </a:lnTo>
                    <a:lnTo>
                      <a:pt x="9079" y="2513"/>
                    </a:lnTo>
                    <a:lnTo>
                      <a:pt x="9153" y="2637"/>
                    </a:lnTo>
                    <a:lnTo>
                      <a:pt x="9178" y="2762"/>
                    </a:lnTo>
                    <a:lnTo>
                      <a:pt x="9153" y="2911"/>
                    </a:lnTo>
                    <a:lnTo>
                      <a:pt x="9079" y="3010"/>
                    </a:lnTo>
                    <a:lnTo>
                      <a:pt x="8954" y="3110"/>
                    </a:lnTo>
                    <a:lnTo>
                      <a:pt x="8830" y="3135"/>
                    </a:lnTo>
                    <a:lnTo>
                      <a:pt x="8681" y="3110"/>
                    </a:lnTo>
                    <a:lnTo>
                      <a:pt x="8159" y="2911"/>
                    </a:lnTo>
                    <a:lnTo>
                      <a:pt x="7636" y="2762"/>
                    </a:lnTo>
                    <a:lnTo>
                      <a:pt x="7089" y="2637"/>
                    </a:lnTo>
                    <a:lnTo>
                      <a:pt x="6542" y="2538"/>
                    </a:lnTo>
                    <a:lnTo>
                      <a:pt x="6020" y="2463"/>
                    </a:lnTo>
                    <a:lnTo>
                      <a:pt x="5472" y="2438"/>
                    </a:lnTo>
                    <a:lnTo>
                      <a:pt x="4925" y="2438"/>
                    </a:lnTo>
                    <a:lnTo>
                      <a:pt x="4403" y="2463"/>
                    </a:lnTo>
                    <a:lnTo>
                      <a:pt x="3856" y="2513"/>
                    </a:lnTo>
                    <a:lnTo>
                      <a:pt x="3333" y="2612"/>
                    </a:lnTo>
                    <a:lnTo>
                      <a:pt x="2811" y="2712"/>
                    </a:lnTo>
                    <a:lnTo>
                      <a:pt x="2314" y="2861"/>
                    </a:lnTo>
                    <a:lnTo>
                      <a:pt x="1816" y="3035"/>
                    </a:lnTo>
                    <a:lnTo>
                      <a:pt x="1344" y="3234"/>
                    </a:lnTo>
                    <a:lnTo>
                      <a:pt x="871" y="3483"/>
                    </a:lnTo>
                    <a:lnTo>
                      <a:pt x="423" y="3732"/>
                    </a:lnTo>
                    <a:lnTo>
                      <a:pt x="274" y="4378"/>
                    </a:lnTo>
                    <a:lnTo>
                      <a:pt x="125" y="5000"/>
                    </a:lnTo>
                    <a:lnTo>
                      <a:pt x="50" y="5622"/>
                    </a:lnTo>
                    <a:lnTo>
                      <a:pt x="0" y="5945"/>
                    </a:lnTo>
                    <a:lnTo>
                      <a:pt x="0" y="6244"/>
                    </a:lnTo>
                    <a:lnTo>
                      <a:pt x="0" y="7637"/>
                    </a:lnTo>
                    <a:lnTo>
                      <a:pt x="771" y="7438"/>
                    </a:lnTo>
                    <a:lnTo>
                      <a:pt x="1543" y="7313"/>
                    </a:lnTo>
                    <a:lnTo>
                      <a:pt x="2338" y="7214"/>
                    </a:lnTo>
                    <a:lnTo>
                      <a:pt x="3109" y="7189"/>
                    </a:lnTo>
                    <a:lnTo>
                      <a:pt x="3905" y="7214"/>
                    </a:lnTo>
                    <a:lnTo>
                      <a:pt x="4701" y="7264"/>
                    </a:lnTo>
                    <a:lnTo>
                      <a:pt x="5522" y="7388"/>
                    </a:lnTo>
                    <a:lnTo>
                      <a:pt x="6318" y="7562"/>
                    </a:lnTo>
                    <a:lnTo>
                      <a:pt x="6467" y="7637"/>
                    </a:lnTo>
                    <a:lnTo>
                      <a:pt x="6542" y="7736"/>
                    </a:lnTo>
                    <a:lnTo>
                      <a:pt x="6592" y="7861"/>
                    </a:lnTo>
                    <a:lnTo>
                      <a:pt x="6592" y="8010"/>
                    </a:lnTo>
                    <a:lnTo>
                      <a:pt x="6517" y="8134"/>
                    </a:lnTo>
                    <a:lnTo>
                      <a:pt x="6417" y="8234"/>
                    </a:lnTo>
                    <a:lnTo>
                      <a:pt x="6293" y="8259"/>
                    </a:lnTo>
                    <a:lnTo>
                      <a:pt x="6219" y="8283"/>
                    </a:lnTo>
                    <a:lnTo>
                      <a:pt x="6169" y="8259"/>
                    </a:lnTo>
                    <a:lnTo>
                      <a:pt x="5373" y="8084"/>
                    </a:lnTo>
                    <a:lnTo>
                      <a:pt x="4577" y="7985"/>
                    </a:lnTo>
                    <a:lnTo>
                      <a:pt x="3806" y="7910"/>
                    </a:lnTo>
                    <a:lnTo>
                      <a:pt x="3035" y="7885"/>
                    </a:lnTo>
                    <a:lnTo>
                      <a:pt x="2264" y="7935"/>
                    </a:lnTo>
                    <a:lnTo>
                      <a:pt x="1518" y="8035"/>
                    </a:lnTo>
                    <a:lnTo>
                      <a:pt x="747" y="8184"/>
                    </a:lnTo>
                    <a:lnTo>
                      <a:pt x="0" y="8383"/>
                    </a:lnTo>
                    <a:lnTo>
                      <a:pt x="0" y="13905"/>
                    </a:lnTo>
                    <a:lnTo>
                      <a:pt x="299" y="13730"/>
                    </a:lnTo>
                    <a:lnTo>
                      <a:pt x="597" y="13581"/>
                    </a:lnTo>
                    <a:lnTo>
                      <a:pt x="896" y="13432"/>
                    </a:lnTo>
                    <a:lnTo>
                      <a:pt x="1244" y="13332"/>
                    </a:lnTo>
                    <a:lnTo>
                      <a:pt x="1592" y="13233"/>
                    </a:lnTo>
                    <a:lnTo>
                      <a:pt x="1940" y="13134"/>
                    </a:lnTo>
                    <a:lnTo>
                      <a:pt x="2687" y="12984"/>
                    </a:lnTo>
                    <a:lnTo>
                      <a:pt x="3184" y="12910"/>
                    </a:lnTo>
                    <a:lnTo>
                      <a:pt x="3682" y="12860"/>
                    </a:lnTo>
                    <a:lnTo>
                      <a:pt x="4179" y="12885"/>
                    </a:lnTo>
                    <a:lnTo>
                      <a:pt x="4676" y="12910"/>
                    </a:lnTo>
                    <a:lnTo>
                      <a:pt x="5174" y="12984"/>
                    </a:lnTo>
                    <a:lnTo>
                      <a:pt x="5671" y="13109"/>
                    </a:lnTo>
                    <a:lnTo>
                      <a:pt x="6119" y="13258"/>
                    </a:lnTo>
                    <a:lnTo>
                      <a:pt x="6592" y="13432"/>
                    </a:lnTo>
                    <a:lnTo>
                      <a:pt x="6691" y="13531"/>
                    </a:lnTo>
                    <a:lnTo>
                      <a:pt x="6766" y="13631"/>
                    </a:lnTo>
                    <a:lnTo>
                      <a:pt x="6791" y="13780"/>
                    </a:lnTo>
                    <a:lnTo>
                      <a:pt x="6766" y="13905"/>
                    </a:lnTo>
                    <a:lnTo>
                      <a:pt x="6666" y="14029"/>
                    </a:lnTo>
                    <a:lnTo>
                      <a:pt x="6567" y="14104"/>
                    </a:lnTo>
                    <a:lnTo>
                      <a:pt x="6417" y="14128"/>
                    </a:lnTo>
                    <a:lnTo>
                      <a:pt x="6293" y="14079"/>
                    </a:lnTo>
                    <a:lnTo>
                      <a:pt x="5895" y="13929"/>
                    </a:lnTo>
                    <a:lnTo>
                      <a:pt x="5472" y="13780"/>
                    </a:lnTo>
                    <a:lnTo>
                      <a:pt x="5025" y="13681"/>
                    </a:lnTo>
                    <a:lnTo>
                      <a:pt x="4602" y="13631"/>
                    </a:lnTo>
                    <a:lnTo>
                      <a:pt x="4154" y="13581"/>
                    </a:lnTo>
                    <a:lnTo>
                      <a:pt x="3706" y="13581"/>
                    </a:lnTo>
                    <a:lnTo>
                      <a:pt x="3259" y="13606"/>
                    </a:lnTo>
                    <a:lnTo>
                      <a:pt x="2836" y="13681"/>
                    </a:lnTo>
                    <a:lnTo>
                      <a:pt x="1965" y="13855"/>
                    </a:lnTo>
                    <a:lnTo>
                      <a:pt x="1567" y="13979"/>
                    </a:lnTo>
                    <a:lnTo>
                      <a:pt x="1219" y="14079"/>
                    </a:lnTo>
                    <a:lnTo>
                      <a:pt x="871" y="14228"/>
                    </a:lnTo>
                    <a:lnTo>
                      <a:pt x="548" y="14402"/>
                    </a:lnTo>
                    <a:lnTo>
                      <a:pt x="274" y="14601"/>
                    </a:lnTo>
                    <a:lnTo>
                      <a:pt x="0" y="14850"/>
                    </a:lnTo>
                    <a:lnTo>
                      <a:pt x="0" y="17959"/>
                    </a:lnTo>
                    <a:lnTo>
                      <a:pt x="274" y="18108"/>
                    </a:lnTo>
                    <a:lnTo>
                      <a:pt x="548" y="18257"/>
                    </a:lnTo>
                    <a:lnTo>
                      <a:pt x="821" y="18382"/>
                    </a:lnTo>
                    <a:lnTo>
                      <a:pt x="1120" y="18481"/>
                    </a:lnTo>
                    <a:lnTo>
                      <a:pt x="1418" y="18556"/>
                    </a:lnTo>
                    <a:lnTo>
                      <a:pt x="1766" y="18605"/>
                    </a:lnTo>
                    <a:lnTo>
                      <a:pt x="2139" y="18630"/>
                    </a:lnTo>
                    <a:lnTo>
                      <a:pt x="2537" y="18655"/>
                    </a:lnTo>
                    <a:lnTo>
                      <a:pt x="3010" y="18630"/>
                    </a:lnTo>
                    <a:lnTo>
                      <a:pt x="3458" y="18556"/>
                    </a:lnTo>
                    <a:lnTo>
                      <a:pt x="3856" y="18456"/>
                    </a:lnTo>
                    <a:lnTo>
                      <a:pt x="4229" y="18307"/>
                    </a:lnTo>
                    <a:lnTo>
                      <a:pt x="4477" y="18183"/>
                    </a:lnTo>
                    <a:lnTo>
                      <a:pt x="4701" y="18009"/>
                    </a:lnTo>
                    <a:lnTo>
                      <a:pt x="4900" y="17834"/>
                    </a:lnTo>
                    <a:lnTo>
                      <a:pt x="5050" y="17635"/>
                    </a:lnTo>
                    <a:lnTo>
                      <a:pt x="4776" y="17511"/>
                    </a:lnTo>
                    <a:lnTo>
                      <a:pt x="4502" y="17362"/>
                    </a:lnTo>
                    <a:lnTo>
                      <a:pt x="4229" y="17213"/>
                    </a:lnTo>
                    <a:lnTo>
                      <a:pt x="4005" y="17038"/>
                    </a:lnTo>
                    <a:lnTo>
                      <a:pt x="3781" y="16840"/>
                    </a:lnTo>
                    <a:lnTo>
                      <a:pt x="3557" y="16616"/>
                    </a:lnTo>
                    <a:lnTo>
                      <a:pt x="3383" y="16417"/>
                    </a:lnTo>
                    <a:lnTo>
                      <a:pt x="3209" y="16168"/>
                    </a:lnTo>
                    <a:lnTo>
                      <a:pt x="3159" y="16044"/>
                    </a:lnTo>
                    <a:lnTo>
                      <a:pt x="3184" y="15894"/>
                    </a:lnTo>
                    <a:lnTo>
                      <a:pt x="3234" y="15770"/>
                    </a:lnTo>
                    <a:lnTo>
                      <a:pt x="3333" y="15670"/>
                    </a:lnTo>
                    <a:lnTo>
                      <a:pt x="3458" y="15621"/>
                    </a:lnTo>
                    <a:lnTo>
                      <a:pt x="3607" y="15646"/>
                    </a:lnTo>
                    <a:lnTo>
                      <a:pt x="3731" y="15695"/>
                    </a:lnTo>
                    <a:lnTo>
                      <a:pt x="3831" y="15795"/>
                    </a:lnTo>
                    <a:lnTo>
                      <a:pt x="3980" y="15994"/>
                    </a:lnTo>
                    <a:lnTo>
                      <a:pt x="4129" y="16193"/>
                    </a:lnTo>
                    <a:lnTo>
                      <a:pt x="4328" y="16392"/>
                    </a:lnTo>
                    <a:lnTo>
                      <a:pt x="4527" y="16541"/>
                    </a:lnTo>
                    <a:lnTo>
                      <a:pt x="4751" y="16715"/>
                    </a:lnTo>
                    <a:lnTo>
                      <a:pt x="5000" y="16840"/>
                    </a:lnTo>
                    <a:lnTo>
                      <a:pt x="5248" y="16964"/>
                    </a:lnTo>
                    <a:lnTo>
                      <a:pt x="5522" y="17063"/>
                    </a:lnTo>
                    <a:lnTo>
                      <a:pt x="5547" y="17063"/>
                    </a:lnTo>
                    <a:lnTo>
                      <a:pt x="5920" y="17014"/>
                    </a:lnTo>
                    <a:lnTo>
                      <a:pt x="6268" y="16964"/>
                    </a:lnTo>
                    <a:lnTo>
                      <a:pt x="6641" y="16864"/>
                    </a:lnTo>
                    <a:lnTo>
                      <a:pt x="6990" y="16740"/>
                    </a:lnTo>
                    <a:lnTo>
                      <a:pt x="7338" y="16591"/>
                    </a:lnTo>
                    <a:lnTo>
                      <a:pt x="7661" y="16417"/>
                    </a:lnTo>
                    <a:lnTo>
                      <a:pt x="7960" y="16243"/>
                    </a:lnTo>
                    <a:lnTo>
                      <a:pt x="8258" y="16044"/>
                    </a:lnTo>
                    <a:lnTo>
                      <a:pt x="8532" y="15820"/>
                    </a:lnTo>
                    <a:lnTo>
                      <a:pt x="8805" y="15571"/>
                    </a:lnTo>
                    <a:lnTo>
                      <a:pt x="9029" y="15322"/>
                    </a:lnTo>
                    <a:lnTo>
                      <a:pt x="9228" y="15049"/>
                    </a:lnTo>
                    <a:lnTo>
                      <a:pt x="9427" y="14775"/>
                    </a:lnTo>
                    <a:lnTo>
                      <a:pt x="9576" y="14477"/>
                    </a:lnTo>
                    <a:lnTo>
                      <a:pt x="9701" y="14178"/>
                    </a:lnTo>
                    <a:lnTo>
                      <a:pt x="9775" y="13880"/>
                    </a:lnTo>
                    <a:lnTo>
                      <a:pt x="9850" y="13556"/>
                    </a:lnTo>
                    <a:lnTo>
                      <a:pt x="9875" y="13233"/>
                    </a:lnTo>
                    <a:lnTo>
                      <a:pt x="9924" y="12537"/>
                    </a:lnTo>
                    <a:lnTo>
                      <a:pt x="9949" y="12014"/>
                    </a:lnTo>
                    <a:lnTo>
                      <a:pt x="9900" y="11989"/>
                    </a:lnTo>
                    <a:lnTo>
                      <a:pt x="9576" y="11790"/>
                    </a:lnTo>
                    <a:lnTo>
                      <a:pt x="9253" y="11591"/>
                    </a:lnTo>
                    <a:lnTo>
                      <a:pt x="8905" y="11417"/>
                    </a:lnTo>
                    <a:lnTo>
                      <a:pt x="8557" y="11243"/>
                    </a:lnTo>
                    <a:lnTo>
                      <a:pt x="7835" y="10945"/>
                    </a:lnTo>
                    <a:lnTo>
                      <a:pt x="7089" y="10696"/>
                    </a:lnTo>
                    <a:lnTo>
                      <a:pt x="6318" y="10522"/>
                    </a:lnTo>
                    <a:lnTo>
                      <a:pt x="5920" y="10447"/>
                    </a:lnTo>
                    <a:lnTo>
                      <a:pt x="5522" y="10373"/>
                    </a:lnTo>
                    <a:lnTo>
                      <a:pt x="5124" y="10323"/>
                    </a:lnTo>
                    <a:lnTo>
                      <a:pt x="4726" y="10298"/>
                    </a:lnTo>
                    <a:lnTo>
                      <a:pt x="3930" y="10298"/>
                    </a:lnTo>
                    <a:lnTo>
                      <a:pt x="3781" y="10248"/>
                    </a:lnTo>
                    <a:lnTo>
                      <a:pt x="3682" y="10174"/>
                    </a:lnTo>
                    <a:lnTo>
                      <a:pt x="3607" y="10074"/>
                    </a:lnTo>
                    <a:lnTo>
                      <a:pt x="3557" y="9950"/>
                    </a:lnTo>
                    <a:lnTo>
                      <a:pt x="3582" y="9801"/>
                    </a:lnTo>
                    <a:lnTo>
                      <a:pt x="3657" y="9676"/>
                    </a:lnTo>
                    <a:lnTo>
                      <a:pt x="3781" y="9602"/>
                    </a:lnTo>
                    <a:lnTo>
                      <a:pt x="3930" y="9577"/>
                    </a:lnTo>
                    <a:lnTo>
                      <a:pt x="4751" y="9577"/>
                    </a:lnTo>
                    <a:lnTo>
                      <a:pt x="5547" y="9651"/>
                    </a:lnTo>
                    <a:lnTo>
                      <a:pt x="6343" y="9801"/>
                    </a:lnTo>
                    <a:lnTo>
                      <a:pt x="7139" y="9975"/>
                    </a:lnTo>
                    <a:lnTo>
                      <a:pt x="7910" y="10223"/>
                    </a:lnTo>
                    <a:lnTo>
                      <a:pt x="8631" y="10497"/>
                    </a:lnTo>
                    <a:lnTo>
                      <a:pt x="9352" y="10845"/>
                    </a:lnTo>
                    <a:lnTo>
                      <a:pt x="10024" y="11243"/>
                    </a:lnTo>
                    <a:lnTo>
                      <a:pt x="10099" y="10895"/>
                    </a:lnTo>
                    <a:lnTo>
                      <a:pt x="10223" y="10547"/>
                    </a:lnTo>
                    <a:lnTo>
                      <a:pt x="10372" y="10223"/>
                    </a:lnTo>
                    <a:lnTo>
                      <a:pt x="10546" y="9900"/>
                    </a:lnTo>
                    <a:lnTo>
                      <a:pt x="10770" y="9602"/>
                    </a:lnTo>
                    <a:lnTo>
                      <a:pt x="10994" y="9328"/>
                    </a:lnTo>
                    <a:lnTo>
                      <a:pt x="11218" y="9079"/>
                    </a:lnTo>
                    <a:lnTo>
                      <a:pt x="11491" y="8806"/>
                    </a:lnTo>
                    <a:lnTo>
                      <a:pt x="11989" y="8333"/>
                    </a:lnTo>
                    <a:lnTo>
                      <a:pt x="12188" y="8159"/>
                    </a:lnTo>
                    <a:lnTo>
                      <a:pt x="12238" y="8109"/>
                    </a:lnTo>
                    <a:lnTo>
                      <a:pt x="11715" y="7637"/>
                    </a:lnTo>
                    <a:lnTo>
                      <a:pt x="11442" y="7388"/>
                    </a:lnTo>
                    <a:lnTo>
                      <a:pt x="11143" y="7164"/>
                    </a:lnTo>
                    <a:lnTo>
                      <a:pt x="10845" y="6940"/>
                    </a:lnTo>
                    <a:lnTo>
                      <a:pt x="10497" y="6741"/>
                    </a:lnTo>
                    <a:lnTo>
                      <a:pt x="10148" y="6542"/>
                    </a:lnTo>
                    <a:lnTo>
                      <a:pt x="9750" y="6368"/>
                    </a:lnTo>
                    <a:lnTo>
                      <a:pt x="9352" y="6194"/>
                    </a:lnTo>
                    <a:lnTo>
                      <a:pt x="8905" y="6045"/>
                    </a:lnTo>
                    <a:lnTo>
                      <a:pt x="8432" y="5896"/>
                    </a:lnTo>
                    <a:lnTo>
                      <a:pt x="7935" y="5796"/>
                    </a:lnTo>
                    <a:lnTo>
                      <a:pt x="7388" y="5697"/>
                    </a:lnTo>
                    <a:lnTo>
                      <a:pt x="6815" y="5647"/>
                    </a:lnTo>
                    <a:lnTo>
                      <a:pt x="6194" y="5597"/>
                    </a:lnTo>
                    <a:lnTo>
                      <a:pt x="5522" y="5597"/>
                    </a:lnTo>
                    <a:lnTo>
                      <a:pt x="5373" y="5547"/>
                    </a:lnTo>
                    <a:lnTo>
                      <a:pt x="5273" y="5473"/>
                    </a:lnTo>
                    <a:lnTo>
                      <a:pt x="5199" y="5373"/>
                    </a:lnTo>
                    <a:lnTo>
                      <a:pt x="5174" y="5224"/>
                    </a:lnTo>
                    <a:lnTo>
                      <a:pt x="5199" y="5100"/>
                    </a:lnTo>
                    <a:lnTo>
                      <a:pt x="5273" y="4975"/>
                    </a:lnTo>
                    <a:lnTo>
                      <a:pt x="5373" y="4901"/>
                    </a:lnTo>
                    <a:lnTo>
                      <a:pt x="5522" y="4876"/>
                    </a:lnTo>
                    <a:lnTo>
                      <a:pt x="6243" y="4901"/>
                    </a:lnTo>
                    <a:lnTo>
                      <a:pt x="6915" y="4926"/>
                    </a:lnTo>
                    <a:lnTo>
                      <a:pt x="7537" y="5000"/>
                    </a:lnTo>
                    <a:lnTo>
                      <a:pt x="8109" y="5100"/>
                    </a:lnTo>
                    <a:lnTo>
                      <a:pt x="8656" y="5224"/>
                    </a:lnTo>
                    <a:lnTo>
                      <a:pt x="9153" y="5373"/>
                    </a:lnTo>
                    <a:lnTo>
                      <a:pt x="9626" y="5523"/>
                    </a:lnTo>
                    <a:lnTo>
                      <a:pt x="10074" y="5722"/>
                    </a:lnTo>
                    <a:lnTo>
                      <a:pt x="10497" y="5921"/>
                    </a:lnTo>
                    <a:lnTo>
                      <a:pt x="10870" y="6119"/>
                    </a:lnTo>
                    <a:lnTo>
                      <a:pt x="11243" y="6368"/>
                    </a:lnTo>
                    <a:lnTo>
                      <a:pt x="11591" y="6592"/>
                    </a:lnTo>
                    <a:lnTo>
                      <a:pt x="11914" y="6841"/>
                    </a:lnTo>
                    <a:lnTo>
                      <a:pt x="12213" y="7114"/>
                    </a:lnTo>
                    <a:lnTo>
                      <a:pt x="12760" y="7637"/>
                    </a:lnTo>
                    <a:lnTo>
                      <a:pt x="13058" y="7363"/>
                    </a:lnTo>
                    <a:lnTo>
                      <a:pt x="13332" y="7065"/>
                    </a:lnTo>
                    <a:lnTo>
                      <a:pt x="13556" y="6791"/>
                    </a:lnTo>
                    <a:lnTo>
                      <a:pt x="13780" y="6468"/>
                    </a:lnTo>
                    <a:lnTo>
                      <a:pt x="13904" y="6219"/>
                    </a:lnTo>
                    <a:lnTo>
                      <a:pt x="14028" y="5945"/>
                    </a:lnTo>
                    <a:lnTo>
                      <a:pt x="14103" y="5647"/>
                    </a:lnTo>
                    <a:lnTo>
                      <a:pt x="14178" y="5324"/>
                    </a:lnTo>
                    <a:lnTo>
                      <a:pt x="14203" y="5025"/>
                    </a:lnTo>
                    <a:lnTo>
                      <a:pt x="14178" y="4727"/>
                    </a:lnTo>
                    <a:lnTo>
                      <a:pt x="14103" y="4478"/>
                    </a:lnTo>
                    <a:lnTo>
                      <a:pt x="14053" y="4354"/>
                    </a:lnTo>
                    <a:lnTo>
                      <a:pt x="13979" y="4229"/>
                    </a:lnTo>
                    <a:lnTo>
                      <a:pt x="13630" y="3831"/>
                    </a:lnTo>
                    <a:lnTo>
                      <a:pt x="13556" y="3831"/>
                    </a:lnTo>
                    <a:lnTo>
                      <a:pt x="13282" y="3881"/>
                    </a:lnTo>
                    <a:lnTo>
                      <a:pt x="13034" y="3931"/>
                    </a:lnTo>
                    <a:lnTo>
                      <a:pt x="12760" y="4030"/>
                    </a:lnTo>
                    <a:lnTo>
                      <a:pt x="12536" y="4155"/>
                    </a:lnTo>
                    <a:lnTo>
                      <a:pt x="12312" y="4304"/>
                    </a:lnTo>
                    <a:lnTo>
                      <a:pt x="12138" y="4478"/>
                    </a:lnTo>
                    <a:lnTo>
                      <a:pt x="11989" y="4677"/>
                    </a:lnTo>
                    <a:lnTo>
                      <a:pt x="11889" y="4901"/>
                    </a:lnTo>
                    <a:lnTo>
                      <a:pt x="11840" y="4975"/>
                    </a:lnTo>
                    <a:lnTo>
                      <a:pt x="11740" y="5050"/>
                    </a:lnTo>
                    <a:lnTo>
                      <a:pt x="11666" y="5100"/>
                    </a:lnTo>
                    <a:lnTo>
                      <a:pt x="11541" y="5125"/>
                    </a:lnTo>
                    <a:lnTo>
                      <a:pt x="11417" y="5100"/>
                    </a:lnTo>
                    <a:lnTo>
                      <a:pt x="11292" y="5000"/>
                    </a:lnTo>
                    <a:lnTo>
                      <a:pt x="11218" y="4901"/>
                    </a:lnTo>
                    <a:lnTo>
                      <a:pt x="11193" y="4776"/>
                    </a:lnTo>
                    <a:lnTo>
                      <a:pt x="11218" y="4627"/>
                    </a:lnTo>
                    <a:lnTo>
                      <a:pt x="11342" y="4378"/>
                    </a:lnTo>
                    <a:lnTo>
                      <a:pt x="11516" y="4130"/>
                    </a:lnTo>
                    <a:lnTo>
                      <a:pt x="11715" y="3906"/>
                    </a:lnTo>
                    <a:lnTo>
                      <a:pt x="11939" y="3707"/>
                    </a:lnTo>
                    <a:lnTo>
                      <a:pt x="12188" y="3558"/>
                    </a:lnTo>
                    <a:lnTo>
                      <a:pt x="12461" y="3408"/>
                    </a:lnTo>
                    <a:lnTo>
                      <a:pt x="12735" y="3284"/>
                    </a:lnTo>
                    <a:lnTo>
                      <a:pt x="13034" y="3209"/>
                    </a:lnTo>
                    <a:lnTo>
                      <a:pt x="12536" y="2762"/>
                    </a:lnTo>
                    <a:lnTo>
                      <a:pt x="12014" y="2339"/>
                    </a:lnTo>
                    <a:lnTo>
                      <a:pt x="11467" y="1941"/>
                    </a:lnTo>
                    <a:lnTo>
                      <a:pt x="10870" y="1568"/>
                    </a:lnTo>
                    <a:lnTo>
                      <a:pt x="10273" y="1245"/>
                    </a:lnTo>
                    <a:lnTo>
                      <a:pt x="9626" y="946"/>
                    </a:lnTo>
                    <a:lnTo>
                      <a:pt x="8979" y="697"/>
                    </a:lnTo>
                    <a:lnTo>
                      <a:pt x="8308" y="449"/>
                    </a:lnTo>
                    <a:lnTo>
                      <a:pt x="7910" y="349"/>
                    </a:lnTo>
                    <a:lnTo>
                      <a:pt x="7512" y="250"/>
                    </a:lnTo>
                    <a:lnTo>
                      <a:pt x="7114" y="175"/>
                    </a:lnTo>
                    <a:lnTo>
                      <a:pt x="6716" y="100"/>
                    </a:lnTo>
                    <a:lnTo>
                      <a:pt x="6343" y="51"/>
                    </a:lnTo>
                    <a:lnTo>
                      <a:pt x="594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2328927" y="2212429"/>
                <a:ext cx="292336" cy="384640"/>
              </a:xfrm>
              <a:custGeom>
                <a:avLst/>
                <a:gdLst/>
                <a:ahLst/>
                <a:cxnLst/>
                <a:rect l="l" t="t" r="r" b="b"/>
                <a:pathLst>
                  <a:path w="14179" h="18656" extrusionOk="0">
                    <a:moveTo>
                      <a:pt x="8880" y="1"/>
                    </a:moveTo>
                    <a:lnTo>
                      <a:pt x="8159" y="26"/>
                    </a:lnTo>
                    <a:lnTo>
                      <a:pt x="7413" y="100"/>
                    </a:lnTo>
                    <a:lnTo>
                      <a:pt x="6642" y="250"/>
                    </a:lnTo>
                    <a:lnTo>
                      <a:pt x="5871" y="449"/>
                    </a:lnTo>
                    <a:lnTo>
                      <a:pt x="5199" y="697"/>
                    </a:lnTo>
                    <a:lnTo>
                      <a:pt x="4553" y="946"/>
                    </a:lnTo>
                    <a:lnTo>
                      <a:pt x="3931" y="1245"/>
                    </a:lnTo>
                    <a:lnTo>
                      <a:pt x="3309" y="1568"/>
                    </a:lnTo>
                    <a:lnTo>
                      <a:pt x="2737" y="1941"/>
                    </a:lnTo>
                    <a:lnTo>
                      <a:pt x="2165" y="2339"/>
                    </a:lnTo>
                    <a:lnTo>
                      <a:pt x="1642" y="2762"/>
                    </a:lnTo>
                    <a:lnTo>
                      <a:pt x="1145" y="3209"/>
                    </a:lnTo>
                    <a:lnTo>
                      <a:pt x="1444" y="3284"/>
                    </a:lnTo>
                    <a:lnTo>
                      <a:pt x="1742" y="3408"/>
                    </a:lnTo>
                    <a:lnTo>
                      <a:pt x="2016" y="3558"/>
                    </a:lnTo>
                    <a:lnTo>
                      <a:pt x="2264" y="3707"/>
                    </a:lnTo>
                    <a:lnTo>
                      <a:pt x="2488" y="3906"/>
                    </a:lnTo>
                    <a:lnTo>
                      <a:pt x="2687" y="4130"/>
                    </a:lnTo>
                    <a:lnTo>
                      <a:pt x="2836" y="4378"/>
                    </a:lnTo>
                    <a:lnTo>
                      <a:pt x="2961" y="4627"/>
                    </a:lnTo>
                    <a:lnTo>
                      <a:pt x="2986" y="4776"/>
                    </a:lnTo>
                    <a:lnTo>
                      <a:pt x="2961" y="4901"/>
                    </a:lnTo>
                    <a:lnTo>
                      <a:pt x="2886" y="5025"/>
                    </a:lnTo>
                    <a:lnTo>
                      <a:pt x="2762" y="5100"/>
                    </a:lnTo>
                    <a:lnTo>
                      <a:pt x="2637" y="5125"/>
                    </a:lnTo>
                    <a:lnTo>
                      <a:pt x="2538" y="5100"/>
                    </a:lnTo>
                    <a:lnTo>
                      <a:pt x="2438" y="5050"/>
                    </a:lnTo>
                    <a:lnTo>
                      <a:pt x="2364" y="4975"/>
                    </a:lnTo>
                    <a:lnTo>
                      <a:pt x="2314" y="4901"/>
                    </a:lnTo>
                    <a:lnTo>
                      <a:pt x="2190" y="4677"/>
                    </a:lnTo>
                    <a:lnTo>
                      <a:pt x="2040" y="4478"/>
                    </a:lnTo>
                    <a:lnTo>
                      <a:pt x="1866" y="4304"/>
                    </a:lnTo>
                    <a:lnTo>
                      <a:pt x="1642" y="4155"/>
                    </a:lnTo>
                    <a:lnTo>
                      <a:pt x="1419" y="4030"/>
                    </a:lnTo>
                    <a:lnTo>
                      <a:pt x="1170" y="3931"/>
                    </a:lnTo>
                    <a:lnTo>
                      <a:pt x="896" y="3881"/>
                    </a:lnTo>
                    <a:lnTo>
                      <a:pt x="623" y="3831"/>
                    </a:lnTo>
                    <a:lnTo>
                      <a:pt x="548" y="3831"/>
                    </a:lnTo>
                    <a:lnTo>
                      <a:pt x="200" y="4229"/>
                    </a:lnTo>
                    <a:lnTo>
                      <a:pt x="150" y="4354"/>
                    </a:lnTo>
                    <a:lnTo>
                      <a:pt x="76" y="4478"/>
                    </a:lnTo>
                    <a:lnTo>
                      <a:pt x="26" y="4752"/>
                    </a:lnTo>
                    <a:lnTo>
                      <a:pt x="1" y="5025"/>
                    </a:lnTo>
                    <a:lnTo>
                      <a:pt x="26" y="5324"/>
                    </a:lnTo>
                    <a:lnTo>
                      <a:pt x="76" y="5647"/>
                    </a:lnTo>
                    <a:lnTo>
                      <a:pt x="150" y="5945"/>
                    </a:lnTo>
                    <a:lnTo>
                      <a:pt x="275" y="6219"/>
                    </a:lnTo>
                    <a:lnTo>
                      <a:pt x="424" y="6468"/>
                    </a:lnTo>
                    <a:lnTo>
                      <a:pt x="623" y="6791"/>
                    </a:lnTo>
                    <a:lnTo>
                      <a:pt x="871" y="7065"/>
                    </a:lnTo>
                    <a:lnTo>
                      <a:pt x="1120" y="7363"/>
                    </a:lnTo>
                    <a:lnTo>
                      <a:pt x="1419" y="7637"/>
                    </a:lnTo>
                    <a:lnTo>
                      <a:pt x="1991" y="7114"/>
                    </a:lnTo>
                    <a:lnTo>
                      <a:pt x="2289" y="6841"/>
                    </a:lnTo>
                    <a:lnTo>
                      <a:pt x="2613" y="6592"/>
                    </a:lnTo>
                    <a:lnTo>
                      <a:pt x="2936" y="6368"/>
                    </a:lnTo>
                    <a:lnTo>
                      <a:pt x="3309" y="6119"/>
                    </a:lnTo>
                    <a:lnTo>
                      <a:pt x="3682" y="5921"/>
                    </a:lnTo>
                    <a:lnTo>
                      <a:pt x="4105" y="5722"/>
                    </a:lnTo>
                    <a:lnTo>
                      <a:pt x="4553" y="5523"/>
                    </a:lnTo>
                    <a:lnTo>
                      <a:pt x="5025" y="5373"/>
                    </a:lnTo>
                    <a:lnTo>
                      <a:pt x="5523" y="5224"/>
                    </a:lnTo>
                    <a:lnTo>
                      <a:pt x="6070" y="5100"/>
                    </a:lnTo>
                    <a:lnTo>
                      <a:pt x="6667" y="5000"/>
                    </a:lnTo>
                    <a:lnTo>
                      <a:pt x="7289" y="4926"/>
                    </a:lnTo>
                    <a:lnTo>
                      <a:pt x="7960" y="4901"/>
                    </a:lnTo>
                    <a:lnTo>
                      <a:pt x="8656" y="4876"/>
                    </a:lnTo>
                    <a:lnTo>
                      <a:pt x="8806" y="4901"/>
                    </a:lnTo>
                    <a:lnTo>
                      <a:pt x="8905" y="4975"/>
                    </a:lnTo>
                    <a:lnTo>
                      <a:pt x="9005" y="5100"/>
                    </a:lnTo>
                    <a:lnTo>
                      <a:pt x="9030" y="5224"/>
                    </a:lnTo>
                    <a:lnTo>
                      <a:pt x="9005" y="5373"/>
                    </a:lnTo>
                    <a:lnTo>
                      <a:pt x="8905" y="5473"/>
                    </a:lnTo>
                    <a:lnTo>
                      <a:pt x="8806" y="5547"/>
                    </a:lnTo>
                    <a:lnTo>
                      <a:pt x="8656" y="5597"/>
                    </a:lnTo>
                    <a:lnTo>
                      <a:pt x="8010" y="5597"/>
                    </a:lnTo>
                    <a:lnTo>
                      <a:pt x="7388" y="5647"/>
                    </a:lnTo>
                    <a:lnTo>
                      <a:pt x="6791" y="5697"/>
                    </a:lnTo>
                    <a:lnTo>
                      <a:pt x="6269" y="5796"/>
                    </a:lnTo>
                    <a:lnTo>
                      <a:pt x="5746" y="5896"/>
                    </a:lnTo>
                    <a:lnTo>
                      <a:pt x="5274" y="6045"/>
                    </a:lnTo>
                    <a:lnTo>
                      <a:pt x="4851" y="6194"/>
                    </a:lnTo>
                    <a:lnTo>
                      <a:pt x="4428" y="6368"/>
                    </a:lnTo>
                    <a:lnTo>
                      <a:pt x="4055" y="6542"/>
                    </a:lnTo>
                    <a:lnTo>
                      <a:pt x="3682" y="6741"/>
                    </a:lnTo>
                    <a:lnTo>
                      <a:pt x="3359" y="6940"/>
                    </a:lnTo>
                    <a:lnTo>
                      <a:pt x="3035" y="7164"/>
                    </a:lnTo>
                    <a:lnTo>
                      <a:pt x="2737" y="7388"/>
                    </a:lnTo>
                    <a:lnTo>
                      <a:pt x="2463" y="7637"/>
                    </a:lnTo>
                    <a:lnTo>
                      <a:pt x="1941" y="8109"/>
                    </a:lnTo>
                    <a:lnTo>
                      <a:pt x="1991" y="8159"/>
                    </a:lnTo>
                    <a:lnTo>
                      <a:pt x="2190" y="8333"/>
                    </a:lnTo>
                    <a:lnTo>
                      <a:pt x="2712" y="8806"/>
                    </a:lnTo>
                    <a:lnTo>
                      <a:pt x="2961" y="9079"/>
                    </a:lnTo>
                    <a:lnTo>
                      <a:pt x="3209" y="9328"/>
                    </a:lnTo>
                    <a:lnTo>
                      <a:pt x="3433" y="9602"/>
                    </a:lnTo>
                    <a:lnTo>
                      <a:pt x="3632" y="9900"/>
                    </a:lnTo>
                    <a:lnTo>
                      <a:pt x="3806" y="10223"/>
                    </a:lnTo>
                    <a:lnTo>
                      <a:pt x="3956" y="10547"/>
                    </a:lnTo>
                    <a:lnTo>
                      <a:pt x="4080" y="10895"/>
                    </a:lnTo>
                    <a:lnTo>
                      <a:pt x="4155" y="11243"/>
                    </a:lnTo>
                    <a:lnTo>
                      <a:pt x="4478" y="11044"/>
                    </a:lnTo>
                    <a:lnTo>
                      <a:pt x="4826" y="10845"/>
                    </a:lnTo>
                    <a:lnTo>
                      <a:pt x="5547" y="10497"/>
                    </a:lnTo>
                    <a:lnTo>
                      <a:pt x="6294" y="10223"/>
                    </a:lnTo>
                    <a:lnTo>
                      <a:pt x="7065" y="9975"/>
                    </a:lnTo>
                    <a:lnTo>
                      <a:pt x="7836" y="9801"/>
                    </a:lnTo>
                    <a:lnTo>
                      <a:pt x="8632" y="9651"/>
                    </a:lnTo>
                    <a:lnTo>
                      <a:pt x="9452" y="9577"/>
                    </a:lnTo>
                    <a:lnTo>
                      <a:pt x="10273" y="9577"/>
                    </a:lnTo>
                    <a:lnTo>
                      <a:pt x="10398" y="9602"/>
                    </a:lnTo>
                    <a:lnTo>
                      <a:pt x="10522" y="9676"/>
                    </a:lnTo>
                    <a:lnTo>
                      <a:pt x="10597" y="9801"/>
                    </a:lnTo>
                    <a:lnTo>
                      <a:pt x="10621" y="9950"/>
                    </a:lnTo>
                    <a:lnTo>
                      <a:pt x="10621" y="10000"/>
                    </a:lnTo>
                    <a:lnTo>
                      <a:pt x="10597" y="10074"/>
                    </a:lnTo>
                    <a:lnTo>
                      <a:pt x="10497" y="10174"/>
                    </a:lnTo>
                    <a:lnTo>
                      <a:pt x="10398" y="10248"/>
                    </a:lnTo>
                    <a:lnTo>
                      <a:pt x="10248" y="10298"/>
                    </a:lnTo>
                    <a:lnTo>
                      <a:pt x="9452" y="10298"/>
                    </a:lnTo>
                    <a:lnTo>
                      <a:pt x="9054" y="10323"/>
                    </a:lnTo>
                    <a:lnTo>
                      <a:pt x="8656" y="10373"/>
                    </a:lnTo>
                    <a:lnTo>
                      <a:pt x="7861" y="10522"/>
                    </a:lnTo>
                    <a:lnTo>
                      <a:pt x="7090" y="10696"/>
                    </a:lnTo>
                    <a:lnTo>
                      <a:pt x="6343" y="10945"/>
                    </a:lnTo>
                    <a:lnTo>
                      <a:pt x="5970" y="11094"/>
                    </a:lnTo>
                    <a:lnTo>
                      <a:pt x="5622" y="11243"/>
                    </a:lnTo>
                    <a:lnTo>
                      <a:pt x="5274" y="11417"/>
                    </a:lnTo>
                    <a:lnTo>
                      <a:pt x="4926" y="11591"/>
                    </a:lnTo>
                    <a:lnTo>
                      <a:pt x="4602" y="11790"/>
                    </a:lnTo>
                    <a:lnTo>
                      <a:pt x="4279" y="11989"/>
                    </a:lnTo>
                    <a:lnTo>
                      <a:pt x="4254" y="12014"/>
                    </a:lnTo>
                    <a:lnTo>
                      <a:pt x="4279" y="12537"/>
                    </a:lnTo>
                    <a:lnTo>
                      <a:pt x="4304" y="13233"/>
                    </a:lnTo>
                    <a:lnTo>
                      <a:pt x="4354" y="13556"/>
                    </a:lnTo>
                    <a:lnTo>
                      <a:pt x="4403" y="13880"/>
                    </a:lnTo>
                    <a:lnTo>
                      <a:pt x="4503" y="14178"/>
                    </a:lnTo>
                    <a:lnTo>
                      <a:pt x="4627" y="14477"/>
                    </a:lnTo>
                    <a:lnTo>
                      <a:pt x="4776" y="14775"/>
                    </a:lnTo>
                    <a:lnTo>
                      <a:pt x="4951" y="15049"/>
                    </a:lnTo>
                    <a:lnTo>
                      <a:pt x="5149" y="15322"/>
                    </a:lnTo>
                    <a:lnTo>
                      <a:pt x="5398" y="15571"/>
                    </a:lnTo>
                    <a:lnTo>
                      <a:pt x="5647" y="15820"/>
                    </a:lnTo>
                    <a:lnTo>
                      <a:pt x="5921" y="16044"/>
                    </a:lnTo>
                    <a:lnTo>
                      <a:pt x="6219" y="16243"/>
                    </a:lnTo>
                    <a:lnTo>
                      <a:pt x="6517" y="16417"/>
                    </a:lnTo>
                    <a:lnTo>
                      <a:pt x="6866" y="16591"/>
                    </a:lnTo>
                    <a:lnTo>
                      <a:pt x="7189" y="16740"/>
                    </a:lnTo>
                    <a:lnTo>
                      <a:pt x="7537" y="16864"/>
                    </a:lnTo>
                    <a:lnTo>
                      <a:pt x="7910" y="16964"/>
                    </a:lnTo>
                    <a:lnTo>
                      <a:pt x="8283" y="17014"/>
                    </a:lnTo>
                    <a:lnTo>
                      <a:pt x="8656" y="17063"/>
                    </a:lnTo>
                    <a:lnTo>
                      <a:pt x="8681" y="17063"/>
                    </a:lnTo>
                    <a:lnTo>
                      <a:pt x="8930" y="16964"/>
                    </a:lnTo>
                    <a:lnTo>
                      <a:pt x="9179" y="16840"/>
                    </a:lnTo>
                    <a:lnTo>
                      <a:pt x="9428" y="16715"/>
                    </a:lnTo>
                    <a:lnTo>
                      <a:pt x="9651" y="16541"/>
                    </a:lnTo>
                    <a:lnTo>
                      <a:pt x="9850" y="16392"/>
                    </a:lnTo>
                    <a:lnTo>
                      <a:pt x="10049" y="16193"/>
                    </a:lnTo>
                    <a:lnTo>
                      <a:pt x="10223" y="15994"/>
                    </a:lnTo>
                    <a:lnTo>
                      <a:pt x="10373" y="15795"/>
                    </a:lnTo>
                    <a:lnTo>
                      <a:pt x="10472" y="15695"/>
                    </a:lnTo>
                    <a:lnTo>
                      <a:pt x="10597" y="15646"/>
                    </a:lnTo>
                    <a:lnTo>
                      <a:pt x="10721" y="15621"/>
                    </a:lnTo>
                    <a:lnTo>
                      <a:pt x="10870" y="15670"/>
                    </a:lnTo>
                    <a:lnTo>
                      <a:pt x="10970" y="15770"/>
                    </a:lnTo>
                    <a:lnTo>
                      <a:pt x="11019" y="15894"/>
                    </a:lnTo>
                    <a:lnTo>
                      <a:pt x="11019" y="16044"/>
                    </a:lnTo>
                    <a:lnTo>
                      <a:pt x="10970" y="16168"/>
                    </a:lnTo>
                    <a:lnTo>
                      <a:pt x="10796" y="16417"/>
                    </a:lnTo>
                    <a:lnTo>
                      <a:pt x="10621" y="16641"/>
                    </a:lnTo>
                    <a:lnTo>
                      <a:pt x="10422" y="16840"/>
                    </a:lnTo>
                    <a:lnTo>
                      <a:pt x="10199" y="17038"/>
                    </a:lnTo>
                    <a:lnTo>
                      <a:pt x="9950" y="17213"/>
                    </a:lnTo>
                    <a:lnTo>
                      <a:pt x="9701" y="17362"/>
                    </a:lnTo>
                    <a:lnTo>
                      <a:pt x="9428" y="17511"/>
                    </a:lnTo>
                    <a:lnTo>
                      <a:pt x="9129" y="17635"/>
                    </a:lnTo>
                    <a:lnTo>
                      <a:pt x="9303" y="17834"/>
                    </a:lnTo>
                    <a:lnTo>
                      <a:pt x="9477" y="18009"/>
                    </a:lnTo>
                    <a:lnTo>
                      <a:pt x="9701" y="18183"/>
                    </a:lnTo>
                    <a:lnTo>
                      <a:pt x="9975" y="18307"/>
                    </a:lnTo>
                    <a:lnTo>
                      <a:pt x="10323" y="18456"/>
                    </a:lnTo>
                    <a:lnTo>
                      <a:pt x="10746" y="18556"/>
                    </a:lnTo>
                    <a:lnTo>
                      <a:pt x="11169" y="18630"/>
                    </a:lnTo>
                    <a:lnTo>
                      <a:pt x="11641" y="18655"/>
                    </a:lnTo>
                    <a:lnTo>
                      <a:pt x="12039" y="18630"/>
                    </a:lnTo>
                    <a:lnTo>
                      <a:pt x="12412" y="18605"/>
                    </a:lnTo>
                    <a:lnTo>
                      <a:pt x="12760" y="18556"/>
                    </a:lnTo>
                    <a:lnTo>
                      <a:pt x="13084" y="18481"/>
                    </a:lnTo>
                    <a:lnTo>
                      <a:pt x="13382" y="18382"/>
                    </a:lnTo>
                    <a:lnTo>
                      <a:pt x="13656" y="18257"/>
                    </a:lnTo>
                    <a:lnTo>
                      <a:pt x="13929" y="18108"/>
                    </a:lnTo>
                    <a:lnTo>
                      <a:pt x="14178" y="17959"/>
                    </a:lnTo>
                    <a:lnTo>
                      <a:pt x="14178" y="14850"/>
                    </a:lnTo>
                    <a:lnTo>
                      <a:pt x="13929" y="14601"/>
                    </a:lnTo>
                    <a:lnTo>
                      <a:pt x="13631" y="14402"/>
                    </a:lnTo>
                    <a:lnTo>
                      <a:pt x="13308" y="14228"/>
                    </a:lnTo>
                    <a:lnTo>
                      <a:pt x="12984" y="14079"/>
                    </a:lnTo>
                    <a:lnTo>
                      <a:pt x="12611" y="13979"/>
                    </a:lnTo>
                    <a:lnTo>
                      <a:pt x="12213" y="13855"/>
                    </a:lnTo>
                    <a:lnTo>
                      <a:pt x="11368" y="13681"/>
                    </a:lnTo>
                    <a:lnTo>
                      <a:pt x="10920" y="13606"/>
                    </a:lnTo>
                    <a:lnTo>
                      <a:pt x="10472" y="13581"/>
                    </a:lnTo>
                    <a:lnTo>
                      <a:pt x="10024" y="13581"/>
                    </a:lnTo>
                    <a:lnTo>
                      <a:pt x="9602" y="13631"/>
                    </a:lnTo>
                    <a:lnTo>
                      <a:pt x="9154" y="13681"/>
                    </a:lnTo>
                    <a:lnTo>
                      <a:pt x="8731" y="13780"/>
                    </a:lnTo>
                    <a:lnTo>
                      <a:pt x="8308" y="13929"/>
                    </a:lnTo>
                    <a:lnTo>
                      <a:pt x="7910" y="14079"/>
                    </a:lnTo>
                    <a:lnTo>
                      <a:pt x="7761" y="14104"/>
                    </a:lnTo>
                    <a:lnTo>
                      <a:pt x="7637" y="14104"/>
                    </a:lnTo>
                    <a:lnTo>
                      <a:pt x="7512" y="14029"/>
                    </a:lnTo>
                    <a:lnTo>
                      <a:pt x="7438" y="13905"/>
                    </a:lnTo>
                    <a:lnTo>
                      <a:pt x="7388" y="13780"/>
                    </a:lnTo>
                    <a:lnTo>
                      <a:pt x="7413" y="13631"/>
                    </a:lnTo>
                    <a:lnTo>
                      <a:pt x="7487" y="13531"/>
                    </a:lnTo>
                    <a:lnTo>
                      <a:pt x="7612" y="13432"/>
                    </a:lnTo>
                    <a:lnTo>
                      <a:pt x="8060" y="13258"/>
                    </a:lnTo>
                    <a:lnTo>
                      <a:pt x="8532" y="13109"/>
                    </a:lnTo>
                    <a:lnTo>
                      <a:pt x="9005" y="12984"/>
                    </a:lnTo>
                    <a:lnTo>
                      <a:pt x="9502" y="12910"/>
                    </a:lnTo>
                    <a:lnTo>
                      <a:pt x="10000" y="12885"/>
                    </a:lnTo>
                    <a:lnTo>
                      <a:pt x="10497" y="12860"/>
                    </a:lnTo>
                    <a:lnTo>
                      <a:pt x="10994" y="12910"/>
                    </a:lnTo>
                    <a:lnTo>
                      <a:pt x="11492" y="12984"/>
                    </a:lnTo>
                    <a:lnTo>
                      <a:pt x="12238" y="13134"/>
                    </a:lnTo>
                    <a:lnTo>
                      <a:pt x="12611" y="13233"/>
                    </a:lnTo>
                    <a:lnTo>
                      <a:pt x="12959" y="13332"/>
                    </a:lnTo>
                    <a:lnTo>
                      <a:pt x="13283" y="13432"/>
                    </a:lnTo>
                    <a:lnTo>
                      <a:pt x="13606" y="13581"/>
                    </a:lnTo>
                    <a:lnTo>
                      <a:pt x="13905" y="13730"/>
                    </a:lnTo>
                    <a:lnTo>
                      <a:pt x="14178" y="13905"/>
                    </a:lnTo>
                    <a:lnTo>
                      <a:pt x="14178" y="8383"/>
                    </a:lnTo>
                    <a:lnTo>
                      <a:pt x="13432" y="8184"/>
                    </a:lnTo>
                    <a:lnTo>
                      <a:pt x="12686" y="8035"/>
                    </a:lnTo>
                    <a:lnTo>
                      <a:pt x="11915" y="7935"/>
                    </a:lnTo>
                    <a:lnTo>
                      <a:pt x="11169" y="7885"/>
                    </a:lnTo>
                    <a:lnTo>
                      <a:pt x="10398" y="7910"/>
                    </a:lnTo>
                    <a:lnTo>
                      <a:pt x="9602" y="7985"/>
                    </a:lnTo>
                    <a:lnTo>
                      <a:pt x="8831" y="8084"/>
                    </a:lnTo>
                    <a:lnTo>
                      <a:pt x="8035" y="8259"/>
                    </a:lnTo>
                    <a:lnTo>
                      <a:pt x="7960" y="8283"/>
                    </a:lnTo>
                    <a:lnTo>
                      <a:pt x="7885" y="8259"/>
                    </a:lnTo>
                    <a:lnTo>
                      <a:pt x="7761" y="8234"/>
                    </a:lnTo>
                    <a:lnTo>
                      <a:pt x="7662" y="8134"/>
                    </a:lnTo>
                    <a:lnTo>
                      <a:pt x="7587" y="8010"/>
                    </a:lnTo>
                    <a:lnTo>
                      <a:pt x="7587" y="7861"/>
                    </a:lnTo>
                    <a:lnTo>
                      <a:pt x="7637" y="7736"/>
                    </a:lnTo>
                    <a:lnTo>
                      <a:pt x="7736" y="7637"/>
                    </a:lnTo>
                    <a:lnTo>
                      <a:pt x="7861" y="7562"/>
                    </a:lnTo>
                    <a:lnTo>
                      <a:pt x="8681" y="7388"/>
                    </a:lnTo>
                    <a:lnTo>
                      <a:pt x="9477" y="7264"/>
                    </a:lnTo>
                    <a:lnTo>
                      <a:pt x="10273" y="7189"/>
                    </a:lnTo>
                    <a:lnTo>
                      <a:pt x="11069" y="7189"/>
                    </a:lnTo>
                    <a:lnTo>
                      <a:pt x="11865" y="7214"/>
                    </a:lnTo>
                    <a:lnTo>
                      <a:pt x="12636" y="7313"/>
                    </a:lnTo>
                    <a:lnTo>
                      <a:pt x="13407" y="7438"/>
                    </a:lnTo>
                    <a:lnTo>
                      <a:pt x="14178" y="7637"/>
                    </a:lnTo>
                    <a:lnTo>
                      <a:pt x="14178" y="6244"/>
                    </a:lnTo>
                    <a:lnTo>
                      <a:pt x="14178" y="5945"/>
                    </a:lnTo>
                    <a:lnTo>
                      <a:pt x="14153" y="5622"/>
                    </a:lnTo>
                    <a:lnTo>
                      <a:pt x="14054" y="5000"/>
                    </a:lnTo>
                    <a:lnTo>
                      <a:pt x="13929" y="4378"/>
                    </a:lnTo>
                    <a:lnTo>
                      <a:pt x="13755" y="3732"/>
                    </a:lnTo>
                    <a:lnTo>
                      <a:pt x="13308" y="3483"/>
                    </a:lnTo>
                    <a:lnTo>
                      <a:pt x="12860" y="3234"/>
                    </a:lnTo>
                    <a:lnTo>
                      <a:pt x="12362" y="3035"/>
                    </a:lnTo>
                    <a:lnTo>
                      <a:pt x="11865" y="2861"/>
                    </a:lnTo>
                    <a:lnTo>
                      <a:pt x="11368" y="2712"/>
                    </a:lnTo>
                    <a:lnTo>
                      <a:pt x="10845" y="2612"/>
                    </a:lnTo>
                    <a:lnTo>
                      <a:pt x="10323" y="2513"/>
                    </a:lnTo>
                    <a:lnTo>
                      <a:pt x="9801" y="2463"/>
                    </a:lnTo>
                    <a:lnTo>
                      <a:pt x="9253" y="2438"/>
                    </a:lnTo>
                    <a:lnTo>
                      <a:pt x="8706" y="2438"/>
                    </a:lnTo>
                    <a:lnTo>
                      <a:pt x="8184" y="2463"/>
                    </a:lnTo>
                    <a:lnTo>
                      <a:pt x="7637" y="2538"/>
                    </a:lnTo>
                    <a:lnTo>
                      <a:pt x="7090" y="2637"/>
                    </a:lnTo>
                    <a:lnTo>
                      <a:pt x="6567" y="2762"/>
                    </a:lnTo>
                    <a:lnTo>
                      <a:pt x="6020" y="2911"/>
                    </a:lnTo>
                    <a:lnTo>
                      <a:pt x="5498" y="3110"/>
                    </a:lnTo>
                    <a:lnTo>
                      <a:pt x="5348" y="3135"/>
                    </a:lnTo>
                    <a:lnTo>
                      <a:pt x="5224" y="3110"/>
                    </a:lnTo>
                    <a:lnTo>
                      <a:pt x="5125" y="3010"/>
                    </a:lnTo>
                    <a:lnTo>
                      <a:pt x="5025" y="2911"/>
                    </a:lnTo>
                    <a:lnTo>
                      <a:pt x="5000" y="2762"/>
                    </a:lnTo>
                    <a:lnTo>
                      <a:pt x="5050" y="2637"/>
                    </a:lnTo>
                    <a:lnTo>
                      <a:pt x="5125" y="2513"/>
                    </a:lnTo>
                    <a:lnTo>
                      <a:pt x="5249" y="2438"/>
                    </a:lnTo>
                    <a:lnTo>
                      <a:pt x="5746" y="2264"/>
                    </a:lnTo>
                    <a:lnTo>
                      <a:pt x="6269" y="2090"/>
                    </a:lnTo>
                    <a:lnTo>
                      <a:pt x="6816" y="1966"/>
                    </a:lnTo>
                    <a:lnTo>
                      <a:pt x="7338" y="1866"/>
                    </a:lnTo>
                    <a:lnTo>
                      <a:pt x="7861" y="1792"/>
                    </a:lnTo>
                    <a:lnTo>
                      <a:pt x="8408" y="1742"/>
                    </a:lnTo>
                    <a:lnTo>
                      <a:pt x="8930" y="1717"/>
                    </a:lnTo>
                    <a:lnTo>
                      <a:pt x="9477" y="1742"/>
                    </a:lnTo>
                    <a:lnTo>
                      <a:pt x="10000" y="1767"/>
                    </a:lnTo>
                    <a:lnTo>
                      <a:pt x="10522" y="1841"/>
                    </a:lnTo>
                    <a:lnTo>
                      <a:pt x="11044" y="1916"/>
                    </a:lnTo>
                    <a:lnTo>
                      <a:pt x="11542" y="2040"/>
                    </a:lnTo>
                    <a:lnTo>
                      <a:pt x="12039" y="2190"/>
                    </a:lnTo>
                    <a:lnTo>
                      <a:pt x="12537" y="2339"/>
                    </a:lnTo>
                    <a:lnTo>
                      <a:pt x="13009" y="2538"/>
                    </a:lnTo>
                    <a:lnTo>
                      <a:pt x="13482" y="2762"/>
                    </a:lnTo>
                    <a:lnTo>
                      <a:pt x="13482" y="2762"/>
                    </a:lnTo>
                    <a:lnTo>
                      <a:pt x="13357" y="2438"/>
                    </a:lnTo>
                    <a:lnTo>
                      <a:pt x="13233" y="2115"/>
                    </a:lnTo>
                    <a:lnTo>
                      <a:pt x="13084" y="1792"/>
                    </a:lnTo>
                    <a:lnTo>
                      <a:pt x="12885" y="1493"/>
                    </a:lnTo>
                    <a:lnTo>
                      <a:pt x="12661" y="1220"/>
                    </a:lnTo>
                    <a:lnTo>
                      <a:pt x="12387" y="946"/>
                    </a:lnTo>
                    <a:lnTo>
                      <a:pt x="12089" y="722"/>
                    </a:lnTo>
                    <a:lnTo>
                      <a:pt x="11691" y="523"/>
                    </a:lnTo>
                    <a:lnTo>
                      <a:pt x="11392" y="399"/>
                    </a:lnTo>
                    <a:lnTo>
                      <a:pt x="11069" y="299"/>
                    </a:lnTo>
                    <a:lnTo>
                      <a:pt x="10721" y="200"/>
                    </a:lnTo>
                    <a:lnTo>
                      <a:pt x="10373" y="125"/>
                    </a:lnTo>
                    <a:lnTo>
                      <a:pt x="10024" y="76"/>
                    </a:lnTo>
                    <a:lnTo>
                      <a:pt x="9651" y="26"/>
                    </a:lnTo>
                    <a:lnTo>
                      <a:pt x="927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2200212" y="2307826"/>
                <a:ext cx="421051" cy="461028"/>
              </a:xfrm>
              <a:custGeom>
                <a:avLst/>
                <a:gdLst/>
                <a:ahLst/>
                <a:cxnLst/>
                <a:rect l="l" t="t" r="r" b="b"/>
                <a:pathLst>
                  <a:path w="20422" h="22361" extrusionOk="0">
                    <a:moveTo>
                      <a:pt x="5572" y="0"/>
                    </a:moveTo>
                    <a:lnTo>
                      <a:pt x="5199" y="149"/>
                    </a:lnTo>
                    <a:lnTo>
                      <a:pt x="4876" y="323"/>
                    </a:lnTo>
                    <a:lnTo>
                      <a:pt x="4528" y="498"/>
                    </a:lnTo>
                    <a:lnTo>
                      <a:pt x="4204" y="697"/>
                    </a:lnTo>
                    <a:lnTo>
                      <a:pt x="3881" y="896"/>
                    </a:lnTo>
                    <a:lnTo>
                      <a:pt x="3583" y="1119"/>
                    </a:lnTo>
                    <a:lnTo>
                      <a:pt x="3284" y="1343"/>
                    </a:lnTo>
                    <a:lnTo>
                      <a:pt x="3011" y="1592"/>
                    </a:lnTo>
                    <a:lnTo>
                      <a:pt x="2737" y="1841"/>
                    </a:lnTo>
                    <a:lnTo>
                      <a:pt x="2488" y="2089"/>
                    </a:lnTo>
                    <a:lnTo>
                      <a:pt x="2239" y="2363"/>
                    </a:lnTo>
                    <a:lnTo>
                      <a:pt x="2016" y="2661"/>
                    </a:lnTo>
                    <a:lnTo>
                      <a:pt x="1817" y="2935"/>
                    </a:lnTo>
                    <a:lnTo>
                      <a:pt x="1618" y="3234"/>
                    </a:lnTo>
                    <a:lnTo>
                      <a:pt x="1444" y="3532"/>
                    </a:lnTo>
                    <a:lnTo>
                      <a:pt x="1294" y="3855"/>
                    </a:lnTo>
                    <a:lnTo>
                      <a:pt x="1145" y="4179"/>
                    </a:lnTo>
                    <a:lnTo>
                      <a:pt x="1021" y="4527"/>
                    </a:lnTo>
                    <a:lnTo>
                      <a:pt x="921" y="4850"/>
                    </a:lnTo>
                    <a:lnTo>
                      <a:pt x="822" y="5198"/>
                    </a:lnTo>
                    <a:lnTo>
                      <a:pt x="772" y="5547"/>
                    </a:lnTo>
                    <a:lnTo>
                      <a:pt x="722" y="5920"/>
                    </a:lnTo>
                    <a:lnTo>
                      <a:pt x="697" y="6268"/>
                    </a:lnTo>
                    <a:lnTo>
                      <a:pt x="697" y="6616"/>
                    </a:lnTo>
                    <a:lnTo>
                      <a:pt x="722" y="6964"/>
                    </a:lnTo>
                    <a:lnTo>
                      <a:pt x="747" y="7313"/>
                    </a:lnTo>
                    <a:lnTo>
                      <a:pt x="797" y="7661"/>
                    </a:lnTo>
                    <a:lnTo>
                      <a:pt x="871" y="8009"/>
                    </a:lnTo>
                    <a:lnTo>
                      <a:pt x="971" y="8357"/>
                    </a:lnTo>
                    <a:lnTo>
                      <a:pt x="1095" y="8705"/>
                    </a:lnTo>
                    <a:lnTo>
                      <a:pt x="1220" y="9029"/>
                    </a:lnTo>
                    <a:lnTo>
                      <a:pt x="1369" y="9377"/>
                    </a:lnTo>
                    <a:lnTo>
                      <a:pt x="1742" y="8954"/>
                    </a:lnTo>
                    <a:lnTo>
                      <a:pt x="2165" y="8581"/>
                    </a:lnTo>
                    <a:lnTo>
                      <a:pt x="2613" y="8258"/>
                    </a:lnTo>
                    <a:lnTo>
                      <a:pt x="3110" y="7934"/>
                    </a:lnTo>
                    <a:lnTo>
                      <a:pt x="3607" y="7661"/>
                    </a:lnTo>
                    <a:lnTo>
                      <a:pt x="4155" y="7437"/>
                    </a:lnTo>
                    <a:lnTo>
                      <a:pt x="4702" y="7263"/>
                    </a:lnTo>
                    <a:lnTo>
                      <a:pt x="5299" y="7114"/>
                    </a:lnTo>
                    <a:lnTo>
                      <a:pt x="5423" y="7114"/>
                    </a:lnTo>
                    <a:lnTo>
                      <a:pt x="5572" y="7163"/>
                    </a:lnTo>
                    <a:lnTo>
                      <a:pt x="5647" y="7263"/>
                    </a:lnTo>
                    <a:lnTo>
                      <a:pt x="5722" y="7387"/>
                    </a:lnTo>
                    <a:lnTo>
                      <a:pt x="5722" y="7536"/>
                    </a:lnTo>
                    <a:lnTo>
                      <a:pt x="5672" y="7661"/>
                    </a:lnTo>
                    <a:lnTo>
                      <a:pt x="5572" y="7760"/>
                    </a:lnTo>
                    <a:lnTo>
                      <a:pt x="5448" y="7810"/>
                    </a:lnTo>
                    <a:lnTo>
                      <a:pt x="4876" y="7934"/>
                    </a:lnTo>
                    <a:lnTo>
                      <a:pt x="4354" y="8133"/>
                    </a:lnTo>
                    <a:lnTo>
                      <a:pt x="3831" y="8357"/>
                    </a:lnTo>
                    <a:lnTo>
                      <a:pt x="3359" y="8606"/>
                    </a:lnTo>
                    <a:lnTo>
                      <a:pt x="2911" y="8904"/>
                    </a:lnTo>
                    <a:lnTo>
                      <a:pt x="2488" y="9228"/>
                    </a:lnTo>
                    <a:lnTo>
                      <a:pt x="2115" y="9601"/>
                    </a:lnTo>
                    <a:lnTo>
                      <a:pt x="1767" y="9999"/>
                    </a:lnTo>
                    <a:lnTo>
                      <a:pt x="2239" y="10521"/>
                    </a:lnTo>
                    <a:lnTo>
                      <a:pt x="2488" y="10795"/>
                    </a:lnTo>
                    <a:lnTo>
                      <a:pt x="2737" y="11043"/>
                    </a:lnTo>
                    <a:lnTo>
                      <a:pt x="3011" y="11267"/>
                    </a:lnTo>
                    <a:lnTo>
                      <a:pt x="3309" y="11491"/>
                    </a:lnTo>
                    <a:lnTo>
                      <a:pt x="3632" y="11690"/>
                    </a:lnTo>
                    <a:lnTo>
                      <a:pt x="3956" y="11864"/>
                    </a:lnTo>
                    <a:lnTo>
                      <a:pt x="4354" y="12014"/>
                    </a:lnTo>
                    <a:lnTo>
                      <a:pt x="4776" y="12138"/>
                    </a:lnTo>
                    <a:lnTo>
                      <a:pt x="5224" y="12213"/>
                    </a:lnTo>
                    <a:lnTo>
                      <a:pt x="5672" y="12237"/>
                    </a:lnTo>
                    <a:lnTo>
                      <a:pt x="6120" y="12213"/>
                    </a:lnTo>
                    <a:lnTo>
                      <a:pt x="6343" y="12188"/>
                    </a:lnTo>
                    <a:lnTo>
                      <a:pt x="6542" y="12113"/>
                    </a:lnTo>
                    <a:lnTo>
                      <a:pt x="6741" y="12063"/>
                    </a:lnTo>
                    <a:lnTo>
                      <a:pt x="6940" y="11964"/>
                    </a:lnTo>
                    <a:lnTo>
                      <a:pt x="7139" y="11864"/>
                    </a:lnTo>
                    <a:lnTo>
                      <a:pt x="7313" y="11740"/>
                    </a:lnTo>
                    <a:lnTo>
                      <a:pt x="7438" y="11690"/>
                    </a:lnTo>
                    <a:lnTo>
                      <a:pt x="7587" y="11690"/>
                    </a:lnTo>
                    <a:lnTo>
                      <a:pt x="7711" y="11715"/>
                    </a:lnTo>
                    <a:lnTo>
                      <a:pt x="7811" y="11815"/>
                    </a:lnTo>
                    <a:lnTo>
                      <a:pt x="7885" y="11939"/>
                    </a:lnTo>
                    <a:lnTo>
                      <a:pt x="7885" y="12088"/>
                    </a:lnTo>
                    <a:lnTo>
                      <a:pt x="7836" y="12213"/>
                    </a:lnTo>
                    <a:lnTo>
                      <a:pt x="7736" y="12312"/>
                    </a:lnTo>
                    <a:lnTo>
                      <a:pt x="7463" y="12511"/>
                    </a:lnTo>
                    <a:lnTo>
                      <a:pt x="7139" y="12660"/>
                    </a:lnTo>
                    <a:lnTo>
                      <a:pt x="6816" y="12785"/>
                    </a:lnTo>
                    <a:lnTo>
                      <a:pt x="6468" y="12859"/>
                    </a:lnTo>
                    <a:lnTo>
                      <a:pt x="6468" y="13158"/>
                    </a:lnTo>
                    <a:lnTo>
                      <a:pt x="6518" y="13431"/>
                    </a:lnTo>
                    <a:lnTo>
                      <a:pt x="6567" y="13730"/>
                    </a:lnTo>
                    <a:lnTo>
                      <a:pt x="6642" y="14003"/>
                    </a:lnTo>
                    <a:lnTo>
                      <a:pt x="6766" y="14277"/>
                    </a:lnTo>
                    <a:lnTo>
                      <a:pt x="6891" y="14551"/>
                    </a:lnTo>
                    <a:lnTo>
                      <a:pt x="7065" y="14824"/>
                    </a:lnTo>
                    <a:lnTo>
                      <a:pt x="7239" y="15073"/>
                    </a:lnTo>
                    <a:lnTo>
                      <a:pt x="7438" y="15297"/>
                    </a:lnTo>
                    <a:lnTo>
                      <a:pt x="7662" y="15521"/>
                    </a:lnTo>
                    <a:lnTo>
                      <a:pt x="7885" y="15744"/>
                    </a:lnTo>
                    <a:lnTo>
                      <a:pt x="8159" y="15943"/>
                    </a:lnTo>
                    <a:lnTo>
                      <a:pt x="8433" y="16117"/>
                    </a:lnTo>
                    <a:lnTo>
                      <a:pt x="8706" y="16267"/>
                    </a:lnTo>
                    <a:lnTo>
                      <a:pt x="9005" y="16416"/>
                    </a:lnTo>
                    <a:lnTo>
                      <a:pt x="9328" y="16515"/>
                    </a:lnTo>
                    <a:lnTo>
                      <a:pt x="9776" y="16665"/>
                    </a:lnTo>
                    <a:lnTo>
                      <a:pt x="10223" y="16739"/>
                    </a:lnTo>
                    <a:lnTo>
                      <a:pt x="11169" y="16889"/>
                    </a:lnTo>
                    <a:lnTo>
                      <a:pt x="11865" y="17013"/>
                    </a:lnTo>
                    <a:lnTo>
                      <a:pt x="11965" y="16963"/>
                    </a:lnTo>
                    <a:lnTo>
                      <a:pt x="12512" y="16839"/>
                    </a:lnTo>
                    <a:lnTo>
                      <a:pt x="12885" y="16739"/>
                    </a:lnTo>
                    <a:lnTo>
                      <a:pt x="13208" y="16615"/>
                    </a:lnTo>
                    <a:lnTo>
                      <a:pt x="13581" y="16441"/>
                    </a:lnTo>
                    <a:lnTo>
                      <a:pt x="13805" y="16341"/>
                    </a:lnTo>
                    <a:lnTo>
                      <a:pt x="13979" y="16217"/>
                    </a:lnTo>
                    <a:lnTo>
                      <a:pt x="14178" y="16068"/>
                    </a:lnTo>
                    <a:lnTo>
                      <a:pt x="14327" y="15894"/>
                    </a:lnTo>
                    <a:lnTo>
                      <a:pt x="14502" y="15744"/>
                    </a:lnTo>
                    <a:lnTo>
                      <a:pt x="14626" y="15570"/>
                    </a:lnTo>
                    <a:lnTo>
                      <a:pt x="14725" y="15396"/>
                    </a:lnTo>
                    <a:lnTo>
                      <a:pt x="14825" y="15197"/>
                    </a:lnTo>
                    <a:lnTo>
                      <a:pt x="14899" y="15098"/>
                    </a:lnTo>
                    <a:lnTo>
                      <a:pt x="14999" y="14998"/>
                    </a:lnTo>
                    <a:lnTo>
                      <a:pt x="15148" y="14973"/>
                    </a:lnTo>
                    <a:lnTo>
                      <a:pt x="15273" y="14998"/>
                    </a:lnTo>
                    <a:lnTo>
                      <a:pt x="15397" y="15073"/>
                    </a:lnTo>
                    <a:lnTo>
                      <a:pt x="15472" y="15197"/>
                    </a:lnTo>
                    <a:lnTo>
                      <a:pt x="15496" y="15322"/>
                    </a:lnTo>
                    <a:lnTo>
                      <a:pt x="15472" y="15471"/>
                    </a:lnTo>
                    <a:lnTo>
                      <a:pt x="15372" y="15695"/>
                    </a:lnTo>
                    <a:lnTo>
                      <a:pt x="15223" y="15943"/>
                    </a:lnTo>
                    <a:lnTo>
                      <a:pt x="15049" y="16167"/>
                    </a:lnTo>
                    <a:lnTo>
                      <a:pt x="14875" y="16391"/>
                    </a:lnTo>
                    <a:lnTo>
                      <a:pt x="14651" y="16590"/>
                    </a:lnTo>
                    <a:lnTo>
                      <a:pt x="14402" y="16789"/>
                    </a:lnTo>
                    <a:lnTo>
                      <a:pt x="14153" y="16938"/>
                    </a:lnTo>
                    <a:lnTo>
                      <a:pt x="13905" y="17087"/>
                    </a:lnTo>
                    <a:lnTo>
                      <a:pt x="13581" y="17237"/>
                    </a:lnTo>
                    <a:lnTo>
                      <a:pt x="13283" y="17361"/>
                    </a:lnTo>
                    <a:lnTo>
                      <a:pt x="13656" y="17510"/>
                    </a:lnTo>
                    <a:lnTo>
                      <a:pt x="14029" y="17709"/>
                    </a:lnTo>
                    <a:lnTo>
                      <a:pt x="14377" y="17933"/>
                    </a:lnTo>
                    <a:lnTo>
                      <a:pt x="14676" y="18207"/>
                    </a:lnTo>
                    <a:lnTo>
                      <a:pt x="14825" y="18356"/>
                    </a:lnTo>
                    <a:lnTo>
                      <a:pt x="14949" y="18505"/>
                    </a:lnTo>
                    <a:lnTo>
                      <a:pt x="15049" y="18654"/>
                    </a:lnTo>
                    <a:lnTo>
                      <a:pt x="15148" y="18829"/>
                    </a:lnTo>
                    <a:lnTo>
                      <a:pt x="15223" y="19003"/>
                    </a:lnTo>
                    <a:lnTo>
                      <a:pt x="15297" y="19177"/>
                    </a:lnTo>
                    <a:lnTo>
                      <a:pt x="15322" y="19376"/>
                    </a:lnTo>
                    <a:lnTo>
                      <a:pt x="15347" y="19575"/>
                    </a:lnTo>
                    <a:lnTo>
                      <a:pt x="15322" y="19724"/>
                    </a:lnTo>
                    <a:lnTo>
                      <a:pt x="15248" y="19823"/>
                    </a:lnTo>
                    <a:lnTo>
                      <a:pt x="15148" y="19898"/>
                    </a:lnTo>
                    <a:lnTo>
                      <a:pt x="14999" y="19948"/>
                    </a:lnTo>
                    <a:lnTo>
                      <a:pt x="14974" y="19948"/>
                    </a:lnTo>
                    <a:lnTo>
                      <a:pt x="14850" y="19923"/>
                    </a:lnTo>
                    <a:lnTo>
                      <a:pt x="14750" y="19848"/>
                    </a:lnTo>
                    <a:lnTo>
                      <a:pt x="14651" y="19724"/>
                    </a:lnTo>
                    <a:lnTo>
                      <a:pt x="14626" y="19600"/>
                    </a:lnTo>
                    <a:lnTo>
                      <a:pt x="14626" y="19450"/>
                    </a:lnTo>
                    <a:lnTo>
                      <a:pt x="14576" y="19301"/>
                    </a:lnTo>
                    <a:lnTo>
                      <a:pt x="14526" y="19152"/>
                    </a:lnTo>
                    <a:lnTo>
                      <a:pt x="14427" y="19028"/>
                    </a:lnTo>
                    <a:lnTo>
                      <a:pt x="14327" y="18878"/>
                    </a:lnTo>
                    <a:lnTo>
                      <a:pt x="14228" y="18754"/>
                    </a:lnTo>
                    <a:lnTo>
                      <a:pt x="13954" y="18530"/>
                    </a:lnTo>
                    <a:lnTo>
                      <a:pt x="13656" y="18306"/>
                    </a:lnTo>
                    <a:lnTo>
                      <a:pt x="13308" y="18132"/>
                    </a:lnTo>
                    <a:lnTo>
                      <a:pt x="12959" y="17983"/>
                    </a:lnTo>
                    <a:lnTo>
                      <a:pt x="12586" y="17883"/>
                    </a:lnTo>
                    <a:lnTo>
                      <a:pt x="12213" y="17784"/>
                    </a:lnTo>
                    <a:lnTo>
                      <a:pt x="11840" y="17734"/>
                    </a:lnTo>
                    <a:lnTo>
                      <a:pt x="11069" y="17610"/>
                    </a:lnTo>
                    <a:lnTo>
                      <a:pt x="10895" y="17585"/>
                    </a:lnTo>
                    <a:lnTo>
                      <a:pt x="10995" y="17859"/>
                    </a:lnTo>
                    <a:lnTo>
                      <a:pt x="11019" y="18132"/>
                    </a:lnTo>
                    <a:lnTo>
                      <a:pt x="11044" y="18431"/>
                    </a:lnTo>
                    <a:lnTo>
                      <a:pt x="11019" y="18704"/>
                    </a:lnTo>
                    <a:lnTo>
                      <a:pt x="10945" y="18978"/>
                    </a:lnTo>
                    <a:lnTo>
                      <a:pt x="10845" y="19251"/>
                    </a:lnTo>
                    <a:lnTo>
                      <a:pt x="10696" y="19525"/>
                    </a:lnTo>
                    <a:lnTo>
                      <a:pt x="10522" y="19749"/>
                    </a:lnTo>
                    <a:lnTo>
                      <a:pt x="10472" y="19823"/>
                    </a:lnTo>
                    <a:lnTo>
                      <a:pt x="10398" y="19848"/>
                    </a:lnTo>
                    <a:lnTo>
                      <a:pt x="10323" y="19873"/>
                    </a:lnTo>
                    <a:lnTo>
                      <a:pt x="10124" y="19873"/>
                    </a:lnTo>
                    <a:lnTo>
                      <a:pt x="10025" y="19799"/>
                    </a:lnTo>
                    <a:lnTo>
                      <a:pt x="9925" y="19699"/>
                    </a:lnTo>
                    <a:lnTo>
                      <a:pt x="9900" y="19550"/>
                    </a:lnTo>
                    <a:lnTo>
                      <a:pt x="9900" y="19425"/>
                    </a:lnTo>
                    <a:lnTo>
                      <a:pt x="9975" y="19301"/>
                    </a:lnTo>
                    <a:lnTo>
                      <a:pt x="10124" y="19077"/>
                    </a:lnTo>
                    <a:lnTo>
                      <a:pt x="10223" y="18853"/>
                    </a:lnTo>
                    <a:lnTo>
                      <a:pt x="10298" y="18630"/>
                    </a:lnTo>
                    <a:lnTo>
                      <a:pt x="10323" y="18381"/>
                    </a:lnTo>
                    <a:lnTo>
                      <a:pt x="10323" y="18132"/>
                    </a:lnTo>
                    <a:lnTo>
                      <a:pt x="10273" y="17883"/>
                    </a:lnTo>
                    <a:lnTo>
                      <a:pt x="10174" y="17660"/>
                    </a:lnTo>
                    <a:lnTo>
                      <a:pt x="10025" y="17436"/>
                    </a:lnTo>
                    <a:lnTo>
                      <a:pt x="9552" y="17336"/>
                    </a:lnTo>
                    <a:lnTo>
                      <a:pt x="9104" y="17212"/>
                    </a:lnTo>
                    <a:lnTo>
                      <a:pt x="8632" y="17013"/>
                    </a:lnTo>
                    <a:lnTo>
                      <a:pt x="8209" y="16814"/>
                    </a:lnTo>
                    <a:lnTo>
                      <a:pt x="7811" y="16565"/>
                    </a:lnTo>
                    <a:lnTo>
                      <a:pt x="7438" y="16267"/>
                    </a:lnTo>
                    <a:lnTo>
                      <a:pt x="7164" y="16491"/>
                    </a:lnTo>
                    <a:lnTo>
                      <a:pt x="6891" y="16690"/>
                    </a:lnTo>
                    <a:lnTo>
                      <a:pt x="6592" y="16864"/>
                    </a:lnTo>
                    <a:lnTo>
                      <a:pt x="6269" y="17013"/>
                    </a:lnTo>
                    <a:lnTo>
                      <a:pt x="5945" y="17162"/>
                    </a:lnTo>
                    <a:lnTo>
                      <a:pt x="5597" y="17262"/>
                    </a:lnTo>
                    <a:lnTo>
                      <a:pt x="5249" y="17361"/>
                    </a:lnTo>
                    <a:lnTo>
                      <a:pt x="4901" y="17411"/>
                    </a:lnTo>
                    <a:lnTo>
                      <a:pt x="4851" y="17411"/>
                    </a:lnTo>
                    <a:lnTo>
                      <a:pt x="4727" y="17386"/>
                    </a:lnTo>
                    <a:lnTo>
                      <a:pt x="4602" y="17336"/>
                    </a:lnTo>
                    <a:lnTo>
                      <a:pt x="4528" y="17237"/>
                    </a:lnTo>
                    <a:lnTo>
                      <a:pt x="4503" y="17112"/>
                    </a:lnTo>
                    <a:lnTo>
                      <a:pt x="4503" y="16963"/>
                    </a:lnTo>
                    <a:lnTo>
                      <a:pt x="4553" y="16839"/>
                    </a:lnTo>
                    <a:lnTo>
                      <a:pt x="4652" y="16764"/>
                    </a:lnTo>
                    <a:lnTo>
                      <a:pt x="4801" y="16714"/>
                    </a:lnTo>
                    <a:lnTo>
                      <a:pt x="5100" y="16665"/>
                    </a:lnTo>
                    <a:lnTo>
                      <a:pt x="5373" y="16590"/>
                    </a:lnTo>
                    <a:lnTo>
                      <a:pt x="5672" y="16491"/>
                    </a:lnTo>
                    <a:lnTo>
                      <a:pt x="5945" y="16391"/>
                    </a:lnTo>
                    <a:lnTo>
                      <a:pt x="6194" y="16267"/>
                    </a:lnTo>
                    <a:lnTo>
                      <a:pt x="6443" y="16117"/>
                    </a:lnTo>
                    <a:lnTo>
                      <a:pt x="6692" y="15943"/>
                    </a:lnTo>
                    <a:lnTo>
                      <a:pt x="6915" y="15794"/>
                    </a:lnTo>
                    <a:lnTo>
                      <a:pt x="6642" y="15471"/>
                    </a:lnTo>
                    <a:lnTo>
                      <a:pt x="6418" y="15147"/>
                    </a:lnTo>
                    <a:lnTo>
                      <a:pt x="6219" y="14799"/>
                    </a:lnTo>
                    <a:lnTo>
                      <a:pt x="6070" y="14451"/>
                    </a:lnTo>
                    <a:lnTo>
                      <a:pt x="5921" y="14078"/>
                    </a:lnTo>
                    <a:lnTo>
                      <a:pt x="5846" y="13705"/>
                    </a:lnTo>
                    <a:lnTo>
                      <a:pt x="5771" y="13332"/>
                    </a:lnTo>
                    <a:lnTo>
                      <a:pt x="5771" y="12959"/>
                    </a:lnTo>
                    <a:lnTo>
                      <a:pt x="5398" y="12959"/>
                    </a:lnTo>
                    <a:lnTo>
                      <a:pt x="5125" y="12934"/>
                    </a:lnTo>
                    <a:lnTo>
                      <a:pt x="4602" y="12834"/>
                    </a:lnTo>
                    <a:lnTo>
                      <a:pt x="4105" y="12685"/>
                    </a:lnTo>
                    <a:lnTo>
                      <a:pt x="3657" y="12511"/>
                    </a:lnTo>
                    <a:lnTo>
                      <a:pt x="3284" y="12312"/>
                    </a:lnTo>
                    <a:lnTo>
                      <a:pt x="2911" y="12088"/>
                    </a:lnTo>
                    <a:lnTo>
                      <a:pt x="2588" y="11839"/>
                    </a:lnTo>
                    <a:lnTo>
                      <a:pt x="2264" y="11591"/>
                    </a:lnTo>
                    <a:lnTo>
                      <a:pt x="1991" y="11292"/>
                    </a:lnTo>
                    <a:lnTo>
                      <a:pt x="1717" y="11019"/>
                    </a:lnTo>
                    <a:lnTo>
                      <a:pt x="1195" y="10422"/>
                    </a:lnTo>
                    <a:lnTo>
                      <a:pt x="971" y="10745"/>
                    </a:lnTo>
                    <a:lnTo>
                      <a:pt x="747" y="11068"/>
                    </a:lnTo>
                    <a:lnTo>
                      <a:pt x="573" y="11392"/>
                    </a:lnTo>
                    <a:lnTo>
                      <a:pt x="399" y="11740"/>
                    </a:lnTo>
                    <a:lnTo>
                      <a:pt x="250" y="12088"/>
                    </a:lnTo>
                    <a:lnTo>
                      <a:pt x="150" y="12461"/>
                    </a:lnTo>
                    <a:lnTo>
                      <a:pt x="76" y="12834"/>
                    </a:lnTo>
                    <a:lnTo>
                      <a:pt x="1" y="13232"/>
                    </a:lnTo>
                    <a:lnTo>
                      <a:pt x="125" y="13431"/>
                    </a:lnTo>
                    <a:lnTo>
                      <a:pt x="250" y="13630"/>
                    </a:lnTo>
                    <a:lnTo>
                      <a:pt x="399" y="13829"/>
                    </a:lnTo>
                    <a:lnTo>
                      <a:pt x="573" y="14003"/>
                    </a:lnTo>
                    <a:lnTo>
                      <a:pt x="772" y="14177"/>
                    </a:lnTo>
                    <a:lnTo>
                      <a:pt x="996" y="14327"/>
                    </a:lnTo>
                    <a:lnTo>
                      <a:pt x="1245" y="14476"/>
                    </a:lnTo>
                    <a:lnTo>
                      <a:pt x="1518" y="14600"/>
                    </a:lnTo>
                    <a:lnTo>
                      <a:pt x="1817" y="14700"/>
                    </a:lnTo>
                    <a:lnTo>
                      <a:pt x="2115" y="14799"/>
                    </a:lnTo>
                    <a:lnTo>
                      <a:pt x="2438" y="14849"/>
                    </a:lnTo>
                    <a:lnTo>
                      <a:pt x="2737" y="14899"/>
                    </a:lnTo>
                    <a:lnTo>
                      <a:pt x="3384" y="14899"/>
                    </a:lnTo>
                    <a:lnTo>
                      <a:pt x="3707" y="14849"/>
                    </a:lnTo>
                    <a:lnTo>
                      <a:pt x="4005" y="14774"/>
                    </a:lnTo>
                    <a:lnTo>
                      <a:pt x="4155" y="14774"/>
                    </a:lnTo>
                    <a:lnTo>
                      <a:pt x="4279" y="14824"/>
                    </a:lnTo>
                    <a:lnTo>
                      <a:pt x="4378" y="14899"/>
                    </a:lnTo>
                    <a:lnTo>
                      <a:pt x="4453" y="15023"/>
                    </a:lnTo>
                    <a:lnTo>
                      <a:pt x="4453" y="15172"/>
                    </a:lnTo>
                    <a:lnTo>
                      <a:pt x="4403" y="15297"/>
                    </a:lnTo>
                    <a:lnTo>
                      <a:pt x="4329" y="15396"/>
                    </a:lnTo>
                    <a:lnTo>
                      <a:pt x="4204" y="15471"/>
                    </a:lnTo>
                    <a:lnTo>
                      <a:pt x="3906" y="15545"/>
                    </a:lnTo>
                    <a:lnTo>
                      <a:pt x="3607" y="15570"/>
                    </a:lnTo>
                    <a:lnTo>
                      <a:pt x="3334" y="15620"/>
                    </a:lnTo>
                    <a:lnTo>
                      <a:pt x="3035" y="15620"/>
                    </a:lnTo>
                    <a:lnTo>
                      <a:pt x="2563" y="15595"/>
                    </a:lnTo>
                    <a:lnTo>
                      <a:pt x="2115" y="15521"/>
                    </a:lnTo>
                    <a:lnTo>
                      <a:pt x="1667" y="15421"/>
                    </a:lnTo>
                    <a:lnTo>
                      <a:pt x="1245" y="15247"/>
                    </a:lnTo>
                    <a:lnTo>
                      <a:pt x="896" y="15098"/>
                    </a:lnTo>
                    <a:lnTo>
                      <a:pt x="573" y="14899"/>
                    </a:lnTo>
                    <a:lnTo>
                      <a:pt x="299" y="14700"/>
                    </a:lnTo>
                    <a:lnTo>
                      <a:pt x="26" y="14476"/>
                    </a:lnTo>
                    <a:lnTo>
                      <a:pt x="125" y="14998"/>
                    </a:lnTo>
                    <a:lnTo>
                      <a:pt x="175" y="15247"/>
                    </a:lnTo>
                    <a:lnTo>
                      <a:pt x="250" y="15496"/>
                    </a:lnTo>
                    <a:lnTo>
                      <a:pt x="374" y="15819"/>
                    </a:lnTo>
                    <a:lnTo>
                      <a:pt x="523" y="16142"/>
                    </a:lnTo>
                    <a:lnTo>
                      <a:pt x="673" y="16441"/>
                    </a:lnTo>
                    <a:lnTo>
                      <a:pt x="871" y="16739"/>
                    </a:lnTo>
                    <a:lnTo>
                      <a:pt x="1070" y="17038"/>
                    </a:lnTo>
                    <a:lnTo>
                      <a:pt x="1294" y="17311"/>
                    </a:lnTo>
                    <a:lnTo>
                      <a:pt x="1518" y="17560"/>
                    </a:lnTo>
                    <a:lnTo>
                      <a:pt x="1792" y="17834"/>
                    </a:lnTo>
                    <a:lnTo>
                      <a:pt x="2065" y="18058"/>
                    </a:lnTo>
                    <a:lnTo>
                      <a:pt x="2339" y="18306"/>
                    </a:lnTo>
                    <a:lnTo>
                      <a:pt x="2662" y="18505"/>
                    </a:lnTo>
                    <a:lnTo>
                      <a:pt x="2961" y="18704"/>
                    </a:lnTo>
                    <a:lnTo>
                      <a:pt x="3309" y="18903"/>
                    </a:lnTo>
                    <a:lnTo>
                      <a:pt x="3657" y="19077"/>
                    </a:lnTo>
                    <a:lnTo>
                      <a:pt x="4005" y="19227"/>
                    </a:lnTo>
                    <a:lnTo>
                      <a:pt x="4378" y="19351"/>
                    </a:lnTo>
                    <a:lnTo>
                      <a:pt x="4926" y="19351"/>
                    </a:lnTo>
                    <a:lnTo>
                      <a:pt x="5349" y="19326"/>
                    </a:lnTo>
                    <a:lnTo>
                      <a:pt x="5771" y="19227"/>
                    </a:lnTo>
                    <a:lnTo>
                      <a:pt x="6194" y="19127"/>
                    </a:lnTo>
                    <a:lnTo>
                      <a:pt x="6567" y="18953"/>
                    </a:lnTo>
                    <a:lnTo>
                      <a:pt x="6940" y="18779"/>
                    </a:lnTo>
                    <a:lnTo>
                      <a:pt x="7289" y="18555"/>
                    </a:lnTo>
                    <a:lnTo>
                      <a:pt x="7587" y="18281"/>
                    </a:lnTo>
                    <a:lnTo>
                      <a:pt x="7711" y="18232"/>
                    </a:lnTo>
                    <a:lnTo>
                      <a:pt x="7861" y="18207"/>
                    </a:lnTo>
                    <a:lnTo>
                      <a:pt x="7985" y="18232"/>
                    </a:lnTo>
                    <a:lnTo>
                      <a:pt x="8109" y="18306"/>
                    </a:lnTo>
                    <a:lnTo>
                      <a:pt x="8184" y="18431"/>
                    </a:lnTo>
                    <a:lnTo>
                      <a:pt x="8209" y="18555"/>
                    </a:lnTo>
                    <a:lnTo>
                      <a:pt x="8159" y="18704"/>
                    </a:lnTo>
                    <a:lnTo>
                      <a:pt x="8084" y="18804"/>
                    </a:lnTo>
                    <a:lnTo>
                      <a:pt x="7811" y="19052"/>
                    </a:lnTo>
                    <a:lnTo>
                      <a:pt x="7512" y="19251"/>
                    </a:lnTo>
                    <a:lnTo>
                      <a:pt x="7189" y="19450"/>
                    </a:lnTo>
                    <a:lnTo>
                      <a:pt x="6866" y="19624"/>
                    </a:lnTo>
                    <a:lnTo>
                      <a:pt x="6518" y="19749"/>
                    </a:lnTo>
                    <a:lnTo>
                      <a:pt x="6169" y="19873"/>
                    </a:lnTo>
                    <a:lnTo>
                      <a:pt x="5796" y="19948"/>
                    </a:lnTo>
                    <a:lnTo>
                      <a:pt x="5423" y="20022"/>
                    </a:lnTo>
                    <a:lnTo>
                      <a:pt x="5970" y="20445"/>
                    </a:lnTo>
                    <a:lnTo>
                      <a:pt x="6542" y="20843"/>
                    </a:lnTo>
                    <a:lnTo>
                      <a:pt x="7164" y="21191"/>
                    </a:lnTo>
                    <a:lnTo>
                      <a:pt x="7786" y="21490"/>
                    </a:lnTo>
                    <a:lnTo>
                      <a:pt x="8458" y="21739"/>
                    </a:lnTo>
                    <a:lnTo>
                      <a:pt x="9129" y="21962"/>
                    </a:lnTo>
                    <a:lnTo>
                      <a:pt x="9826" y="22137"/>
                    </a:lnTo>
                    <a:lnTo>
                      <a:pt x="10522" y="22261"/>
                    </a:lnTo>
                    <a:lnTo>
                      <a:pt x="10895" y="22211"/>
                    </a:lnTo>
                    <a:lnTo>
                      <a:pt x="11069" y="22161"/>
                    </a:lnTo>
                    <a:lnTo>
                      <a:pt x="11268" y="22112"/>
                    </a:lnTo>
                    <a:lnTo>
                      <a:pt x="11467" y="22012"/>
                    </a:lnTo>
                    <a:lnTo>
                      <a:pt x="11666" y="21913"/>
                    </a:lnTo>
                    <a:lnTo>
                      <a:pt x="11840" y="21788"/>
                    </a:lnTo>
                    <a:lnTo>
                      <a:pt x="11989" y="21614"/>
                    </a:lnTo>
                    <a:lnTo>
                      <a:pt x="12114" y="21440"/>
                    </a:lnTo>
                    <a:lnTo>
                      <a:pt x="12213" y="21291"/>
                    </a:lnTo>
                    <a:lnTo>
                      <a:pt x="12288" y="21117"/>
                    </a:lnTo>
                    <a:lnTo>
                      <a:pt x="12338" y="20918"/>
                    </a:lnTo>
                    <a:lnTo>
                      <a:pt x="12363" y="20744"/>
                    </a:lnTo>
                    <a:lnTo>
                      <a:pt x="12387" y="20545"/>
                    </a:lnTo>
                    <a:lnTo>
                      <a:pt x="12363" y="20371"/>
                    </a:lnTo>
                    <a:lnTo>
                      <a:pt x="12313" y="20172"/>
                    </a:lnTo>
                    <a:lnTo>
                      <a:pt x="12313" y="20047"/>
                    </a:lnTo>
                    <a:lnTo>
                      <a:pt x="12338" y="19923"/>
                    </a:lnTo>
                    <a:lnTo>
                      <a:pt x="12437" y="19799"/>
                    </a:lnTo>
                    <a:lnTo>
                      <a:pt x="12561" y="19749"/>
                    </a:lnTo>
                    <a:lnTo>
                      <a:pt x="12686" y="19724"/>
                    </a:lnTo>
                    <a:lnTo>
                      <a:pt x="12835" y="19774"/>
                    </a:lnTo>
                    <a:lnTo>
                      <a:pt x="12935" y="19848"/>
                    </a:lnTo>
                    <a:lnTo>
                      <a:pt x="13009" y="19973"/>
                    </a:lnTo>
                    <a:lnTo>
                      <a:pt x="13059" y="20246"/>
                    </a:lnTo>
                    <a:lnTo>
                      <a:pt x="13084" y="20520"/>
                    </a:lnTo>
                    <a:lnTo>
                      <a:pt x="13084" y="20793"/>
                    </a:lnTo>
                    <a:lnTo>
                      <a:pt x="13034" y="21067"/>
                    </a:lnTo>
                    <a:lnTo>
                      <a:pt x="12959" y="21341"/>
                    </a:lnTo>
                    <a:lnTo>
                      <a:pt x="12860" y="21589"/>
                    </a:lnTo>
                    <a:lnTo>
                      <a:pt x="12711" y="21838"/>
                    </a:lnTo>
                    <a:lnTo>
                      <a:pt x="12537" y="22087"/>
                    </a:lnTo>
                    <a:lnTo>
                      <a:pt x="12387" y="22211"/>
                    </a:lnTo>
                    <a:lnTo>
                      <a:pt x="12238" y="22360"/>
                    </a:lnTo>
                    <a:lnTo>
                      <a:pt x="12263" y="22360"/>
                    </a:lnTo>
                    <a:lnTo>
                      <a:pt x="12885" y="22286"/>
                    </a:lnTo>
                    <a:lnTo>
                      <a:pt x="13482" y="22211"/>
                    </a:lnTo>
                    <a:lnTo>
                      <a:pt x="14054" y="22062"/>
                    </a:lnTo>
                    <a:lnTo>
                      <a:pt x="14626" y="21888"/>
                    </a:lnTo>
                    <a:lnTo>
                      <a:pt x="15198" y="21689"/>
                    </a:lnTo>
                    <a:lnTo>
                      <a:pt x="15720" y="21465"/>
                    </a:lnTo>
                    <a:lnTo>
                      <a:pt x="16243" y="21191"/>
                    </a:lnTo>
                    <a:lnTo>
                      <a:pt x="16740" y="20893"/>
                    </a:lnTo>
                    <a:lnTo>
                      <a:pt x="17213" y="20570"/>
                    </a:lnTo>
                    <a:lnTo>
                      <a:pt x="17660" y="20197"/>
                    </a:lnTo>
                    <a:lnTo>
                      <a:pt x="18058" y="19823"/>
                    </a:lnTo>
                    <a:lnTo>
                      <a:pt x="18456" y="19425"/>
                    </a:lnTo>
                    <a:lnTo>
                      <a:pt x="18804" y="19003"/>
                    </a:lnTo>
                    <a:lnTo>
                      <a:pt x="19128" y="18555"/>
                    </a:lnTo>
                    <a:lnTo>
                      <a:pt x="19426" y="18107"/>
                    </a:lnTo>
                    <a:lnTo>
                      <a:pt x="19700" y="17610"/>
                    </a:lnTo>
                    <a:lnTo>
                      <a:pt x="19376" y="17859"/>
                    </a:lnTo>
                    <a:lnTo>
                      <a:pt x="19028" y="18082"/>
                    </a:lnTo>
                    <a:lnTo>
                      <a:pt x="18680" y="18256"/>
                    </a:lnTo>
                    <a:lnTo>
                      <a:pt x="18332" y="18406"/>
                    </a:lnTo>
                    <a:lnTo>
                      <a:pt x="17959" y="18530"/>
                    </a:lnTo>
                    <a:lnTo>
                      <a:pt x="17586" y="18605"/>
                    </a:lnTo>
                    <a:lnTo>
                      <a:pt x="17213" y="18654"/>
                    </a:lnTo>
                    <a:lnTo>
                      <a:pt x="16840" y="18679"/>
                    </a:lnTo>
                    <a:lnTo>
                      <a:pt x="16367" y="18654"/>
                    </a:lnTo>
                    <a:lnTo>
                      <a:pt x="16243" y="18605"/>
                    </a:lnTo>
                    <a:lnTo>
                      <a:pt x="16118" y="18530"/>
                    </a:lnTo>
                    <a:lnTo>
                      <a:pt x="16068" y="18406"/>
                    </a:lnTo>
                    <a:lnTo>
                      <a:pt x="16044" y="18256"/>
                    </a:lnTo>
                    <a:lnTo>
                      <a:pt x="16093" y="18132"/>
                    </a:lnTo>
                    <a:lnTo>
                      <a:pt x="16193" y="18033"/>
                    </a:lnTo>
                    <a:lnTo>
                      <a:pt x="16317" y="17958"/>
                    </a:lnTo>
                    <a:lnTo>
                      <a:pt x="16989" y="17958"/>
                    </a:lnTo>
                    <a:lnTo>
                      <a:pt x="17237" y="17933"/>
                    </a:lnTo>
                    <a:lnTo>
                      <a:pt x="17511" y="17908"/>
                    </a:lnTo>
                    <a:lnTo>
                      <a:pt x="17785" y="17834"/>
                    </a:lnTo>
                    <a:lnTo>
                      <a:pt x="18033" y="17759"/>
                    </a:lnTo>
                    <a:lnTo>
                      <a:pt x="18282" y="17635"/>
                    </a:lnTo>
                    <a:lnTo>
                      <a:pt x="18556" y="17510"/>
                    </a:lnTo>
                    <a:lnTo>
                      <a:pt x="18804" y="17386"/>
                    </a:lnTo>
                    <a:lnTo>
                      <a:pt x="19028" y="17212"/>
                    </a:lnTo>
                    <a:lnTo>
                      <a:pt x="19277" y="17038"/>
                    </a:lnTo>
                    <a:lnTo>
                      <a:pt x="19476" y="16864"/>
                    </a:lnTo>
                    <a:lnTo>
                      <a:pt x="19700" y="16665"/>
                    </a:lnTo>
                    <a:lnTo>
                      <a:pt x="19899" y="16441"/>
                    </a:lnTo>
                    <a:lnTo>
                      <a:pt x="20098" y="16192"/>
                    </a:lnTo>
                    <a:lnTo>
                      <a:pt x="20272" y="15943"/>
                    </a:lnTo>
                    <a:lnTo>
                      <a:pt x="20297" y="15918"/>
                    </a:lnTo>
                    <a:lnTo>
                      <a:pt x="20347" y="15570"/>
                    </a:lnTo>
                    <a:lnTo>
                      <a:pt x="20396" y="15222"/>
                    </a:lnTo>
                    <a:lnTo>
                      <a:pt x="20421" y="14849"/>
                    </a:lnTo>
                    <a:lnTo>
                      <a:pt x="20421" y="14501"/>
                    </a:lnTo>
                    <a:lnTo>
                      <a:pt x="20421" y="14153"/>
                    </a:lnTo>
                    <a:lnTo>
                      <a:pt x="20172" y="14277"/>
                    </a:lnTo>
                    <a:lnTo>
                      <a:pt x="19874" y="14401"/>
                    </a:lnTo>
                    <a:lnTo>
                      <a:pt x="19600" y="14501"/>
                    </a:lnTo>
                    <a:lnTo>
                      <a:pt x="19302" y="14575"/>
                    </a:lnTo>
                    <a:lnTo>
                      <a:pt x="18979" y="14650"/>
                    </a:lnTo>
                    <a:lnTo>
                      <a:pt x="18630" y="14700"/>
                    </a:lnTo>
                    <a:lnTo>
                      <a:pt x="18282" y="14725"/>
                    </a:lnTo>
                    <a:lnTo>
                      <a:pt x="17834" y="14725"/>
                    </a:lnTo>
                    <a:lnTo>
                      <a:pt x="17287" y="14700"/>
                    </a:lnTo>
                    <a:lnTo>
                      <a:pt x="16790" y="14625"/>
                    </a:lnTo>
                    <a:lnTo>
                      <a:pt x="16342" y="14501"/>
                    </a:lnTo>
                    <a:lnTo>
                      <a:pt x="15894" y="14327"/>
                    </a:lnTo>
                    <a:lnTo>
                      <a:pt x="15695" y="14227"/>
                    </a:lnTo>
                    <a:lnTo>
                      <a:pt x="15496" y="14103"/>
                    </a:lnTo>
                    <a:lnTo>
                      <a:pt x="15297" y="13954"/>
                    </a:lnTo>
                    <a:lnTo>
                      <a:pt x="15123" y="13804"/>
                    </a:lnTo>
                    <a:lnTo>
                      <a:pt x="14974" y="13655"/>
                    </a:lnTo>
                    <a:lnTo>
                      <a:pt x="14850" y="13481"/>
                    </a:lnTo>
                    <a:lnTo>
                      <a:pt x="14725" y="13307"/>
                    </a:lnTo>
                    <a:lnTo>
                      <a:pt x="14626" y="13133"/>
                    </a:lnTo>
                    <a:lnTo>
                      <a:pt x="14253" y="13083"/>
                    </a:lnTo>
                    <a:lnTo>
                      <a:pt x="13905" y="13008"/>
                    </a:lnTo>
                    <a:lnTo>
                      <a:pt x="13556" y="12909"/>
                    </a:lnTo>
                    <a:lnTo>
                      <a:pt x="13233" y="12785"/>
                    </a:lnTo>
                    <a:lnTo>
                      <a:pt x="12910" y="12660"/>
                    </a:lnTo>
                    <a:lnTo>
                      <a:pt x="12586" y="12511"/>
                    </a:lnTo>
                    <a:lnTo>
                      <a:pt x="12288" y="12337"/>
                    </a:lnTo>
                    <a:lnTo>
                      <a:pt x="11989" y="12138"/>
                    </a:lnTo>
                    <a:lnTo>
                      <a:pt x="11741" y="12536"/>
                    </a:lnTo>
                    <a:lnTo>
                      <a:pt x="11492" y="12909"/>
                    </a:lnTo>
                    <a:lnTo>
                      <a:pt x="11194" y="13257"/>
                    </a:lnTo>
                    <a:lnTo>
                      <a:pt x="10845" y="13605"/>
                    </a:lnTo>
                    <a:lnTo>
                      <a:pt x="10497" y="13904"/>
                    </a:lnTo>
                    <a:lnTo>
                      <a:pt x="10099" y="14202"/>
                    </a:lnTo>
                    <a:lnTo>
                      <a:pt x="9701" y="14451"/>
                    </a:lnTo>
                    <a:lnTo>
                      <a:pt x="9253" y="14675"/>
                    </a:lnTo>
                    <a:lnTo>
                      <a:pt x="9179" y="14700"/>
                    </a:lnTo>
                    <a:lnTo>
                      <a:pt x="9104" y="14725"/>
                    </a:lnTo>
                    <a:lnTo>
                      <a:pt x="9005" y="14700"/>
                    </a:lnTo>
                    <a:lnTo>
                      <a:pt x="8930" y="14675"/>
                    </a:lnTo>
                    <a:lnTo>
                      <a:pt x="8856" y="14600"/>
                    </a:lnTo>
                    <a:lnTo>
                      <a:pt x="8781" y="14526"/>
                    </a:lnTo>
                    <a:lnTo>
                      <a:pt x="8756" y="14376"/>
                    </a:lnTo>
                    <a:lnTo>
                      <a:pt x="8781" y="14252"/>
                    </a:lnTo>
                    <a:lnTo>
                      <a:pt x="8831" y="14128"/>
                    </a:lnTo>
                    <a:lnTo>
                      <a:pt x="8955" y="14028"/>
                    </a:lnTo>
                    <a:lnTo>
                      <a:pt x="9353" y="13829"/>
                    </a:lnTo>
                    <a:lnTo>
                      <a:pt x="9726" y="13580"/>
                    </a:lnTo>
                    <a:lnTo>
                      <a:pt x="10074" y="13332"/>
                    </a:lnTo>
                    <a:lnTo>
                      <a:pt x="10398" y="13033"/>
                    </a:lnTo>
                    <a:lnTo>
                      <a:pt x="10696" y="12735"/>
                    </a:lnTo>
                    <a:lnTo>
                      <a:pt x="10970" y="12411"/>
                    </a:lnTo>
                    <a:lnTo>
                      <a:pt x="11218" y="12063"/>
                    </a:lnTo>
                    <a:lnTo>
                      <a:pt x="11417" y="11715"/>
                    </a:lnTo>
                    <a:lnTo>
                      <a:pt x="11144" y="11466"/>
                    </a:lnTo>
                    <a:lnTo>
                      <a:pt x="10895" y="11193"/>
                    </a:lnTo>
                    <a:lnTo>
                      <a:pt x="10696" y="10919"/>
                    </a:lnTo>
                    <a:lnTo>
                      <a:pt x="10497" y="10646"/>
                    </a:lnTo>
                    <a:lnTo>
                      <a:pt x="10323" y="10347"/>
                    </a:lnTo>
                    <a:lnTo>
                      <a:pt x="10174" y="10049"/>
                    </a:lnTo>
                    <a:lnTo>
                      <a:pt x="10049" y="9750"/>
                    </a:lnTo>
                    <a:lnTo>
                      <a:pt x="9950" y="9427"/>
                    </a:lnTo>
                    <a:lnTo>
                      <a:pt x="9900" y="9054"/>
                    </a:lnTo>
                    <a:lnTo>
                      <a:pt x="9850" y="8705"/>
                    </a:lnTo>
                    <a:lnTo>
                      <a:pt x="9403" y="8755"/>
                    </a:lnTo>
                    <a:lnTo>
                      <a:pt x="8955" y="8855"/>
                    </a:lnTo>
                    <a:lnTo>
                      <a:pt x="8532" y="8979"/>
                    </a:lnTo>
                    <a:lnTo>
                      <a:pt x="8109" y="9153"/>
                    </a:lnTo>
                    <a:lnTo>
                      <a:pt x="7736" y="9377"/>
                    </a:lnTo>
                    <a:lnTo>
                      <a:pt x="7388" y="9651"/>
                    </a:lnTo>
                    <a:lnTo>
                      <a:pt x="7065" y="9949"/>
                    </a:lnTo>
                    <a:lnTo>
                      <a:pt x="6791" y="10272"/>
                    </a:lnTo>
                    <a:lnTo>
                      <a:pt x="6741" y="10347"/>
                    </a:lnTo>
                    <a:lnTo>
                      <a:pt x="6667" y="10397"/>
                    </a:lnTo>
                    <a:lnTo>
                      <a:pt x="6592" y="10422"/>
                    </a:lnTo>
                    <a:lnTo>
                      <a:pt x="6393" y="10422"/>
                    </a:lnTo>
                    <a:lnTo>
                      <a:pt x="6294" y="10372"/>
                    </a:lnTo>
                    <a:lnTo>
                      <a:pt x="6194" y="10272"/>
                    </a:lnTo>
                    <a:lnTo>
                      <a:pt x="6144" y="10123"/>
                    </a:lnTo>
                    <a:lnTo>
                      <a:pt x="6169" y="9999"/>
                    </a:lnTo>
                    <a:lnTo>
                      <a:pt x="6219" y="9874"/>
                    </a:lnTo>
                    <a:lnTo>
                      <a:pt x="6368" y="9651"/>
                    </a:lnTo>
                    <a:lnTo>
                      <a:pt x="6542" y="9477"/>
                    </a:lnTo>
                    <a:lnTo>
                      <a:pt x="6716" y="9278"/>
                    </a:lnTo>
                    <a:lnTo>
                      <a:pt x="6915" y="9103"/>
                    </a:lnTo>
                    <a:lnTo>
                      <a:pt x="7338" y="8805"/>
                    </a:lnTo>
                    <a:lnTo>
                      <a:pt x="7786" y="8531"/>
                    </a:lnTo>
                    <a:lnTo>
                      <a:pt x="8259" y="8332"/>
                    </a:lnTo>
                    <a:lnTo>
                      <a:pt x="8756" y="8158"/>
                    </a:lnTo>
                    <a:lnTo>
                      <a:pt x="9278" y="8059"/>
                    </a:lnTo>
                    <a:lnTo>
                      <a:pt x="9801" y="8009"/>
                    </a:lnTo>
                    <a:lnTo>
                      <a:pt x="9801" y="7934"/>
                    </a:lnTo>
                    <a:lnTo>
                      <a:pt x="9776" y="7462"/>
                    </a:lnTo>
                    <a:lnTo>
                      <a:pt x="9751" y="7014"/>
                    </a:lnTo>
                    <a:lnTo>
                      <a:pt x="9676" y="6591"/>
                    </a:lnTo>
                    <a:lnTo>
                      <a:pt x="9627" y="6367"/>
                    </a:lnTo>
                    <a:lnTo>
                      <a:pt x="9552" y="6169"/>
                    </a:lnTo>
                    <a:lnTo>
                      <a:pt x="9403" y="5895"/>
                    </a:lnTo>
                    <a:lnTo>
                      <a:pt x="9253" y="5646"/>
                    </a:lnTo>
                    <a:lnTo>
                      <a:pt x="9079" y="5373"/>
                    </a:lnTo>
                    <a:lnTo>
                      <a:pt x="8880" y="5149"/>
                    </a:lnTo>
                    <a:lnTo>
                      <a:pt x="8433" y="4676"/>
                    </a:lnTo>
                    <a:lnTo>
                      <a:pt x="7960" y="4253"/>
                    </a:lnTo>
                    <a:lnTo>
                      <a:pt x="7761" y="4054"/>
                    </a:lnTo>
                    <a:lnTo>
                      <a:pt x="7264" y="3607"/>
                    </a:lnTo>
                    <a:lnTo>
                      <a:pt x="6766" y="3134"/>
                    </a:lnTo>
                    <a:lnTo>
                      <a:pt x="6169" y="3308"/>
                    </a:lnTo>
                    <a:lnTo>
                      <a:pt x="5597" y="3507"/>
                    </a:lnTo>
                    <a:lnTo>
                      <a:pt x="5025" y="3781"/>
                    </a:lnTo>
                    <a:lnTo>
                      <a:pt x="4503" y="4079"/>
                    </a:lnTo>
                    <a:lnTo>
                      <a:pt x="4030" y="4403"/>
                    </a:lnTo>
                    <a:lnTo>
                      <a:pt x="3558" y="4776"/>
                    </a:lnTo>
                    <a:lnTo>
                      <a:pt x="3160" y="5198"/>
                    </a:lnTo>
                    <a:lnTo>
                      <a:pt x="2812" y="5621"/>
                    </a:lnTo>
                    <a:lnTo>
                      <a:pt x="2737" y="5696"/>
                    </a:lnTo>
                    <a:lnTo>
                      <a:pt x="2662" y="5746"/>
                    </a:lnTo>
                    <a:lnTo>
                      <a:pt x="2588" y="5771"/>
                    </a:lnTo>
                    <a:lnTo>
                      <a:pt x="2414" y="5771"/>
                    </a:lnTo>
                    <a:lnTo>
                      <a:pt x="2314" y="5721"/>
                    </a:lnTo>
                    <a:lnTo>
                      <a:pt x="2215" y="5596"/>
                    </a:lnTo>
                    <a:lnTo>
                      <a:pt x="2165" y="5472"/>
                    </a:lnTo>
                    <a:lnTo>
                      <a:pt x="2165" y="5348"/>
                    </a:lnTo>
                    <a:lnTo>
                      <a:pt x="2239" y="5223"/>
                    </a:lnTo>
                    <a:lnTo>
                      <a:pt x="2613" y="4751"/>
                    </a:lnTo>
                    <a:lnTo>
                      <a:pt x="3011" y="4328"/>
                    </a:lnTo>
                    <a:lnTo>
                      <a:pt x="3483" y="3930"/>
                    </a:lnTo>
                    <a:lnTo>
                      <a:pt x="3981" y="3582"/>
                    </a:lnTo>
                    <a:lnTo>
                      <a:pt x="4503" y="3258"/>
                    </a:lnTo>
                    <a:lnTo>
                      <a:pt x="5075" y="2960"/>
                    </a:lnTo>
                    <a:lnTo>
                      <a:pt x="5672" y="2736"/>
                    </a:lnTo>
                    <a:lnTo>
                      <a:pt x="6269" y="2537"/>
                    </a:lnTo>
                    <a:lnTo>
                      <a:pt x="6045" y="2214"/>
                    </a:lnTo>
                    <a:lnTo>
                      <a:pt x="5921" y="1965"/>
                    </a:lnTo>
                    <a:lnTo>
                      <a:pt x="5796" y="1716"/>
                    </a:lnTo>
                    <a:lnTo>
                      <a:pt x="5697" y="1443"/>
                    </a:lnTo>
                    <a:lnTo>
                      <a:pt x="5622" y="1144"/>
                    </a:lnTo>
                    <a:lnTo>
                      <a:pt x="5572" y="871"/>
                    </a:lnTo>
                    <a:lnTo>
                      <a:pt x="5547" y="572"/>
                    </a:lnTo>
                    <a:lnTo>
                      <a:pt x="5547" y="274"/>
                    </a:lnTo>
                    <a:lnTo>
                      <a:pt x="55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2256621" y="1553473"/>
                <a:ext cx="114901" cy="309757"/>
              </a:xfrm>
              <a:custGeom>
                <a:avLst/>
                <a:gdLst/>
                <a:ahLst/>
                <a:cxnLst/>
                <a:rect l="l" t="t" r="r" b="b"/>
                <a:pathLst>
                  <a:path w="5573" h="15024" fill="none" extrusionOk="0">
                    <a:moveTo>
                      <a:pt x="5572" y="1"/>
                    </a:moveTo>
                    <a:lnTo>
                      <a:pt x="5572" y="6891"/>
                    </a:lnTo>
                    <a:lnTo>
                      <a:pt x="1" y="10074"/>
                    </a:lnTo>
                    <a:lnTo>
                      <a:pt x="1" y="15024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2224829" y="1863210"/>
                <a:ext cx="63110" cy="63110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3061" fill="none" extrusionOk="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60" y="1692"/>
                    </a:lnTo>
                    <a:lnTo>
                      <a:pt x="3035" y="1841"/>
                    </a:lnTo>
                    <a:lnTo>
                      <a:pt x="2986" y="1991"/>
                    </a:lnTo>
                    <a:lnTo>
                      <a:pt x="2936" y="2140"/>
                    </a:lnTo>
                    <a:lnTo>
                      <a:pt x="2787" y="2389"/>
                    </a:lnTo>
                    <a:lnTo>
                      <a:pt x="2612" y="2612"/>
                    </a:lnTo>
                    <a:lnTo>
                      <a:pt x="2389" y="2786"/>
                    </a:lnTo>
                    <a:lnTo>
                      <a:pt x="2115" y="2936"/>
                    </a:lnTo>
                    <a:lnTo>
                      <a:pt x="1991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43" y="3060"/>
                    </a:lnTo>
                    <a:lnTo>
                      <a:pt x="1543" y="3060"/>
                    </a:lnTo>
                    <a:lnTo>
                      <a:pt x="1369" y="3060"/>
                    </a:lnTo>
                    <a:lnTo>
                      <a:pt x="1220" y="3035"/>
                    </a:lnTo>
                    <a:lnTo>
                      <a:pt x="1070" y="2985"/>
                    </a:lnTo>
                    <a:lnTo>
                      <a:pt x="946" y="2936"/>
                    </a:lnTo>
                    <a:lnTo>
                      <a:pt x="672" y="2786"/>
                    </a:lnTo>
                    <a:lnTo>
                      <a:pt x="449" y="2612"/>
                    </a:lnTo>
                    <a:lnTo>
                      <a:pt x="274" y="2389"/>
                    </a:lnTo>
                    <a:lnTo>
                      <a:pt x="125" y="2140"/>
                    </a:lnTo>
                    <a:lnTo>
                      <a:pt x="75" y="1991"/>
                    </a:lnTo>
                    <a:lnTo>
                      <a:pt x="26" y="1841"/>
                    </a:lnTo>
                    <a:lnTo>
                      <a:pt x="1" y="1692"/>
                    </a:lnTo>
                    <a:lnTo>
                      <a:pt x="1" y="1543"/>
                    </a:lnTo>
                    <a:lnTo>
                      <a:pt x="1" y="1543"/>
                    </a:lnTo>
                    <a:lnTo>
                      <a:pt x="1" y="1369"/>
                    </a:lnTo>
                    <a:lnTo>
                      <a:pt x="26" y="1220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74" y="672"/>
                    </a:lnTo>
                    <a:lnTo>
                      <a:pt x="449" y="448"/>
                    </a:lnTo>
                    <a:lnTo>
                      <a:pt x="672" y="274"/>
                    </a:lnTo>
                    <a:lnTo>
                      <a:pt x="946" y="125"/>
                    </a:lnTo>
                    <a:lnTo>
                      <a:pt x="1070" y="75"/>
                    </a:lnTo>
                    <a:lnTo>
                      <a:pt x="1220" y="51"/>
                    </a:lnTo>
                    <a:lnTo>
                      <a:pt x="1369" y="26"/>
                    </a:lnTo>
                    <a:lnTo>
                      <a:pt x="1543" y="1"/>
                    </a:lnTo>
                    <a:lnTo>
                      <a:pt x="1543" y="1"/>
                    </a:lnTo>
                    <a:lnTo>
                      <a:pt x="1692" y="26"/>
                    </a:lnTo>
                    <a:lnTo>
                      <a:pt x="1841" y="51"/>
                    </a:lnTo>
                    <a:lnTo>
                      <a:pt x="1991" y="75"/>
                    </a:lnTo>
                    <a:lnTo>
                      <a:pt x="2115" y="125"/>
                    </a:lnTo>
                    <a:lnTo>
                      <a:pt x="2389" y="274"/>
                    </a:lnTo>
                    <a:lnTo>
                      <a:pt x="2612" y="448"/>
                    </a:lnTo>
                    <a:lnTo>
                      <a:pt x="2787" y="672"/>
                    </a:lnTo>
                    <a:lnTo>
                      <a:pt x="2936" y="946"/>
                    </a:lnTo>
                    <a:lnTo>
                      <a:pt x="2986" y="1070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2443292" y="1469890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2503289" y="1469890"/>
                <a:ext cx="20535" cy="320520"/>
              </a:xfrm>
              <a:custGeom>
                <a:avLst/>
                <a:gdLst/>
                <a:ahLst/>
                <a:cxnLst/>
                <a:rect l="l" t="t" r="r" b="b"/>
                <a:pathLst>
                  <a:path w="996" h="15546" fill="none" extrusionOk="0">
                    <a:moveTo>
                      <a:pt x="1" y="1"/>
                    </a:moveTo>
                    <a:lnTo>
                      <a:pt x="1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2325340" y="1721671"/>
                <a:ext cx="21" cy="94387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8" fill="none" extrusionOk="0">
                    <a:moveTo>
                      <a:pt x="1" y="1"/>
                    </a:moveTo>
                    <a:lnTo>
                      <a:pt x="1" y="457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2371502" y="1458097"/>
                <a:ext cx="10783" cy="93356"/>
              </a:xfrm>
              <a:custGeom>
                <a:avLst/>
                <a:gdLst/>
                <a:ahLst/>
                <a:cxnLst/>
                <a:rect l="l" t="t" r="r" b="b"/>
                <a:pathLst>
                  <a:path w="523" h="4528" fill="none" extrusionOk="0">
                    <a:moveTo>
                      <a:pt x="0" y="4527"/>
                    </a:moveTo>
                    <a:lnTo>
                      <a:pt x="523" y="4179"/>
                    </a:lnTo>
                    <a:lnTo>
                      <a:pt x="523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2412016" y="1658602"/>
                <a:ext cx="63090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60" fill="none" extrusionOk="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35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4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45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74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5" y="946"/>
                    </a:lnTo>
                    <a:lnTo>
                      <a:pt x="274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45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92" y="26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4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35" y="1219"/>
                    </a:lnTo>
                    <a:lnTo>
                      <a:pt x="3035" y="1394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2256622" y="1992956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1" y="10347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2443292" y="1721671"/>
                <a:ext cx="126674" cy="405670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6" fill="none" extrusionOk="0">
                    <a:moveTo>
                      <a:pt x="6144" y="19675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2325340" y="1784760"/>
                <a:ext cx="46183" cy="387691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8804" fill="none" extrusionOk="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8804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2443292" y="2074498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2443292" y="193809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2523804" y="1846283"/>
                <a:ext cx="21" cy="313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9" fill="none" extrusionOk="0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2889950" y="1846283"/>
                <a:ext cx="63090" cy="62595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36" fill="none" extrusionOk="0">
                    <a:moveTo>
                      <a:pt x="3060" y="1518"/>
                    </a:moveTo>
                    <a:lnTo>
                      <a:pt x="3060" y="1518"/>
                    </a:lnTo>
                    <a:lnTo>
                      <a:pt x="3060" y="1667"/>
                    </a:lnTo>
                    <a:lnTo>
                      <a:pt x="3035" y="1817"/>
                    </a:lnTo>
                    <a:lnTo>
                      <a:pt x="2985" y="1966"/>
                    </a:lnTo>
                    <a:lnTo>
                      <a:pt x="2935" y="2115"/>
                    </a:lnTo>
                    <a:lnTo>
                      <a:pt x="2786" y="2364"/>
                    </a:lnTo>
                    <a:lnTo>
                      <a:pt x="2612" y="2588"/>
                    </a:lnTo>
                    <a:lnTo>
                      <a:pt x="2388" y="2787"/>
                    </a:lnTo>
                    <a:lnTo>
                      <a:pt x="2114" y="2911"/>
                    </a:lnTo>
                    <a:lnTo>
                      <a:pt x="1990" y="2986"/>
                    </a:lnTo>
                    <a:lnTo>
                      <a:pt x="1841" y="3011"/>
                    </a:lnTo>
                    <a:lnTo>
                      <a:pt x="1692" y="3035"/>
                    </a:lnTo>
                    <a:lnTo>
                      <a:pt x="1542" y="3035"/>
                    </a:lnTo>
                    <a:lnTo>
                      <a:pt x="1542" y="3035"/>
                    </a:lnTo>
                    <a:lnTo>
                      <a:pt x="1368" y="3035"/>
                    </a:lnTo>
                    <a:lnTo>
                      <a:pt x="1219" y="3011"/>
                    </a:lnTo>
                    <a:lnTo>
                      <a:pt x="1070" y="2986"/>
                    </a:lnTo>
                    <a:lnTo>
                      <a:pt x="945" y="2911"/>
                    </a:lnTo>
                    <a:lnTo>
                      <a:pt x="672" y="2787"/>
                    </a:lnTo>
                    <a:lnTo>
                      <a:pt x="448" y="2588"/>
                    </a:lnTo>
                    <a:lnTo>
                      <a:pt x="274" y="2364"/>
                    </a:lnTo>
                    <a:lnTo>
                      <a:pt x="125" y="2115"/>
                    </a:lnTo>
                    <a:lnTo>
                      <a:pt x="75" y="1966"/>
                    </a:lnTo>
                    <a:lnTo>
                      <a:pt x="25" y="1817"/>
                    </a:lnTo>
                    <a:lnTo>
                      <a:pt x="0" y="1667"/>
                    </a:lnTo>
                    <a:lnTo>
                      <a:pt x="0" y="1518"/>
                    </a:lnTo>
                    <a:lnTo>
                      <a:pt x="0" y="1518"/>
                    </a:lnTo>
                    <a:lnTo>
                      <a:pt x="0" y="1369"/>
                    </a:lnTo>
                    <a:lnTo>
                      <a:pt x="25" y="1220"/>
                    </a:lnTo>
                    <a:lnTo>
                      <a:pt x="75" y="1071"/>
                    </a:lnTo>
                    <a:lnTo>
                      <a:pt x="125" y="921"/>
                    </a:lnTo>
                    <a:lnTo>
                      <a:pt x="274" y="673"/>
                    </a:lnTo>
                    <a:lnTo>
                      <a:pt x="448" y="449"/>
                    </a:lnTo>
                    <a:lnTo>
                      <a:pt x="672" y="250"/>
                    </a:lnTo>
                    <a:lnTo>
                      <a:pt x="945" y="100"/>
                    </a:lnTo>
                    <a:lnTo>
                      <a:pt x="1070" y="51"/>
                    </a:lnTo>
                    <a:lnTo>
                      <a:pt x="1219" y="26"/>
                    </a:lnTo>
                    <a:lnTo>
                      <a:pt x="1368" y="1"/>
                    </a:lnTo>
                    <a:lnTo>
                      <a:pt x="1542" y="1"/>
                    </a:lnTo>
                    <a:lnTo>
                      <a:pt x="1542" y="1"/>
                    </a:lnTo>
                    <a:lnTo>
                      <a:pt x="1692" y="1"/>
                    </a:lnTo>
                    <a:lnTo>
                      <a:pt x="1841" y="26"/>
                    </a:lnTo>
                    <a:lnTo>
                      <a:pt x="1990" y="51"/>
                    </a:lnTo>
                    <a:lnTo>
                      <a:pt x="2114" y="100"/>
                    </a:lnTo>
                    <a:lnTo>
                      <a:pt x="2388" y="250"/>
                    </a:lnTo>
                    <a:lnTo>
                      <a:pt x="2612" y="449"/>
                    </a:lnTo>
                    <a:lnTo>
                      <a:pt x="2786" y="673"/>
                    </a:lnTo>
                    <a:lnTo>
                      <a:pt x="2935" y="921"/>
                    </a:lnTo>
                    <a:lnTo>
                      <a:pt x="2985" y="1071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18"/>
                    </a:lnTo>
                    <a:lnTo>
                      <a:pt x="3060" y="1518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2714062" y="1658602"/>
                <a:ext cx="62574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0" fill="none" extrusionOk="0">
                    <a:moveTo>
                      <a:pt x="3034" y="1543"/>
                    </a:moveTo>
                    <a:lnTo>
                      <a:pt x="3034" y="1543"/>
                    </a:lnTo>
                    <a:lnTo>
                      <a:pt x="3034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63" y="2811"/>
                    </a:lnTo>
                    <a:lnTo>
                      <a:pt x="2114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6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0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4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4" y="946"/>
                    </a:lnTo>
                    <a:lnTo>
                      <a:pt x="249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66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4" y="125"/>
                    </a:lnTo>
                    <a:lnTo>
                      <a:pt x="2363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10" y="1219"/>
                    </a:lnTo>
                    <a:lnTo>
                      <a:pt x="3034" y="1394"/>
                    </a:lnTo>
                    <a:lnTo>
                      <a:pt x="3034" y="1543"/>
                    </a:lnTo>
                    <a:lnTo>
                      <a:pt x="3034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2745339" y="1469890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2804820" y="1469890"/>
                <a:ext cx="20535" cy="320520"/>
              </a:xfrm>
              <a:custGeom>
                <a:avLst/>
                <a:gdLst/>
                <a:ahLst/>
                <a:cxnLst/>
                <a:rect l="l" t="t" r="r" b="b"/>
                <a:pathLst>
                  <a:path w="996" h="15546" fill="none" extrusionOk="0">
                    <a:moveTo>
                      <a:pt x="0" y="1"/>
                    </a:moveTo>
                    <a:lnTo>
                      <a:pt x="0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2745339" y="1721671"/>
                <a:ext cx="126674" cy="43436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21068" fill="none" extrusionOk="0">
                    <a:moveTo>
                      <a:pt x="6144" y="21068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2623799" y="1728866"/>
                <a:ext cx="21" cy="94366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7" fill="none" extrusionOk="0">
                    <a:moveTo>
                      <a:pt x="0" y="0"/>
                    </a:moveTo>
                    <a:lnTo>
                      <a:pt x="0" y="4577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2627386" y="1784760"/>
                <a:ext cx="46183" cy="33538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6267" fill="none" extrusionOk="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6267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2745339" y="2074498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2745339" y="193809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2673549" y="1458097"/>
                <a:ext cx="10268" cy="93356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528" fill="none" extrusionOk="0">
                    <a:moveTo>
                      <a:pt x="0" y="4527"/>
                    </a:moveTo>
                    <a:lnTo>
                      <a:pt x="498" y="4179"/>
                    </a:lnTo>
                    <a:lnTo>
                      <a:pt x="498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2825335" y="1846283"/>
                <a:ext cx="21" cy="313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9" fill="none" extrusionOk="0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2563286" y="1469890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1" y="1"/>
                    </a:moveTo>
                    <a:lnTo>
                      <a:pt x="1" y="256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2563286" y="1565782"/>
                <a:ext cx="57976" cy="9181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453" fill="none" extrusionOk="0">
                    <a:moveTo>
                      <a:pt x="1" y="1"/>
                    </a:moveTo>
                    <a:lnTo>
                      <a:pt x="2811" y="971"/>
                    </a:lnTo>
                    <a:lnTo>
                      <a:pt x="2811" y="445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2569946" y="1553473"/>
                <a:ext cx="103624" cy="352848"/>
              </a:xfrm>
              <a:custGeom>
                <a:avLst/>
                <a:gdLst/>
                <a:ahLst/>
                <a:cxnLst/>
                <a:rect l="l" t="t" r="r" b="b"/>
                <a:pathLst>
                  <a:path w="5026" h="17114" fill="none" extrusionOk="0">
                    <a:moveTo>
                      <a:pt x="1" y="17113"/>
                    </a:moveTo>
                    <a:lnTo>
                      <a:pt x="1" y="10074"/>
                    </a:lnTo>
                    <a:lnTo>
                      <a:pt x="5025" y="6891"/>
                    </a:lnTo>
                    <a:lnTo>
                      <a:pt x="5025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2367399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2427912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2488424" y="881693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2548936" y="881693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2608933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2669446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2729958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2790450" y="881693"/>
                <a:ext cx="29772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2538" extrusionOk="0">
                    <a:moveTo>
                      <a:pt x="1" y="1"/>
                    </a:moveTo>
                    <a:lnTo>
                      <a:pt x="1" y="2538"/>
                    </a:lnTo>
                    <a:lnTo>
                      <a:pt x="1444" y="2538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2367399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2427912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2488424" y="1422717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2548936" y="1422717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2608933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2669446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2729958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2790450" y="1422717"/>
                <a:ext cx="29772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2538" extrusionOk="0">
                    <a:moveTo>
                      <a:pt x="1" y="0"/>
                    </a:moveTo>
                    <a:lnTo>
                      <a:pt x="1" y="2537"/>
                    </a:lnTo>
                    <a:lnTo>
                      <a:pt x="1444" y="2537"/>
                    </a:lnTo>
                    <a:lnTo>
                      <a:pt x="1444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2841746" y="951958"/>
                <a:ext cx="51812" cy="29256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19" extrusionOk="0">
                    <a:moveTo>
                      <a:pt x="0" y="1"/>
                    </a:moveTo>
                    <a:lnTo>
                      <a:pt x="0" y="1418"/>
                    </a:lnTo>
                    <a:lnTo>
                      <a:pt x="2512" y="1418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2841746" y="1011955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2841746" y="1072467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5" name="Google Shape;135;p15"/>
              <p:cNvSpPr/>
              <p:nvPr/>
            </p:nvSpPr>
            <p:spPr>
              <a:xfrm>
                <a:off x="2841746" y="1132979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" name="Google Shape;136;p15"/>
              <p:cNvSpPr/>
              <p:nvPr/>
            </p:nvSpPr>
            <p:spPr>
              <a:xfrm>
                <a:off x="2841746" y="1193492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>
                <a:off x="2841746" y="1254004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2841746" y="1314516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2841746" y="1375029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2294063" y="951958"/>
                <a:ext cx="51812" cy="29256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19" extrusionOk="0">
                    <a:moveTo>
                      <a:pt x="1" y="1"/>
                    </a:moveTo>
                    <a:lnTo>
                      <a:pt x="1" y="1418"/>
                    </a:lnTo>
                    <a:lnTo>
                      <a:pt x="2513" y="141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1" name="Google Shape;141;p15"/>
              <p:cNvSpPr/>
              <p:nvPr/>
            </p:nvSpPr>
            <p:spPr>
              <a:xfrm>
                <a:off x="2294063" y="1011955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>
                <a:off x="2294063" y="1072467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2294063" y="1132979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2294063" y="1193492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>
                <a:off x="2294063" y="1254004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" name="Google Shape;146;p15"/>
              <p:cNvSpPr/>
              <p:nvPr/>
            </p:nvSpPr>
            <p:spPr>
              <a:xfrm>
                <a:off x="2294063" y="1314516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>
                <a:off x="2294063" y="1375029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" name="Google Shape;148;p15"/>
              <p:cNvSpPr/>
              <p:nvPr/>
            </p:nvSpPr>
            <p:spPr>
              <a:xfrm>
                <a:off x="2341751" y="925815"/>
                <a:ext cx="504118" cy="504613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24475" extrusionOk="0">
                    <a:moveTo>
                      <a:pt x="1" y="0"/>
                    </a:moveTo>
                    <a:lnTo>
                      <a:pt x="1" y="24474"/>
                    </a:lnTo>
                    <a:lnTo>
                      <a:pt x="24450" y="24474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" name="Google Shape;149;p15"/>
              <p:cNvSpPr/>
              <p:nvPr/>
            </p:nvSpPr>
            <p:spPr>
              <a:xfrm>
                <a:off x="2376636" y="961194"/>
                <a:ext cx="434349" cy="433854"/>
              </a:xfrm>
              <a:custGeom>
                <a:avLst/>
                <a:gdLst/>
                <a:ahLst/>
                <a:cxnLst/>
                <a:rect l="l" t="t" r="r" b="b"/>
                <a:pathLst>
                  <a:path w="21067" h="21043" extrusionOk="0">
                    <a:moveTo>
                      <a:pt x="3084" y="0"/>
                    </a:moveTo>
                    <a:lnTo>
                      <a:pt x="0" y="3234"/>
                    </a:lnTo>
                    <a:lnTo>
                      <a:pt x="0" y="21042"/>
                    </a:lnTo>
                    <a:lnTo>
                      <a:pt x="21067" y="21042"/>
                    </a:lnTo>
                    <a:lnTo>
                      <a:pt x="210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2341751" y="1395028"/>
                <a:ext cx="504118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1717" extrusionOk="0">
                    <a:moveTo>
                      <a:pt x="1692" y="0"/>
                    </a:moveTo>
                    <a:lnTo>
                      <a:pt x="1" y="1716"/>
                    </a:lnTo>
                    <a:lnTo>
                      <a:pt x="24450" y="1716"/>
                    </a:lnTo>
                    <a:lnTo>
                      <a:pt x="22759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" name="Google Shape;151;p15"/>
              <p:cNvSpPr/>
              <p:nvPr/>
            </p:nvSpPr>
            <p:spPr>
              <a:xfrm>
                <a:off x="2341751" y="925815"/>
                <a:ext cx="504118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1717" extrusionOk="0">
                    <a:moveTo>
                      <a:pt x="1" y="0"/>
                    </a:moveTo>
                    <a:lnTo>
                      <a:pt x="1692" y="1716"/>
                    </a:lnTo>
                    <a:lnTo>
                      <a:pt x="22759" y="1716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>
                <a:off x="2341751" y="925815"/>
                <a:ext cx="34905" cy="504613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24475" extrusionOk="0">
                    <a:moveTo>
                      <a:pt x="1" y="0"/>
                    </a:moveTo>
                    <a:lnTo>
                      <a:pt x="1" y="24474"/>
                    </a:lnTo>
                    <a:lnTo>
                      <a:pt x="1692" y="22758"/>
                    </a:lnTo>
                    <a:lnTo>
                      <a:pt x="1692" y="17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3" name="Google Shape;153;p15"/>
              <p:cNvSpPr/>
              <p:nvPr/>
            </p:nvSpPr>
            <p:spPr>
              <a:xfrm>
                <a:off x="2427912" y="1128361"/>
                <a:ext cx="97954" cy="114386"/>
              </a:xfrm>
              <a:custGeom>
                <a:avLst/>
                <a:gdLst/>
                <a:ahLst/>
                <a:cxnLst/>
                <a:rect l="l" t="t" r="r" b="b"/>
                <a:pathLst>
                  <a:path w="4751" h="5548" extrusionOk="0">
                    <a:moveTo>
                      <a:pt x="2537" y="1"/>
                    </a:moveTo>
                    <a:lnTo>
                      <a:pt x="2264" y="50"/>
                    </a:lnTo>
                    <a:lnTo>
                      <a:pt x="1965" y="100"/>
                    </a:lnTo>
                    <a:lnTo>
                      <a:pt x="1716" y="175"/>
                    </a:lnTo>
                    <a:lnTo>
                      <a:pt x="1443" y="299"/>
                    </a:lnTo>
                    <a:lnTo>
                      <a:pt x="1219" y="423"/>
                    </a:lnTo>
                    <a:lnTo>
                      <a:pt x="995" y="573"/>
                    </a:lnTo>
                    <a:lnTo>
                      <a:pt x="796" y="747"/>
                    </a:lnTo>
                    <a:lnTo>
                      <a:pt x="622" y="921"/>
                    </a:lnTo>
                    <a:lnTo>
                      <a:pt x="473" y="1145"/>
                    </a:lnTo>
                    <a:lnTo>
                      <a:pt x="324" y="1369"/>
                    </a:lnTo>
                    <a:lnTo>
                      <a:pt x="199" y="1617"/>
                    </a:lnTo>
                    <a:lnTo>
                      <a:pt x="125" y="1891"/>
                    </a:lnTo>
                    <a:lnTo>
                      <a:pt x="50" y="2165"/>
                    </a:lnTo>
                    <a:lnTo>
                      <a:pt x="0" y="2463"/>
                    </a:lnTo>
                    <a:lnTo>
                      <a:pt x="0" y="2761"/>
                    </a:lnTo>
                    <a:lnTo>
                      <a:pt x="0" y="3085"/>
                    </a:lnTo>
                    <a:lnTo>
                      <a:pt x="50" y="3383"/>
                    </a:lnTo>
                    <a:lnTo>
                      <a:pt x="125" y="3657"/>
                    </a:lnTo>
                    <a:lnTo>
                      <a:pt x="199" y="3930"/>
                    </a:lnTo>
                    <a:lnTo>
                      <a:pt x="324" y="4179"/>
                    </a:lnTo>
                    <a:lnTo>
                      <a:pt x="473" y="4403"/>
                    </a:lnTo>
                    <a:lnTo>
                      <a:pt x="622" y="4602"/>
                    </a:lnTo>
                    <a:lnTo>
                      <a:pt x="796" y="4801"/>
                    </a:lnTo>
                    <a:lnTo>
                      <a:pt x="995" y="4975"/>
                    </a:lnTo>
                    <a:lnTo>
                      <a:pt x="1219" y="5124"/>
                    </a:lnTo>
                    <a:lnTo>
                      <a:pt x="1443" y="5249"/>
                    </a:lnTo>
                    <a:lnTo>
                      <a:pt x="1716" y="5348"/>
                    </a:lnTo>
                    <a:lnTo>
                      <a:pt x="1965" y="5448"/>
                    </a:lnTo>
                    <a:lnTo>
                      <a:pt x="2264" y="5497"/>
                    </a:lnTo>
                    <a:lnTo>
                      <a:pt x="2537" y="5547"/>
                    </a:lnTo>
                    <a:lnTo>
                      <a:pt x="3109" y="5547"/>
                    </a:lnTo>
                    <a:lnTo>
                      <a:pt x="3383" y="5497"/>
                    </a:lnTo>
                    <a:lnTo>
                      <a:pt x="3657" y="5423"/>
                    </a:lnTo>
                    <a:lnTo>
                      <a:pt x="3905" y="5323"/>
                    </a:lnTo>
                    <a:lnTo>
                      <a:pt x="4154" y="5199"/>
                    </a:lnTo>
                    <a:lnTo>
                      <a:pt x="4378" y="5050"/>
                    </a:lnTo>
                    <a:lnTo>
                      <a:pt x="4577" y="4851"/>
                    </a:lnTo>
                    <a:lnTo>
                      <a:pt x="4751" y="4627"/>
                    </a:lnTo>
                    <a:lnTo>
                      <a:pt x="3781" y="3906"/>
                    </a:lnTo>
                    <a:lnTo>
                      <a:pt x="3706" y="4030"/>
                    </a:lnTo>
                    <a:lnTo>
                      <a:pt x="3582" y="4154"/>
                    </a:lnTo>
                    <a:lnTo>
                      <a:pt x="3458" y="4254"/>
                    </a:lnTo>
                    <a:lnTo>
                      <a:pt x="3333" y="4328"/>
                    </a:lnTo>
                    <a:lnTo>
                      <a:pt x="3184" y="4403"/>
                    </a:lnTo>
                    <a:lnTo>
                      <a:pt x="3035" y="4428"/>
                    </a:lnTo>
                    <a:lnTo>
                      <a:pt x="2861" y="4478"/>
                    </a:lnTo>
                    <a:lnTo>
                      <a:pt x="2537" y="4478"/>
                    </a:lnTo>
                    <a:lnTo>
                      <a:pt x="2388" y="4453"/>
                    </a:lnTo>
                    <a:lnTo>
                      <a:pt x="2239" y="4403"/>
                    </a:lnTo>
                    <a:lnTo>
                      <a:pt x="2114" y="4353"/>
                    </a:lnTo>
                    <a:lnTo>
                      <a:pt x="1990" y="4279"/>
                    </a:lnTo>
                    <a:lnTo>
                      <a:pt x="1866" y="4204"/>
                    </a:lnTo>
                    <a:lnTo>
                      <a:pt x="1741" y="4105"/>
                    </a:lnTo>
                    <a:lnTo>
                      <a:pt x="1642" y="3980"/>
                    </a:lnTo>
                    <a:lnTo>
                      <a:pt x="1468" y="3756"/>
                    </a:lnTo>
                    <a:lnTo>
                      <a:pt x="1319" y="3458"/>
                    </a:lnTo>
                    <a:lnTo>
                      <a:pt x="1269" y="3284"/>
                    </a:lnTo>
                    <a:lnTo>
                      <a:pt x="1244" y="3135"/>
                    </a:lnTo>
                    <a:lnTo>
                      <a:pt x="1219" y="2960"/>
                    </a:lnTo>
                    <a:lnTo>
                      <a:pt x="1194" y="2761"/>
                    </a:lnTo>
                    <a:lnTo>
                      <a:pt x="1219" y="2587"/>
                    </a:lnTo>
                    <a:lnTo>
                      <a:pt x="1244" y="2413"/>
                    </a:lnTo>
                    <a:lnTo>
                      <a:pt x="1269" y="2239"/>
                    </a:lnTo>
                    <a:lnTo>
                      <a:pt x="1319" y="2090"/>
                    </a:lnTo>
                    <a:lnTo>
                      <a:pt x="1468" y="1791"/>
                    </a:lnTo>
                    <a:lnTo>
                      <a:pt x="1542" y="1667"/>
                    </a:lnTo>
                    <a:lnTo>
                      <a:pt x="1642" y="1543"/>
                    </a:lnTo>
                    <a:lnTo>
                      <a:pt x="1741" y="1443"/>
                    </a:lnTo>
                    <a:lnTo>
                      <a:pt x="1866" y="1344"/>
                    </a:lnTo>
                    <a:lnTo>
                      <a:pt x="1990" y="1269"/>
                    </a:lnTo>
                    <a:lnTo>
                      <a:pt x="2139" y="1194"/>
                    </a:lnTo>
                    <a:lnTo>
                      <a:pt x="2264" y="1145"/>
                    </a:lnTo>
                    <a:lnTo>
                      <a:pt x="2413" y="1095"/>
                    </a:lnTo>
                    <a:lnTo>
                      <a:pt x="2562" y="1070"/>
                    </a:lnTo>
                    <a:lnTo>
                      <a:pt x="2736" y="1070"/>
                    </a:lnTo>
                    <a:lnTo>
                      <a:pt x="3035" y="1095"/>
                    </a:lnTo>
                    <a:lnTo>
                      <a:pt x="3184" y="1120"/>
                    </a:lnTo>
                    <a:lnTo>
                      <a:pt x="3308" y="1170"/>
                    </a:lnTo>
                    <a:lnTo>
                      <a:pt x="3433" y="1244"/>
                    </a:lnTo>
                    <a:lnTo>
                      <a:pt x="3557" y="1319"/>
                    </a:lnTo>
                    <a:lnTo>
                      <a:pt x="3657" y="1393"/>
                    </a:lnTo>
                    <a:lnTo>
                      <a:pt x="3731" y="1493"/>
                    </a:lnTo>
                    <a:lnTo>
                      <a:pt x="4627" y="772"/>
                    </a:lnTo>
                    <a:lnTo>
                      <a:pt x="4452" y="573"/>
                    </a:lnTo>
                    <a:lnTo>
                      <a:pt x="4253" y="399"/>
                    </a:lnTo>
                    <a:lnTo>
                      <a:pt x="4030" y="274"/>
                    </a:lnTo>
                    <a:lnTo>
                      <a:pt x="3806" y="150"/>
                    </a:lnTo>
                    <a:lnTo>
                      <a:pt x="3557" y="75"/>
                    </a:lnTo>
                    <a:lnTo>
                      <a:pt x="3308" y="25"/>
                    </a:lnTo>
                    <a:lnTo>
                      <a:pt x="30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4" name="Google Shape;154;p15"/>
              <p:cNvSpPr/>
              <p:nvPr/>
            </p:nvSpPr>
            <p:spPr>
              <a:xfrm>
                <a:off x="2543287" y="1130918"/>
                <a:ext cx="81563" cy="109252"/>
              </a:xfrm>
              <a:custGeom>
                <a:avLst/>
                <a:gdLst/>
                <a:ahLst/>
                <a:cxnLst/>
                <a:rect l="l" t="t" r="r" b="b"/>
                <a:pathLst>
                  <a:path w="3956" h="5299" extrusionOk="0">
                    <a:moveTo>
                      <a:pt x="2090" y="996"/>
                    </a:moveTo>
                    <a:lnTo>
                      <a:pt x="2264" y="1046"/>
                    </a:lnTo>
                    <a:lnTo>
                      <a:pt x="2413" y="1095"/>
                    </a:lnTo>
                    <a:lnTo>
                      <a:pt x="2562" y="1170"/>
                    </a:lnTo>
                    <a:lnTo>
                      <a:pt x="2662" y="1294"/>
                    </a:lnTo>
                    <a:lnTo>
                      <a:pt x="2736" y="1419"/>
                    </a:lnTo>
                    <a:lnTo>
                      <a:pt x="2761" y="1618"/>
                    </a:lnTo>
                    <a:lnTo>
                      <a:pt x="2736" y="1767"/>
                    </a:lnTo>
                    <a:lnTo>
                      <a:pt x="2687" y="1916"/>
                    </a:lnTo>
                    <a:lnTo>
                      <a:pt x="2612" y="2016"/>
                    </a:lnTo>
                    <a:lnTo>
                      <a:pt x="2488" y="2115"/>
                    </a:lnTo>
                    <a:lnTo>
                      <a:pt x="2363" y="2165"/>
                    </a:lnTo>
                    <a:lnTo>
                      <a:pt x="2239" y="2215"/>
                    </a:lnTo>
                    <a:lnTo>
                      <a:pt x="2090" y="2240"/>
                    </a:lnTo>
                    <a:lnTo>
                      <a:pt x="1145" y="2240"/>
                    </a:lnTo>
                    <a:lnTo>
                      <a:pt x="1145" y="996"/>
                    </a:lnTo>
                    <a:close/>
                    <a:moveTo>
                      <a:pt x="1" y="1"/>
                    </a:moveTo>
                    <a:lnTo>
                      <a:pt x="1" y="5299"/>
                    </a:lnTo>
                    <a:lnTo>
                      <a:pt x="1145" y="5299"/>
                    </a:lnTo>
                    <a:lnTo>
                      <a:pt x="1145" y="3234"/>
                    </a:lnTo>
                    <a:lnTo>
                      <a:pt x="2015" y="3234"/>
                    </a:lnTo>
                    <a:lnTo>
                      <a:pt x="2413" y="3210"/>
                    </a:lnTo>
                    <a:lnTo>
                      <a:pt x="2786" y="3160"/>
                    </a:lnTo>
                    <a:lnTo>
                      <a:pt x="2960" y="3110"/>
                    </a:lnTo>
                    <a:lnTo>
                      <a:pt x="3110" y="3035"/>
                    </a:lnTo>
                    <a:lnTo>
                      <a:pt x="3259" y="2961"/>
                    </a:lnTo>
                    <a:lnTo>
                      <a:pt x="3408" y="2886"/>
                    </a:lnTo>
                    <a:lnTo>
                      <a:pt x="3532" y="2787"/>
                    </a:lnTo>
                    <a:lnTo>
                      <a:pt x="3632" y="2662"/>
                    </a:lnTo>
                    <a:lnTo>
                      <a:pt x="3731" y="2538"/>
                    </a:lnTo>
                    <a:lnTo>
                      <a:pt x="3806" y="2389"/>
                    </a:lnTo>
                    <a:lnTo>
                      <a:pt x="3881" y="2215"/>
                    </a:lnTo>
                    <a:lnTo>
                      <a:pt x="3930" y="2041"/>
                    </a:lnTo>
                    <a:lnTo>
                      <a:pt x="3955" y="1842"/>
                    </a:lnTo>
                    <a:lnTo>
                      <a:pt x="3955" y="1618"/>
                    </a:lnTo>
                    <a:lnTo>
                      <a:pt x="3955" y="1394"/>
                    </a:lnTo>
                    <a:lnTo>
                      <a:pt x="3930" y="1170"/>
                    </a:lnTo>
                    <a:lnTo>
                      <a:pt x="3881" y="996"/>
                    </a:lnTo>
                    <a:lnTo>
                      <a:pt x="3806" y="822"/>
                    </a:lnTo>
                    <a:lnTo>
                      <a:pt x="3707" y="673"/>
                    </a:lnTo>
                    <a:lnTo>
                      <a:pt x="3607" y="548"/>
                    </a:lnTo>
                    <a:lnTo>
                      <a:pt x="3508" y="424"/>
                    </a:lnTo>
                    <a:lnTo>
                      <a:pt x="3383" y="324"/>
                    </a:lnTo>
                    <a:lnTo>
                      <a:pt x="3234" y="250"/>
                    </a:lnTo>
                    <a:lnTo>
                      <a:pt x="3085" y="175"/>
                    </a:lnTo>
                    <a:lnTo>
                      <a:pt x="2911" y="125"/>
                    </a:lnTo>
                    <a:lnTo>
                      <a:pt x="2736" y="76"/>
                    </a:lnTo>
                    <a:lnTo>
                      <a:pt x="2363" y="26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" name="Google Shape;155;p15"/>
              <p:cNvSpPr/>
              <p:nvPr/>
            </p:nvSpPr>
            <p:spPr>
              <a:xfrm>
                <a:off x="2643798" y="1130918"/>
                <a:ext cx="92325" cy="111829"/>
              </a:xfrm>
              <a:custGeom>
                <a:avLst/>
                <a:gdLst/>
                <a:ahLst/>
                <a:cxnLst/>
                <a:rect l="l" t="t" r="r" b="b"/>
                <a:pathLst>
                  <a:path w="4478" h="5424" extrusionOk="0">
                    <a:moveTo>
                      <a:pt x="1" y="1"/>
                    </a:moveTo>
                    <a:lnTo>
                      <a:pt x="1" y="3259"/>
                    </a:lnTo>
                    <a:lnTo>
                      <a:pt x="25" y="3483"/>
                    </a:lnTo>
                    <a:lnTo>
                      <a:pt x="50" y="3707"/>
                    </a:lnTo>
                    <a:lnTo>
                      <a:pt x="100" y="3906"/>
                    </a:lnTo>
                    <a:lnTo>
                      <a:pt x="150" y="4130"/>
                    </a:lnTo>
                    <a:lnTo>
                      <a:pt x="224" y="4304"/>
                    </a:lnTo>
                    <a:lnTo>
                      <a:pt x="324" y="4478"/>
                    </a:lnTo>
                    <a:lnTo>
                      <a:pt x="448" y="4652"/>
                    </a:lnTo>
                    <a:lnTo>
                      <a:pt x="573" y="4801"/>
                    </a:lnTo>
                    <a:lnTo>
                      <a:pt x="722" y="4951"/>
                    </a:lnTo>
                    <a:lnTo>
                      <a:pt x="896" y="5075"/>
                    </a:lnTo>
                    <a:lnTo>
                      <a:pt x="1070" y="5174"/>
                    </a:lnTo>
                    <a:lnTo>
                      <a:pt x="1269" y="5274"/>
                    </a:lnTo>
                    <a:lnTo>
                      <a:pt x="1493" y="5324"/>
                    </a:lnTo>
                    <a:lnTo>
                      <a:pt x="1717" y="5398"/>
                    </a:lnTo>
                    <a:lnTo>
                      <a:pt x="1965" y="5423"/>
                    </a:lnTo>
                    <a:lnTo>
                      <a:pt x="2513" y="5423"/>
                    </a:lnTo>
                    <a:lnTo>
                      <a:pt x="2761" y="5398"/>
                    </a:lnTo>
                    <a:lnTo>
                      <a:pt x="2985" y="5324"/>
                    </a:lnTo>
                    <a:lnTo>
                      <a:pt x="3209" y="5274"/>
                    </a:lnTo>
                    <a:lnTo>
                      <a:pt x="3408" y="5174"/>
                    </a:lnTo>
                    <a:lnTo>
                      <a:pt x="3582" y="5075"/>
                    </a:lnTo>
                    <a:lnTo>
                      <a:pt x="3756" y="4951"/>
                    </a:lnTo>
                    <a:lnTo>
                      <a:pt x="3905" y="4801"/>
                    </a:lnTo>
                    <a:lnTo>
                      <a:pt x="4030" y="4652"/>
                    </a:lnTo>
                    <a:lnTo>
                      <a:pt x="4154" y="4478"/>
                    </a:lnTo>
                    <a:lnTo>
                      <a:pt x="4254" y="4304"/>
                    </a:lnTo>
                    <a:lnTo>
                      <a:pt x="4328" y="4130"/>
                    </a:lnTo>
                    <a:lnTo>
                      <a:pt x="4403" y="3906"/>
                    </a:lnTo>
                    <a:lnTo>
                      <a:pt x="4428" y="3707"/>
                    </a:lnTo>
                    <a:lnTo>
                      <a:pt x="4453" y="3483"/>
                    </a:lnTo>
                    <a:lnTo>
                      <a:pt x="4478" y="3259"/>
                    </a:lnTo>
                    <a:lnTo>
                      <a:pt x="4478" y="1"/>
                    </a:lnTo>
                    <a:lnTo>
                      <a:pt x="3309" y="1"/>
                    </a:lnTo>
                    <a:lnTo>
                      <a:pt x="3309" y="3210"/>
                    </a:lnTo>
                    <a:lnTo>
                      <a:pt x="3284" y="3433"/>
                    </a:lnTo>
                    <a:lnTo>
                      <a:pt x="3234" y="3657"/>
                    </a:lnTo>
                    <a:lnTo>
                      <a:pt x="3134" y="3856"/>
                    </a:lnTo>
                    <a:lnTo>
                      <a:pt x="3010" y="4030"/>
                    </a:lnTo>
                    <a:lnTo>
                      <a:pt x="2861" y="4155"/>
                    </a:lnTo>
                    <a:lnTo>
                      <a:pt x="2662" y="4254"/>
                    </a:lnTo>
                    <a:lnTo>
                      <a:pt x="2463" y="4329"/>
                    </a:lnTo>
                    <a:lnTo>
                      <a:pt x="2239" y="4354"/>
                    </a:lnTo>
                    <a:lnTo>
                      <a:pt x="2015" y="4329"/>
                    </a:lnTo>
                    <a:lnTo>
                      <a:pt x="1816" y="4254"/>
                    </a:lnTo>
                    <a:lnTo>
                      <a:pt x="1642" y="4155"/>
                    </a:lnTo>
                    <a:lnTo>
                      <a:pt x="1468" y="4030"/>
                    </a:lnTo>
                    <a:lnTo>
                      <a:pt x="1344" y="3856"/>
                    </a:lnTo>
                    <a:lnTo>
                      <a:pt x="1244" y="3657"/>
                    </a:lnTo>
                    <a:lnTo>
                      <a:pt x="1194" y="3433"/>
                    </a:lnTo>
                    <a:lnTo>
                      <a:pt x="1170" y="3210"/>
                    </a:lnTo>
                    <a:lnTo>
                      <a:pt x="117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" name="Google Shape;156;p15"/>
              <p:cNvSpPr/>
              <p:nvPr/>
            </p:nvSpPr>
            <p:spPr>
              <a:xfrm>
                <a:off x="2825335" y="1730392"/>
                <a:ext cx="96428" cy="115912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5622" fill="none" extrusionOk="0">
                    <a:moveTo>
                      <a:pt x="0" y="1"/>
                    </a:moveTo>
                    <a:lnTo>
                      <a:pt x="4676" y="1866"/>
                    </a:lnTo>
                    <a:lnTo>
                      <a:pt x="4676" y="5622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" name="Google Shape;157;p15"/>
              <p:cNvSpPr/>
              <p:nvPr/>
            </p:nvSpPr>
            <p:spPr>
              <a:xfrm>
                <a:off x="3675669" y="3764185"/>
                <a:ext cx="506160" cy="494882"/>
              </a:xfrm>
              <a:custGeom>
                <a:avLst/>
                <a:gdLst/>
                <a:ahLst/>
                <a:cxnLst/>
                <a:rect l="l" t="t" r="r" b="b"/>
                <a:pathLst>
                  <a:path w="24550" h="24003" extrusionOk="0">
                    <a:moveTo>
                      <a:pt x="12337" y="5100"/>
                    </a:moveTo>
                    <a:lnTo>
                      <a:pt x="12686" y="5124"/>
                    </a:lnTo>
                    <a:lnTo>
                      <a:pt x="13009" y="5149"/>
                    </a:lnTo>
                    <a:lnTo>
                      <a:pt x="13357" y="5199"/>
                    </a:lnTo>
                    <a:lnTo>
                      <a:pt x="13680" y="5249"/>
                    </a:lnTo>
                    <a:lnTo>
                      <a:pt x="14029" y="5323"/>
                    </a:lnTo>
                    <a:lnTo>
                      <a:pt x="14377" y="5423"/>
                    </a:lnTo>
                    <a:lnTo>
                      <a:pt x="14700" y="5547"/>
                    </a:lnTo>
                    <a:lnTo>
                      <a:pt x="15024" y="5672"/>
                    </a:lnTo>
                    <a:lnTo>
                      <a:pt x="15347" y="5821"/>
                    </a:lnTo>
                    <a:lnTo>
                      <a:pt x="15645" y="5995"/>
                    </a:lnTo>
                    <a:lnTo>
                      <a:pt x="15944" y="6169"/>
                    </a:lnTo>
                    <a:lnTo>
                      <a:pt x="16242" y="6368"/>
                    </a:lnTo>
                    <a:lnTo>
                      <a:pt x="16516" y="6567"/>
                    </a:lnTo>
                    <a:lnTo>
                      <a:pt x="16765" y="6766"/>
                    </a:lnTo>
                    <a:lnTo>
                      <a:pt x="17013" y="6990"/>
                    </a:lnTo>
                    <a:lnTo>
                      <a:pt x="17262" y="7239"/>
                    </a:lnTo>
                    <a:lnTo>
                      <a:pt x="17486" y="7487"/>
                    </a:lnTo>
                    <a:lnTo>
                      <a:pt x="17685" y="7736"/>
                    </a:lnTo>
                    <a:lnTo>
                      <a:pt x="17884" y="8010"/>
                    </a:lnTo>
                    <a:lnTo>
                      <a:pt x="18083" y="8283"/>
                    </a:lnTo>
                    <a:lnTo>
                      <a:pt x="18257" y="8557"/>
                    </a:lnTo>
                    <a:lnTo>
                      <a:pt x="18406" y="8855"/>
                    </a:lnTo>
                    <a:lnTo>
                      <a:pt x="18555" y="9154"/>
                    </a:lnTo>
                    <a:lnTo>
                      <a:pt x="18680" y="9452"/>
                    </a:lnTo>
                    <a:lnTo>
                      <a:pt x="18804" y="9776"/>
                    </a:lnTo>
                    <a:lnTo>
                      <a:pt x="18904" y="10074"/>
                    </a:lnTo>
                    <a:lnTo>
                      <a:pt x="18978" y="10397"/>
                    </a:lnTo>
                    <a:lnTo>
                      <a:pt x="19053" y="10721"/>
                    </a:lnTo>
                    <a:lnTo>
                      <a:pt x="19103" y="11044"/>
                    </a:lnTo>
                    <a:lnTo>
                      <a:pt x="19152" y="11392"/>
                    </a:lnTo>
                    <a:lnTo>
                      <a:pt x="19177" y="11716"/>
                    </a:lnTo>
                    <a:lnTo>
                      <a:pt x="19177" y="12064"/>
                    </a:lnTo>
                    <a:lnTo>
                      <a:pt x="19152" y="12387"/>
                    </a:lnTo>
                    <a:lnTo>
                      <a:pt x="19127" y="12735"/>
                    </a:lnTo>
                    <a:lnTo>
                      <a:pt x="19078" y="13084"/>
                    </a:lnTo>
                    <a:lnTo>
                      <a:pt x="19028" y="13407"/>
                    </a:lnTo>
                    <a:lnTo>
                      <a:pt x="18953" y="13755"/>
                    </a:lnTo>
                    <a:lnTo>
                      <a:pt x="18854" y="14079"/>
                    </a:lnTo>
                    <a:lnTo>
                      <a:pt x="18729" y="14427"/>
                    </a:lnTo>
                    <a:lnTo>
                      <a:pt x="18605" y="14750"/>
                    </a:lnTo>
                    <a:lnTo>
                      <a:pt x="18456" y="15073"/>
                    </a:lnTo>
                    <a:lnTo>
                      <a:pt x="18282" y="15372"/>
                    </a:lnTo>
                    <a:lnTo>
                      <a:pt x="18108" y="15670"/>
                    </a:lnTo>
                    <a:lnTo>
                      <a:pt x="17934" y="15969"/>
                    </a:lnTo>
                    <a:lnTo>
                      <a:pt x="17735" y="16242"/>
                    </a:lnTo>
                    <a:lnTo>
                      <a:pt x="17511" y="16491"/>
                    </a:lnTo>
                    <a:lnTo>
                      <a:pt x="17287" y="16740"/>
                    </a:lnTo>
                    <a:lnTo>
                      <a:pt x="17038" y="16989"/>
                    </a:lnTo>
                    <a:lnTo>
                      <a:pt x="16789" y="17212"/>
                    </a:lnTo>
                    <a:lnTo>
                      <a:pt x="16541" y="17411"/>
                    </a:lnTo>
                    <a:lnTo>
                      <a:pt x="16267" y="17610"/>
                    </a:lnTo>
                    <a:lnTo>
                      <a:pt x="15994" y="17809"/>
                    </a:lnTo>
                    <a:lnTo>
                      <a:pt x="15720" y="17984"/>
                    </a:lnTo>
                    <a:lnTo>
                      <a:pt x="15421" y="18133"/>
                    </a:lnTo>
                    <a:lnTo>
                      <a:pt x="15123" y="18282"/>
                    </a:lnTo>
                    <a:lnTo>
                      <a:pt x="14825" y="18406"/>
                    </a:lnTo>
                    <a:lnTo>
                      <a:pt x="14526" y="18531"/>
                    </a:lnTo>
                    <a:lnTo>
                      <a:pt x="14203" y="18630"/>
                    </a:lnTo>
                    <a:lnTo>
                      <a:pt x="13879" y="18705"/>
                    </a:lnTo>
                    <a:lnTo>
                      <a:pt x="13556" y="18779"/>
                    </a:lnTo>
                    <a:lnTo>
                      <a:pt x="13233" y="18829"/>
                    </a:lnTo>
                    <a:lnTo>
                      <a:pt x="12884" y="18879"/>
                    </a:lnTo>
                    <a:lnTo>
                      <a:pt x="12561" y="18879"/>
                    </a:lnTo>
                    <a:lnTo>
                      <a:pt x="12213" y="18904"/>
                    </a:lnTo>
                    <a:lnTo>
                      <a:pt x="11890" y="18879"/>
                    </a:lnTo>
                    <a:lnTo>
                      <a:pt x="11541" y="18854"/>
                    </a:lnTo>
                    <a:lnTo>
                      <a:pt x="11218" y="18804"/>
                    </a:lnTo>
                    <a:lnTo>
                      <a:pt x="10870" y="18755"/>
                    </a:lnTo>
                    <a:lnTo>
                      <a:pt x="10522" y="18680"/>
                    </a:lnTo>
                    <a:lnTo>
                      <a:pt x="10198" y="18580"/>
                    </a:lnTo>
                    <a:lnTo>
                      <a:pt x="9850" y="18456"/>
                    </a:lnTo>
                    <a:lnTo>
                      <a:pt x="9527" y="18332"/>
                    </a:lnTo>
                    <a:lnTo>
                      <a:pt x="9203" y="18183"/>
                    </a:lnTo>
                    <a:lnTo>
                      <a:pt x="8905" y="18008"/>
                    </a:lnTo>
                    <a:lnTo>
                      <a:pt x="8606" y="17834"/>
                    </a:lnTo>
                    <a:lnTo>
                      <a:pt x="8333" y="17635"/>
                    </a:lnTo>
                    <a:lnTo>
                      <a:pt x="8059" y="17436"/>
                    </a:lnTo>
                    <a:lnTo>
                      <a:pt x="7786" y="17237"/>
                    </a:lnTo>
                    <a:lnTo>
                      <a:pt x="7537" y="17014"/>
                    </a:lnTo>
                    <a:lnTo>
                      <a:pt x="7288" y="16765"/>
                    </a:lnTo>
                    <a:lnTo>
                      <a:pt x="7064" y="16516"/>
                    </a:lnTo>
                    <a:lnTo>
                      <a:pt x="6865" y="16267"/>
                    </a:lnTo>
                    <a:lnTo>
                      <a:pt x="6666" y="15994"/>
                    </a:lnTo>
                    <a:lnTo>
                      <a:pt x="6467" y="15720"/>
                    </a:lnTo>
                    <a:lnTo>
                      <a:pt x="6293" y="15447"/>
                    </a:lnTo>
                    <a:lnTo>
                      <a:pt x="6144" y="15148"/>
                    </a:lnTo>
                    <a:lnTo>
                      <a:pt x="5995" y="14850"/>
                    </a:lnTo>
                    <a:lnTo>
                      <a:pt x="5871" y="14551"/>
                    </a:lnTo>
                    <a:lnTo>
                      <a:pt x="5771" y="14228"/>
                    </a:lnTo>
                    <a:lnTo>
                      <a:pt x="5647" y="13929"/>
                    </a:lnTo>
                    <a:lnTo>
                      <a:pt x="5572" y="13606"/>
                    </a:lnTo>
                    <a:lnTo>
                      <a:pt x="5497" y="13283"/>
                    </a:lnTo>
                    <a:lnTo>
                      <a:pt x="5448" y="12959"/>
                    </a:lnTo>
                    <a:lnTo>
                      <a:pt x="5423" y="12611"/>
                    </a:lnTo>
                    <a:lnTo>
                      <a:pt x="5398" y="12288"/>
                    </a:lnTo>
                    <a:lnTo>
                      <a:pt x="5373" y="11940"/>
                    </a:lnTo>
                    <a:lnTo>
                      <a:pt x="5398" y="11616"/>
                    </a:lnTo>
                    <a:lnTo>
                      <a:pt x="5423" y="11268"/>
                    </a:lnTo>
                    <a:lnTo>
                      <a:pt x="5473" y="10920"/>
                    </a:lnTo>
                    <a:lnTo>
                      <a:pt x="5522" y="10596"/>
                    </a:lnTo>
                    <a:lnTo>
                      <a:pt x="5622" y="10248"/>
                    </a:lnTo>
                    <a:lnTo>
                      <a:pt x="5721" y="9925"/>
                    </a:lnTo>
                    <a:lnTo>
                      <a:pt x="5821" y="9577"/>
                    </a:lnTo>
                    <a:lnTo>
                      <a:pt x="5970" y="9253"/>
                    </a:lnTo>
                    <a:lnTo>
                      <a:pt x="6119" y="8930"/>
                    </a:lnTo>
                    <a:lnTo>
                      <a:pt x="6268" y="8632"/>
                    </a:lnTo>
                    <a:lnTo>
                      <a:pt x="6443" y="8333"/>
                    </a:lnTo>
                    <a:lnTo>
                      <a:pt x="6642" y="8035"/>
                    </a:lnTo>
                    <a:lnTo>
                      <a:pt x="6841" y="7761"/>
                    </a:lnTo>
                    <a:lnTo>
                      <a:pt x="7040" y="7512"/>
                    </a:lnTo>
                    <a:lnTo>
                      <a:pt x="7263" y="7264"/>
                    </a:lnTo>
                    <a:lnTo>
                      <a:pt x="7512" y="7015"/>
                    </a:lnTo>
                    <a:lnTo>
                      <a:pt x="7761" y="6791"/>
                    </a:lnTo>
                    <a:lnTo>
                      <a:pt x="8010" y="6592"/>
                    </a:lnTo>
                    <a:lnTo>
                      <a:pt x="8283" y="6393"/>
                    </a:lnTo>
                    <a:lnTo>
                      <a:pt x="8557" y="6194"/>
                    </a:lnTo>
                    <a:lnTo>
                      <a:pt x="8830" y="6020"/>
                    </a:lnTo>
                    <a:lnTo>
                      <a:pt x="9129" y="5871"/>
                    </a:lnTo>
                    <a:lnTo>
                      <a:pt x="9427" y="5721"/>
                    </a:lnTo>
                    <a:lnTo>
                      <a:pt x="9726" y="5597"/>
                    </a:lnTo>
                    <a:lnTo>
                      <a:pt x="10049" y="5473"/>
                    </a:lnTo>
                    <a:lnTo>
                      <a:pt x="10348" y="5373"/>
                    </a:lnTo>
                    <a:lnTo>
                      <a:pt x="10671" y="5299"/>
                    </a:lnTo>
                    <a:lnTo>
                      <a:pt x="10994" y="5224"/>
                    </a:lnTo>
                    <a:lnTo>
                      <a:pt x="11342" y="5174"/>
                    </a:lnTo>
                    <a:lnTo>
                      <a:pt x="11666" y="5124"/>
                    </a:lnTo>
                    <a:lnTo>
                      <a:pt x="11989" y="5124"/>
                    </a:lnTo>
                    <a:lnTo>
                      <a:pt x="12337" y="5100"/>
                    </a:lnTo>
                    <a:close/>
                    <a:moveTo>
                      <a:pt x="14874" y="1"/>
                    </a:moveTo>
                    <a:lnTo>
                      <a:pt x="5945" y="1468"/>
                    </a:lnTo>
                    <a:lnTo>
                      <a:pt x="6542" y="5025"/>
                    </a:lnTo>
                    <a:lnTo>
                      <a:pt x="6542" y="5025"/>
                    </a:lnTo>
                    <a:lnTo>
                      <a:pt x="3184" y="3757"/>
                    </a:lnTo>
                    <a:lnTo>
                      <a:pt x="1" y="12213"/>
                    </a:lnTo>
                    <a:lnTo>
                      <a:pt x="3358" y="13482"/>
                    </a:lnTo>
                    <a:lnTo>
                      <a:pt x="598" y="15770"/>
                    </a:lnTo>
                    <a:lnTo>
                      <a:pt x="6318" y="22734"/>
                    </a:lnTo>
                    <a:lnTo>
                      <a:pt x="9104" y="20471"/>
                    </a:lnTo>
                    <a:lnTo>
                      <a:pt x="9701" y="24003"/>
                    </a:lnTo>
                    <a:lnTo>
                      <a:pt x="18605" y="22535"/>
                    </a:lnTo>
                    <a:lnTo>
                      <a:pt x="18008" y="18978"/>
                    </a:lnTo>
                    <a:lnTo>
                      <a:pt x="21391" y="20247"/>
                    </a:lnTo>
                    <a:lnTo>
                      <a:pt x="24550" y="11790"/>
                    </a:lnTo>
                    <a:lnTo>
                      <a:pt x="21192" y="10522"/>
                    </a:lnTo>
                    <a:lnTo>
                      <a:pt x="23978" y="8234"/>
                    </a:lnTo>
                    <a:lnTo>
                      <a:pt x="18232" y="1269"/>
                    </a:lnTo>
                    <a:lnTo>
                      <a:pt x="15446" y="3533"/>
                    </a:lnTo>
                    <a:lnTo>
                      <a:pt x="148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" name="Google Shape;158;p15"/>
              <p:cNvSpPr/>
              <p:nvPr/>
            </p:nvSpPr>
            <p:spPr>
              <a:xfrm>
                <a:off x="2947370" y="1410924"/>
                <a:ext cx="392846" cy="384104"/>
              </a:xfrm>
              <a:custGeom>
                <a:avLst/>
                <a:gdLst/>
                <a:ahLst/>
                <a:cxnLst/>
                <a:rect l="l" t="t" r="r" b="b"/>
                <a:pathLst>
                  <a:path w="19054" h="18630" extrusionOk="0">
                    <a:moveTo>
                      <a:pt x="9825" y="3980"/>
                    </a:moveTo>
                    <a:lnTo>
                      <a:pt x="10348" y="4030"/>
                    </a:lnTo>
                    <a:lnTo>
                      <a:pt x="10895" y="4154"/>
                    </a:lnTo>
                    <a:lnTo>
                      <a:pt x="11417" y="4303"/>
                    </a:lnTo>
                    <a:lnTo>
                      <a:pt x="11915" y="4527"/>
                    </a:lnTo>
                    <a:lnTo>
                      <a:pt x="12387" y="4801"/>
                    </a:lnTo>
                    <a:lnTo>
                      <a:pt x="12810" y="5099"/>
                    </a:lnTo>
                    <a:lnTo>
                      <a:pt x="13208" y="5423"/>
                    </a:lnTo>
                    <a:lnTo>
                      <a:pt x="13556" y="5820"/>
                    </a:lnTo>
                    <a:lnTo>
                      <a:pt x="13880" y="6218"/>
                    </a:lnTo>
                    <a:lnTo>
                      <a:pt x="14153" y="6641"/>
                    </a:lnTo>
                    <a:lnTo>
                      <a:pt x="14402" y="7114"/>
                    </a:lnTo>
                    <a:lnTo>
                      <a:pt x="14576" y="7586"/>
                    </a:lnTo>
                    <a:lnTo>
                      <a:pt x="14725" y="8084"/>
                    </a:lnTo>
                    <a:lnTo>
                      <a:pt x="14825" y="8581"/>
                    </a:lnTo>
                    <a:lnTo>
                      <a:pt x="14875" y="9104"/>
                    </a:lnTo>
                    <a:lnTo>
                      <a:pt x="14875" y="9626"/>
                    </a:lnTo>
                    <a:lnTo>
                      <a:pt x="14800" y="10148"/>
                    </a:lnTo>
                    <a:lnTo>
                      <a:pt x="14700" y="10671"/>
                    </a:lnTo>
                    <a:lnTo>
                      <a:pt x="14526" y="11193"/>
                    </a:lnTo>
                    <a:lnTo>
                      <a:pt x="14302" y="11690"/>
                    </a:lnTo>
                    <a:lnTo>
                      <a:pt x="14054" y="12163"/>
                    </a:lnTo>
                    <a:lnTo>
                      <a:pt x="13755" y="12586"/>
                    </a:lnTo>
                    <a:lnTo>
                      <a:pt x="13407" y="12984"/>
                    </a:lnTo>
                    <a:lnTo>
                      <a:pt x="13034" y="13357"/>
                    </a:lnTo>
                    <a:lnTo>
                      <a:pt x="12636" y="13655"/>
                    </a:lnTo>
                    <a:lnTo>
                      <a:pt x="12188" y="13954"/>
                    </a:lnTo>
                    <a:lnTo>
                      <a:pt x="11741" y="14178"/>
                    </a:lnTo>
                    <a:lnTo>
                      <a:pt x="11268" y="14377"/>
                    </a:lnTo>
                    <a:lnTo>
                      <a:pt x="10771" y="14501"/>
                    </a:lnTo>
                    <a:lnTo>
                      <a:pt x="10273" y="14600"/>
                    </a:lnTo>
                    <a:lnTo>
                      <a:pt x="9751" y="14650"/>
                    </a:lnTo>
                    <a:lnTo>
                      <a:pt x="9229" y="14650"/>
                    </a:lnTo>
                    <a:lnTo>
                      <a:pt x="8706" y="14600"/>
                    </a:lnTo>
                    <a:lnTo>
                      <a:pt x="8184" y="14476"/>
                    </a:lnTo>
                    <a:lnTo>
                      <a:pt x="7662" y="14327"/>
                    </a:lnTo>
                    <a:lnTo>
                      <a:pt x="7139" y="14103"/>
                    </a:lnTo>
                    <a:lnTo>
                      <a:pt x="6692" y="13829"/>
                    </a:lnTo>
                    <a:lnTo>
                      <a:pt x="6244" y="13531"/>
                    </a:lnTo>
                    <a:lnTo>
                      <a:pt x="5846" y="13183"/>
                    </a:lnTo>
                    <a:lnTo>
                      <a:pt x="5498" y="12810"/>
                    </a:lnTo>
                    <a:lnTo>
                      <a:pt x="5174" y="12412"/>
                    </a:lnTo>
                    <a:lnTo>
                      <a:pt x="4901" y="11989"/>
                    </a:lnTo>
                    <a:lnTo>
                      <a:pt x="4652" y="11516"/>
                    </a:lnTo>
                    <a:lnTo>
                      <a:pt x="4478" y="11044"/>
                    </a:lnTo>
                    <a:lnTo>
                      <a:pt x="4329" y="10546"/>
                    </a:lnTo>
                    <a:lnTo>
                      <a:pt x="4229" y="10049"/>
                    </a:lnTo>
                    <a:lnTo>
                      <a:pt x="4179" y="9526"/>
                    </a:lnTo>
                    <a:lnTo>
                      <a:pt x="4179" y="9004"/>
                    </a:lnTo>
                    <a:lnTo>
                      <a:pt x="4254" y="8482"/>
                    </a:lnTo>
                    <a:lnTo>
                      <a:pt x="4354" y="7959"/>
                    </a:lnTo>
                    <a:lnTo>
                      <a:pt x="4528" y="7437"/>
                    </a:lnTo>
                    <a:lnTo>
                      <a:pt x="4752" y="6940"/>
                    </a:lnTo>
                    <a:lnTo>
                      <a:pt x="5000" y="6467"/>
                    </a:lnTo>
                    <a:lnTo>
                      <a:pt x="5299" y="6044"/>
                    </a:lnTo>
                    <a:lnTo>
                      <a:pt x="5647" y="5646"/>
                    </a:lnTo>
                    <a:lnTo>
                      <a:pt x="6020" y="5273"/>
                    </a:lnTo>
                    <a:lnTo>
                      <a:pt x="6418" y="4950"/>
                    </a:lnTo>
                    <a:lnTo>
                      <a:pt x="6866" y="4676"/>
                    </a:lnTo>
                    <a:lnTo>
                      <a:pt x="7313" y="4452"/>
                    </a:lnTo>
                    <a:lnTo>
                      <a:pt x="7786" y="4253"/>
                    </a:lnTo>
                    <a:lnTo>
                      <a:pt x="8283" y="4104"/>
                    </a:lnTo>
                    <a:lnTo>
                      <a:pt x="8806" y="4030"/>
                    </a:lnTo>
                    <a:lnTo>
                      <a:pt x="9303" y="3980"/>
                    </a:lnTo>
                    <a:close/>
                    <a:moveTo>
                      <a:pt x="11542" y="0"/>
                    </a:moveTo>
                    <a:lnTo>
                      <a:pt x="4627" y="1144"/>
                    </a:lnTo>
                    <a:lnTo>
                      <a:pt x="5075" y="3905"/>
                    </a:lnTo>
                    <a:lnTo>
                      <a:pt x="2463" y="2935"/>
                    </a:lnTo>
                    <a:lnTo>
                      <a:pt x="1" y="9477"/>
                    </a:lnTo>
                    <a:lnTo>
                      <a:pt x="2613" y="10472"/>
                    </a:lnTo>
                    <a:lnTo>
                      <a:pt x="473" y="12238"/>
                    </a:lnTo>
                    <a:lnTo>
                      <a:pt x="4926" y="17635"/>
                    </a:lnTo>
                    <a:lnTo>
                      <a:pt x="7065" y="15869"/>
                    </a:lnTo>
                    <a:lnTo>
                      <a:pt x="7512" y="18630"/>
                    </a:lnTo>
                    <a:lnTo>
                      <a:pt x="14427" y="17461"/>
                    </a:lnTo>
                    <a:lnTo>
                      <a:pt x="13979" y="14725"/>
                    </a:lnTo>
                    <a:lnTo>
                      <a:pt x="16591" y="15695"/>
                    </a:lnTo>
                    <a:lnTo>
                      <a:pt x="19053" y="9153"/>
                    </a:lnTo>
                    <a:lnTo>
                      <a:pt x="16442" y="8158"/>
                    </a:lnTo>
                    <a:lnTo>
                      <a:pt x="18581" y="6393"/>
                    </a:lnTo>
                    <a:lnTo>
                      <a:pt x="14153" y="995"/>
                    </a:lnTo>
                    <a:lnTo>
                      <a:pt x="11989" y="2761"/>
                    </a:lnTo>
                    <a:lnTo>
                      <a:pt x="1154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" name="Google Shape;159;p15"/>
              <p:cNvSpPr/>
              <p:nvPr/>
            </p:nvSpPr>
            <p:spPr>
              <a:xfrm>
                <a:off x="828468" y="3647263"/>
                <a:ext cx="694356" cy="693861"/>
              </a:xfrm>
              <a:custGeom>
                <a:avLst/>
                <a:gdLst/>
                <a:ahLst/>
                <a:cxnLst/>
                <a:rect l="l" t="t" r="r" b="b"/>
                <a:pathLst>
                  <a:path w="33678" h="33654" extrusionOk="0">
                    <a:moveTo>
                      <a:pt x="16889" y="8482"/>
                    </a:moveTo>
                    <a:lnTo>
                      <a:pt x="17312" y="8507"/>
                    </a:lnTo>
                    <a:lnTo>
                      <a:pt x="17735" y="8532"/>
                    </a:lnTo>
                    <a:lnTo>
                      <a:pt x="18132" y="8607"/>
                    </a:lnTo>
                    <a:lnTo>
                      <a:pt x="18555" y="8681"/>
                    </a:lnTo>
                    <a:lnTo>
                      <a:pt x="18953" y="8756"/>
                    </a:lnTo>
                    <a:lnTo>
                      <a:pt x="19351" y="8880"/>
                    </a:lnTo>
                    <a:lnTo>
                      <a:pt x="19724" y="9005"/>
                    </a:lnTo>
                    <a:lnTo>
                      <a:pt x="20097" y="9154"/>
                    </a:lnTo>
                    <a:lnTo>
                      <a:pt x="20470" y="9328"/>
                    </a:lnTo>
                    <a:lnTo>
                      <a:pt x="20819" y="9502"/>
                    </a:lnTo>
                    <a:lnTo>
                      <a:pt x="21167" y="9701"/>
                    </a:lnTo>
                    <a:lnTo>
                      <a:pt x="21515" y="9925"/>
                    </a:lnTo>
                    <a:lnTo>
                      <a:pt x="21838" y="10174"/>
                    </a:lnTo>
                    <a:lnTo>
                      <a:pt x="22162" y="10422"/>
                    </a:lnTo>
                    <a:lnTo>
                      <a:pt x="22460" y="10671"/>
                    </a:lnTo>
                    <a:lnTo>
                      <a:pt x="22759" y="10945"/>
                    </a:lnTo>
                    <a:lnTo>
                      <a:pt x="23032" y="11243"/>
                    </a:lnTo>
                    <a:lnTo>
                      <a:pt x="23281" y="11542"/>
                    </a:lnTo>
                    <a:lnTo>
                      <a:pt x="23530" y="11865"/>
                    </a:lnTo>
                    <a:lnTo>
                      <a:pt x="23754" y="12188"/>
                    </a:lnTo>
                    <a:lnTo>
                      <a:pt x="23977" y="12537"/>
                    </a:lnTo>
                    <a:lnTo>
                      <a:pt x="24176" y="12885"/>
                    </a:lnTo>
                    <a:lnTo>
                      <a:pt x="24375" y="13233"/>
                    </a:lnTo>
                    <a:lnTo>
                      <a:pt x="24525" y="13606"/>
                    </a:lnTo>
                    <a:lnTo>
                      <a:pt x="24674" y="13979"/>
                    </a:lnTo>
                    <a:lnTo>
                      <a:pt x="24823" y="14377"/>
                    </a:lnTo>
                    <a:lnTo>
                      <a:pt x="24923" y="14775"/>
                    </a:lnTo>
                    <a:lnTo>
                      <a:pt x="25022" y="15198"/>
                    </a:lnTo>
                    <a:lnTo>
                      <a:pt x="25097" y="15596"/>
                    </a:lnTo>
                    <a:lnTo>
                      <a:pt x="25146" y="16019"/>
                    </a:lnTo>
                    <a:lnTo>
                      <a:pt x="25171" y="16442"/>
                    </a:lnTo>
                    <a:lnTo>
                      <a:pt x="25171" y="16864"/>
                    </a:lnTo>
                    <a:lnTo>
                      <a:pt x="25171" y="17312"/>
                    </a:lnTo>
                    <a:lnTo>
                      <a:pt x="25122" y="17710"/>
                    </a:lnTo>
                    <a:lnTo>
                      <a:pt x="25072" y="18133"/>
                    </a:lnTo>
                    <a:lnTo>
                      <a:pt x="24997" y="18531"/>
                    </a:lnTo>
                    <a:lnTo>
                      <a:pt x="24898" y="18929"/>
                    </a:lnTo>
                    <a:lnTo>
                      <a:pt x="24798" y="19327"/>
                    </a:lnTo>
                    <a:lnTo>
                      <a:pt x="24674" y="19725"/>
                    </a:lnTo>
                    <a:lnTo>
                      <a:pt x="24525" y="20098"/>
                    </a:lnTo>
                    <a:lnTo>
                      <a:pt x="24351" y="20471"/>
                    </a:lnTo>
                    <a:lnTo>
                      <a:pt x="24152" y="20819"/>
                    </a:lnTo>
                    <a:lnTo>
                      <a:pt x="23953" y="21167"/>
                    </a:lnTo>
                    <a:lnTo>
                      <a:pt x="23754" y="21516"/>
                    </a:lnTo>
                    <a:lnTo>
                      <a:pt x="23505" y="21839"/>
                    </a:lnTo>
                    <a:lnTo>
                      <a:pt x="23256" y="22137"/>
                    </a:lnTo>
                    <a:lnTo>
                      <a:pt x="23007" y="22436"/>
                    </a:lnTo>
                    <a:lnTo>
                      <a:pt x="22734" y="22734"/>
                    </a:lnTo>
                    <a:lnTo>
                      <a:pt x="22435" y="23008"/>
                    </a:lnTo>
                    <a:lnTo>
                      <a:pt x="22137" y="23281"/>
                    </a:lnTo>
                    <a:lnTo>
                      <a:pt x="21814" y="23530"/>
                    </a:lnTo>
                    <a:lnTo>
                      <a:pt x="21490" y="23754"/>
                    </a:lnTo>
                    <a:lnTo>
                      <a:pt x="21142" y="23978"/>
                    </a:lnTo>
                    <a:lnTo>
                      <a:pt x="20794" y="24177"/>
                    </a:lnTo>
                    <a:lnTo>
                      <a:pt x="20421" y="24351"/>
                    </a:lnTo>
                    <a:lnTo>
                      <a:pt x="20073" y="24525"/>
                    </a:lnTo>
                    <a:lnTo>
                      <a:pt x="19675" y="24674"/>
                    </a:lnTo>
                    <a:lnTo>
                      <a:pt x="19301" y="24799"/>
                    </a:lnTo>
                    <a:lnTo>
                      <a:pt x="18904" y="24923"/>
                    </a:lnTo>
                    <a:lnTo>
                      <a:pt x="18481" y="24998"/>
                    </a:lnTo>
                    <a:lnTo>
                      <a:pt x="18083" y="25072"/>
                    </a:lnTo>
                    <a:lnTo>
                      <a:pt x="17660" y="25122"/>
                    </a:lnTo>
                    <a:lnTo>
                      <a:pt x="17237" y="25147"/>
                    </a:lnTo>
                    <a:lnTo>
                      <a:pt x="16789" y="25172"/>
                    </a:lnTo>
                    <a:lnTo>
                      <a:pt x="16367" y="25147"/>
                    </a:lnTo>
                    <a:lnTo>
                      <a:pt x="15944" y="25122"/>
                    </a:lnTo>
                    <a:lnTo>
                      <a:pt x="15546" y="25072"/>
                    </a:lnTo>
                    <a:lnTo>
                      <a:pt x="15123" y="24998"/>
                    </a:lnTo>
                    <a:lnTo>
                      <a:pt x="14725" y="24898"/>
                    </a:lnTo>
                    <a:lnTo>
                      <a:pt x="14352" y="24774"/>
                    </a:lnTo>
                    <a:lnTo>
                      <a:pt x="13954" y="24649"/>
                    </a:lnTo>
                    <a:lnTo>
                      <a:pt x="13581" y="24500"/>
                    </a:lnTo>
                    <a:lnTo>
                      <a:pt x="13208" y="24326"/>
                    </a:lnTo>
                    <a:lnTo>
                      <a:pt x="12860" y="24152"/>
                    </a:lnTo>
                    <a:lnTo>
                      <a:pt x="12511" y="23953"/>
                    </a:lnTo>
                    <a:lnTo>
                      <a:pt x="12163" y="23729"/>
                    </a:lnTo>
                    <a:lnTo>
                      <a:pt x="11840" y="23505"/>
                    </a:lnTo>
                    <a:lnTo>
                      <a:pt x="11541" y="23257"/>
                    </a:lnTo>
                    <a:lnTo>
                      <a:pt x="11218" y="22983"/>
                    </a:lnTo>
                    <a:lnTo>
                      <a:pt x="10944" y="22709"/>
                    </a:lnTo>
                    <a:lnTo>
                      <a:pt x="10671" y="22411"/>
                    </a:lnTo>
                    <a:lnTo>
                      <a:pt x="10397" y="22112"/>
                    </a:lnTo>
                    <a:lnTo>
                      <a:pt x="10148" y="21789"/>
                    </a:lnTo>
                    <a:lnTo>
                      <a:pt x="9925" y="21466"/>
                    </a:lnTo>
                    <a:lnTo>
                      <a:pt x="9701" y="21142"/>
                    </a:lnTo>
                    <a:lnTo>
                      <a:pt x="9502" y="20794"/>
                    </a:lnTo>
                    <a:lnTo>
                      <a:pt x="9328" y="20421"/>
                    </a:lnTo>
                    <a:lnTo>
                      <a:pt x="9154" y="20048"/>
                    </a:lnTo>
                    <a:lnTo>
                      <a:pt x="9004" y="19675"/>
                    </a:lnTo>
                    <a:lnTo>
                      <a:pt x="8880" y="19277"/>
                    </a:lnTo>
                    <a:lnTo>
                      <a:pt x="8756" y="18879"/>
                    </a:lnTo>
                    <a:lnTo>
                      <a:pt x="8681" y="18481"/>
                    </a:lnTo>
                    <a:lnTo>
                      <a:pt x="8606" y="18058"/>
                    </a:lnTo>
                    <a:lnTo>
                      <a:pt x="8557" y="17635"/>
                    </a:lnTo>
                    <a:lnTo>
                      <a:pt x="8507" y="17213"/>
                    </a:lnTo>
                    <a:lnTo>
                      <a:pt x="8507" y="16790"/>
                    </a:lnTo>
                    <a:lnTo>
                      <a:pt x="8507" y="16367"/>
                    </a:lnTo>
                    <a:lnTo>
                      <a:pt x="8557" y="15944"/>
                    </a:lnTo>
                    <a:lnTo>
                      <a:pt x="8606" y="15521"/>
                    </a:lnTo>
                    <a:lnTo>
                      <a:pt x="8681" y="15123"/>
                    </a:lnTo>
                    <a:lnTo>
                      <a:pt x="8780" y="14725"/>
                    </a:lnTo>
                    <a:lnTo>
                      <a:pt x="8880" y="14327"/>
                    </a:lnTo>
                    <a:lnTo>
                      <a:pt x="9029" y="13954"/>
                    </a:lnTo>
                    <a:lnTo>
                      <a:pt x="9178" y="13556"/>
                    </a:lnTo>
                    <a:lnTo>
                      <a:pt x="9328" y="13208"/>
                    </a:lnTo>
                    <a:lnTo>
                      <a:pt x="9527" y="12835"/>
                    </a:lnTo>
                    <a:lnTo>
                      <a:pt x="9726" y="12487"/>
                    </a:lnTo>
                    <a:lnTo>
                      <a:pt x="9949" y="12163"/>
                    </a:lnTo>
                    <a:lnTo>
                      <a:pt x="10173" y="11840"/>
                    </a:lnTo>
                    <a:lnTo>
                      <a:pt x="10422" y="11517"/>
                    </a:lnTo>
                    <a:lnTo>
                      <a:pt x="10696" y="11218"/>
                    </a:lnTo>
                    <a:lnTo>
                      <a:pt x="10969" y="10920"/>
                    </a:lnTo>
                    <a:lnTo>
                      <a:pt x="11243" y="10646"/>
                    </a:lnTo>
                    <a:lnTo>
                      <a:pt x="11566" y="10398"/>
                    </a:lnTo>
                    <a:lnTo>
                      <a:pt x="11865" y="10149"/>
                    </a:lnTo>
                    <a:lnTo>
                      <a:pt x="12213" y="9900"/>
                    </a:lnTo>
                    <a:lnTo>
                      <a:pt x="12536" y="9701"/>
                    </a:lnTo>
                    <a:lnTo>
                      <a:pt x="12884" y="9502"/>
                    </a:lnTo>
                    <a:lnTo>
                      <a:pt x="13257" y="9303"/>
                    </a:lnTo>
                    <a:lnTo>
                      <a:pt x="13631" y="9129"/>
                    </a:lnTo>
                    <a:lnTo>
                      <a:pt x="14004" y="8980"/>
                    </a:lnTo>
                    <a:lnTo>
                      <a:pt x="14402" y="8855"/>
                    </a:lnTo>
                    <a:lnTo>
                      <a:pt x="14800" y="8756"/>
                    </a:lnTo>
                    <a:lnTo>
                      <a:pt x="15198" y="8656"/>
                    </a:lnTo>
                    <a:lnTo>
                      <a:pt x="15620" y="8582"/>
                    </a:lnTo>
                    <a:lnTo>
                      <a:pt x="16043" y="8532"/>
                    </a:lnTo>
                    <a:lnTo>
                      <a:pt x="16466" y="8507"/>
                    </a:lnTo>
                    <a:lnTo>
                      <a:pt x="16889" y="8482"/>
                    </a:lnTo>
                    <a:close/>
                    <a:moveTo>
                      <a:pt x="20172" y="1"/>
                    </a:moveTo>
                    <a:lnTo>
                      <a:pt x="11989" y="374"/>
                    </a:lnTo>
                    <a:lnTo>
                      <a:pt x="12188" y="4354"/>
                    </a:lnTo>
                    <a:lnTo>
                      <a:pt x="11666" y="4553"/>
                    </a:lnTo>
                    <a:lnTo>
                      <a:pt x="11193" y="4776"/>
                    </a:lnTo>
                    <a:lnTo>
                      <a:pt x="10696" y="5000"/>
                    </a:lnTo>
                    <a:lnTo>
                      <a:pt x="10223" y="5274"/>
                    </a:lnTo>
                    <a:lnTo>
                      <a:pt x="7288" y="2588"/>
                    </a:lnTo>
                    <a:lnTo>
                      <a:pt x="1766" y="8632"/>
                    </a:lnTo>
                    <a:lnTo>
                      <a:pt x="4726" y="11318"/>
                    </a:lnTo>
                    <a:lnTo>
                      <a:pt x="4502" y="11790"/>
                    </a:lnTo>
                    <a:lnTo>
                      <a:pt x="4303" y="12288"/>
                    </a:lnTo>
                    <a:lnTo>
                      <a:pt x="4154" y="12810"/>
                    </a:lnTo>
                    <a:lnTo>
                      <a:pt x="3980" y="13332"/>
                    </a:lnTo>
                    <a:lnTo>
                      <a:pt x="1" y="13507"/>
                    </a:lnTo>
                    <a:lnTo>
                      <a:pt x="374" y="21690"/>
                    </a:lnTo>
                    <a:lnTo>
                      <a:pt x="4353" y="21491"/>
                    </a:lnTo>
                    <a:lnTo>
                      <a:pt x="4552" y="21988"/>
                    </a:lnTo>
                    <a:lnTo>
                      <a:pt x="4776" y="22486"/>
                    </a:lnTo>
                    <a:lnTo>
                      <a:pt x="5025" y="22958"/>
                    </a:lnTo>
                    <a:lnTo>
                      <a:pt x="5273" y="23431"/>
                    </a:lnTo>
                    <a:lnTo>
                      <a:pt x="2587" y="26390"/>
                    </a:lnTo>
                    <a:lnTo>
                      <a:pt x="8631" y="31887"/>
                    </a:lnTo>
                    <a:lnTo>
                      <a:pt x="11317" y="28952"/>
                    </a:lnTo>
                    <a:lnTo>
                      <a:pt x="11815" y="29151"/>
                    </a:lnTo>
                    <a:lnTo>
                      <a:pt x="12312" y="29350"/>
                    </a:lnTo>
                    <a:lnTo>
                      <a:pt x="12810" y="29524"/>
                    </a:lnTo>
                    <a:lnTo>
                      <a:pt x="13332" y="29674"/>
                    </a:lnTo>
                    <a:lnTo>
                      <a:pt x="13531" y="33653"/>
                    </a:lnTo>
                    <a:lnTo>
                      <a:pt x="21689" y="33280"/>
                    </a:lnTo>
                    <a:lnTo>
                      <a:pt x="21515" y="29301"/>
                    </a:lnTo>
                    <a:lnTo>
                      <a:pt x="22013" y="29102"/>
                    </a:lnTo>
                    <a:lnTo>
                      <a:pt x="22510" y="28878"/>
                    </a:lnTo>
                    <a:lnTo>
                      <a:pt x="22983" y="28654"/>
                    </a:lnTo>
                    <a:lnTo>
                      <a:pt x="23455" y="28405"/>
                    </a:lnTo>
                    <a:lnTo>
                      <a:pt x="26390" y="31091"/>
                    </a:lnTo>
                    <a:lnTo>
                      <a:pt x="31912" y="25047"/>
                    </a:lnTo>
                    <a:lnTo>
                      <a:pt x="28952" y="22361"/>
                    </a:lnTo>
                    <a:lnTo>
                      <a:pt x="29176" y="21864"/>
                    </a:lnTo>
                    <a:lnTo>
                      <a:pt x="29375" y="21366"/>
                    </a:lnTo>
                    <a:lnTo>
                      <a:pt x="29549" y="20844"/>
                    </a:lnTo>
                    <a:lnTo>
                      <a:pt x="29698" y="20322"/>
                    </a:lnTo>
                    <a:lnTo>
                      <a:pt x="33678" y="20148"/>
                    </a:lnTo>
                    <a:lnTo>
                      <a:pt x="33305" y="11989"/>
                    </a:lnTo>
                    <a:lnTo>
                      <a:pt x="29325" y="12163"/>
                    </a:lnTo>
                    <a:lnTo>
                      <a:pt x="29126" y="11666"/>
                    </a:lnTo>
                    <a:lnTo>
                      <a:pt x="28902" y="11169"/>
                    </a:lnTo>
                    <a:lnTo>
                      <a:pt x="28653" y="10696"/>
                    </a:lnTo>
                    <a:lnTo>
                      <a:pt x="28405" y="10223"/>
                    </a:lnTo>
                    <a:lnTo>
                      <a:pt x="31091" y="7264"/>
                    </a:lnTo>
                    <a:lnTo>
                      <a:pt x="25047" y="1767"/>
                    </a:lnTo>
                    <a:lnTo>
                      <a:pt x="22361" y="4702"/>
                    </a:lnTo>
                    <a:lnTo>
                      <a:pt x="21863" y="4503"/>
                    </a:lnTo>
                    <a:lnTo>
                      <a:pt x="21366" y="4304"/>
                    </a:lnTo>
                    <a:lnTo>
                      <a:pt x="20868" y="4130"/>
                    </a:lnTo>
                    <a:lnTo>
                      <a:pt x="20346" y="3980"/>
                    </a:lnTo>
                    <a:lnTo>
                      <a:pt x="20172" y="1"/>
                    </a:lnTo>
                    <a:close/>
                  </a:path>
                </a:pathLst>
              </a:custGeom>
              <a:solidFill>
                <a:srgbClr val="6182B4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" name="Google Shape;160;p15"/>
              <p:cNvSpPr/>
              <p:nvPr/>
            </p:nvSpPr>
            <p:spPr>
              <a:xfrm>
                <a:off x="1779203" y="1326825"/>
                <a:ext cx="470265" cy="470780"/>
              </a:xfrm>
              <a:custGeom>
                <a:avLst/>
                <a:gdLst/>
                <a:ahLst/>
                <a:cxnLst/>
                <a:rect l="l" t="t" r="r" b="b"/>
                <a:pathLst>
                  <a:path w="22809" h="22834" extrusionOk="0">
                    <a:moveTo>
                      <a:pt x="11716" y="5771"/>
                    </a:moveTo>
                    <a:lnTo>
                      <a:pt x="12288" y="5845"/>
                    </a:lnTo>
                    <a:lnTo>
                      <a:pt x="12835" y="5945"/>
                    </a:lnTo>
                    <a:lnTo>
                      <a:pt x="13357" y="6119"/>
                    </a:lnTo>
                    <a:lnTo>
                      <a:pt x="13855" y="6343"/>
                    </a:lnTo>
                    <a:lnTo>
                      <a:pt x="14327" y="6591"/>
                    </a:lnTo>
                    <a:lnTo>
                      <a:pt x="14775" y="6890"/>
                    </a:lnTo>
                    <a:lnTo>
                      <a:pt x="15198" y="7238"/>
                    </a:lnTo>
                    <a:lnTo>
                      <a:pt x="15571" y="7636"/>
                    </a:lnTo>
                    <a:lnTo>
                      <a:pt x="15919" y="8059"/>
                    </a:lnTo>
                    <a:lnTo>
                      <a:pt x="16242" y="8507"/>
                    </a:lnTo>
                    <a:lnTo>
                      <a:pt x="16491" y="8979"/>
                    </a:lnTo>
                    <a:lnTo>
                      <a:pt x="16715" y="9502"/>
                    </a:lnTo>
                    <a:lnTo>
                      <a:pt x="16864" y="10024"/>
                    </a:lnTo>
                    <a:lnTo>
                      <a:pt x="16989" y="10571"/>
                    </a:lnTo>
                    <a:lnTo>
                      <a:pt x="17038" y="11168"/>
                    </a:lnTo>
                    <a:lnTo>
                      <a:pt x="17038" y="11740"/>
                    </a:lnTo>
                    <a:lnTo>
                      <a:pt x="16964" y="12287"/>
                    </a:lnTo>
                    <a:lnTo>
                      <a:pt x="16864" y="12834"/>
                    </a:lnTo>
                    <a:lnTo>
                      <a:pt x="16690" y="13382"/>
                    </a:lnTo>
                    <a:lnTo>
                      <a:pt x="16466" y="13879"/>
                    </a:lnTo>
                    <a:lnTo>
                      <a:pt x="16218" y="14352"/>
                    </a:lnTo>
                    <a:lnTo>
                      <a:pt x="15919" y="14799"/>
                    </a:lnTo>
                    <a:lnTo>
                      <a:pt x="15571" y="15222"/>
                    </a:lnTo>
                    <a:lnTo>
                      <a:pt x="15173" y="15595"/>
                    </a:lnTo>
                    <a:lnTo>
                      <a:pt x="14750" y="15943"/>
                    </a:lnTo>
                    <a:lnTo>
                      <a:pt x="14302" y="16242"/>
                    </a:lnTo>
                    <a:lnTo>
                      <a:pt x="13830" y="16516"/>
                    </a:lnTo>
                    <a:lnTo>
                      <a:pt x="13307" y="16739"/>
                    </a:lnTo>
                    <a:lnTo>
                      <a:pt x="12785" y="16889"/>
                    </a:lnTo>
                    <a:lnTo>
                      <a:pt x="12238" y="17013"/>
                    </a:lnTo>
                    <a:lnTo>
                      <a:pt x="11666" y="17063"/>
                    </a:lnTo>
                    <a:lnTo>
                      <a:pt x="11069" y="17063"/>
                    </a:lnTo>
                    <a:lnTo>
                      <a:pt x="10522" y="16988"/>
                    </a:lnTo>
                    <a:lnTo>
                      <a:pt x="9975" y="16889"/>
                    </a:lnTo>
                    <a:lnTo>
                      <a:pt x="9427" y="16714"/>
                    </a:lnTo>
                    <a:lnTo>
                      <a:pt x="8930" y="16491"/>
                    </a:lnTo>
                    <a:lnTo>
                      <a:pt x="8457" y="16242"/>
                    </a:lnTo>
                    <a:lnTo>
                      <a:pt x="8010" y="15943"/>
                    </a:lnTo>
                    <a:lnTo>
                      <a:pt x="7587" y="15595"/>
                    </a:lnTo>
                    <a:lnTo>
                      <a:pt x="7214" y="15197"/>
                    </a:lnTo>
                    <a:lnTo>
                      <a:pt x="6866" y="14774"/>
                    </a:lnTo>
                    <a:lnTo>
                      <a:pt x="6567" y="14327"/>
                    </a:lnTo>
                    <a:lnTo>
                      <a:pt x="6293" y="13854"/>
                    </a:lnTo>
                    <a:lnTo>
                      <a:pt x="6095" y="13332"/>
                    </a:lnTo>
                    <a:lnTo>
                      <a:pt x="5920" y="12810"/>
                    </a:lnTo>
                    <a:lnTo>
                      <a:pt x="5796" y="12262"/>
                    </a:lnTo>
                    <a:lnTo>
                      <a:pt x="5746" y="11665"/>
                    </a:lnTo>
                    <a:lnTo>
                      <a:pt x="5746" y="11093"/>
                    </a:lnTo>
                    <a:lnTo>
                      <a:pt x="5821" y="10546"/>
                    </a:lnTo>
                    <a:lnTo>
                      <a:pt x="5920" y="9999"/>
                    </a:lnTo>
                    <a:lnTo>
                      <a:pt x="6095" y="9452"/>
                    </a:lnTo>
                    <a:lnTo>
                      <a:pt x="6318" y="8954"/>
                    </a:lnTo>
                    <a:lnTo>
                      <a:pt x="6567" y="8482"/>
                    </a:lnTo>
                    <a:lnTo>
                      <a:pt x="6890" y="8034"/>
                    </a:lnTo>
                    <a:lnTo>
                      <a:pt x="7214" y="7611"/>
                    </a:lnTo>
                    <a:lnTo>
                      <a:pt x="7612" y="7238"/>
                    </a:lnTo>
                    <a:lnTo>
                      <a:pt x="8035" y="6890"/>
                    </a:lnTo>
                    <a:lnTo>
                      <a:pt x="8482" y="6591"/>
                    </a:lnTo>
                    <a:lnTo>
                      <a:pt x="8955" y="6318"/>
                    </a:lnTo>
                    <a:lnTo>
                      <a:pt x="9477" y="6094"/>
                    </a:lnTo>
                    <a:lnTo>
                      <a:pt x="9999" y="5945"/>
                    </a:lnTo>
                    <a:lnTo>
                      <a:pt x="10572" y="5820"/>
                    </a:lnTo>
                    <a:lnTo>
                      <a:pt x="11144" y="5771"/>
                    </a:lnTo>
                    <a:close/>
                    <a:moveTo>
                      <a:pt x="13656" y="0"/>
                    </a:moveTo>
                    <a:lnTo>
                      <a:pt x="8109" y="274"/>
                    </a:lnTo>
                    <a:lnTo>
                      <a:pt x="8234" y="2960"/>
                    </a:lnTo>
                    <a:lnTo>
                      <a:pt x="7885" y="3109"/>
                    </a:lnTo>
                    <a:lnTo>
                      <a:pt x="7562" y="3259"/>
                    </a:lnTo>
                    <a:lnTo>
                      <a:pt x="6915" y="3582"/>
                    </a:lnTo>
                    <a:lnTo>
                      <a:pt x="4926" y="1766"/>
                    </a:lnTo>
                    <a:lnTo>
                      <a:pt x="1195" y="5845"/>
                    </a:lnTo>
                    <a:lnTo>
                      <a:pt x="3184" y="7686"/>
                    </a:lnTo>
                    <a:lnTo>
                      <a:pt x="2911" y="8357"/>
                    </a:lnTo>
                    <a:lnTo>
                      <a:pt x="2787" y="8681"/>
                    </a:lnTo>
                    <a:lnTo>
                      <a:pt x="2687" y="9054"/>
                    </a:lnTo>
                    <a:lnTo>
                      <a:pt x="1" y="9178"/>
                    </a:lnTo>
                    <a:lnTo>
                      <a:pt x="250" y="14700"/>
                    </a:lnTo>
                    <a:lnTo>
                      <a:pt x="2936" y="14575"/>
                    </a:lnTo>
                    <a:lnTo>
                      <a:pt x="3085" y="14924"/>
                    </a:lnTo>
                    <a:lnTo>
                      <a:pt x="3234" y="15247"/>
                    </a:lnTo>
                    <a:lnTo>
                      <a:pt x="3558" y="15894"/>
                    </a:lnTo>
                    <a:lnTo>
                      <a:pt x="1742" y="17884"/>
                    </a:lnTo>
                    <a:lnTo>
                      <a:pt x="5821" y="21614"/>
                    </a:lnTo>
                    <a:lnTo>
                      <a:pt x="7661" y="19625"/>
                    </a:lnTo>
                    <a:lnTo>
                      <a:pt x="8333" y="19898"/>
                    </a:lnTo>
                    <a:lnTo>
                      <a:pt x="8681" y="20023"/>
                    </a:lnTo>
                    <a:lnTo>
                      <a:pt x="9029" y="20122"/>
                    </a:lnTo>
                    <a:lnTo>
                      <a:pt x="9154" y="22833"/>
                    </a:lnTo>
                    <a:lnTo>
                      <a:pt x="14675" y="22560"/>
                    </a:lnTo>
                    <a:lnTo>
                      <a:pt x="14551" y="19873"/>
                    </a:lnTo>
                    <a:lnTo>
                      <a:pt x="14899" y="19724"/>
                    </a:lnTo>
                    <a:lnTo>
                      <a:pt x="15223" y="19575"/>
                    </a:lnTo>
                    <a:lnTo>
                      <a:pt x="15869" y="19251"/>
                    </a:lnTo>
                    <a:lnTo>
                      <a:pt x="17859" y="21067"/>
                    </a:lnTo>
                    <a:lnTo>
                      <a:pt x="21615" y="16988"/>
                    </a:lnTo>
                    <a:lnTo>
                      <a:pt x="19600" y="15148"/>
                    </a:lnTo>
                    <a:lnTo>
                      <a:pt x="19874" y="14476"/>
                    </a:lnTo>
                    <a:lnTo>
                      <a:pt x="19998" y="14153"/>
                    </a:lnTo>
                    <a:lnTo>
                      <a:pt x="20098" y="13780"/>
                    </a:lnTo>
                    <a:lnTo>
                      <a:pt x="22809" y="13655"/>
                    </a:lnTo>
                    <a:lnTo>
                      <a:pt x="22535" y="8134"/>
                    </a:lnTo>
                    <a:lnTo>
                      <a:pt x="19849" y="8258"/>
                    </a:lnTo>
                    <a:lnTo>
                      <a:pt x="19725" y="7910"/>
                    </a:lnTo>
                    <a:lnTo>
                      <a:pt x="19575" y="7586"/>
                    </a:lnTo>
                    <a:lnTo>
                      <a:pt x="19227" y="6940"/>
                    </a:lnTo>
                    <a:lnTo>
                      <a:pt x="21043" y="4950"/>
                    </a:lnTo>
                    <a:lnTo>
                      <a:pt x="16964" y="1219"/>
                    </a:lnTo>
                    <a:lnTo>
                      <a:pt x="15148" y="3209"/>
                    </a:lnTo>
                    <a:lnTo>
                      <a:pt x="14476" y="2935"/>
                    </a:lnTo>
                    <a:lnTo>
                      <a:pt x="14128" y="2811"/>
                    </a:lnTo>
                    <a:lnTo>
                      <a:pt x="13780" y="2711"/>
                    </a:lnTo>
                    <a:lnTo>
                      <a:pt x="13656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" name="Google Shape;161;p15"/>
              <p:cNvSpPr/>
              <p:nvPr/>
            </p:nvSpPr>
            <p:spPr>
              <a:xfrm>
                <a:off x="1070002" y="3153432"/>
                <a:ext cx="62574" cy="6311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1" fill="none" extrusionOk="0">
                    <a:moveTo>
                      <a:pt x="3035" y="1543"/>
                    </a:moveTo>
                    <a:lnTo>
                      <a:pt x="3035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60" y="1991"/>
                    </a:lnTo>
                    <a:lnTo>
                      <a:pt x="2910" y="2115"/>
                    </a:lnTo>
                    <a:lnTo>
                      <a:pt x="2786" y="2389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5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7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9"/>
                    </a:lnTo>
                    <a:lnTo>
                      <a:pt x="100" y="2115"/>
                    </a:lnTo>
                    <a:lnTo>
                      <a:pt x="50" y="1991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67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5" y="125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10" y="946"/>
                    </a:lnTo>
                    <a:lnTo>
                      <a:pt x="2960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35" y="1543"/>
                    </a:lnTo>
                    <a:lnTo>
                      <a:pt x="3035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" name="Google Shape;162;p15"/>
              <p:cNvSpPr/>
              <p:nvPr/>
            </p:nvSpPr>
            <p:spPr>
              <a:xfrm>
                <a:off x="914113" y="3487786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10347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" name="Google Shape;163;p15"/>
              <p:cNvSpPr/>
              <p:nvPr/>
            </p:nvSpPr>
            <p:spPr>
              <a:xfrm>
                <a:off x="1088455" y="3216522"/>
                <a:ext cx="126695" cy="484614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23505" fill="none" extrusionOk="0">
                    <a:moveTo>
                      <a:pt x="6144" y="23504"/>
                    </a:moveTo>
                    <a:lnTo>
                      <a:pt x="6144" y="11193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983326" y="3279591"/>
                <a:ext cx="45668" cy="327695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15894" fill="none" extrusionOk="0">
                    <a:moveTo>
                      <a:pt x="2215" y="0"/>
                    </a:moveTo>
                    <a:lnTo>
                      <a:pt x="2215" y="9850"/>
                    </a:lnTo>
                    <a:lnTo>
                      <a:pt x="1" y="11292"/>
                    </a:lnTo>
                    <a:lnTo>
                      <a:pt x="1" y="1589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1088455" y="343292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1" y="4179"/>
                    </a:move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1181275" y="3341134"/>
                <a:ext cx="21" cy="31297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8" fill="none" extrusionOk="0">
                    <a:moveTo>
                      <a:pt x="1" y="0"/>
                    </a:moveTo>
                    <a:lnTo>
                      <a:pt x="1" y="151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3852588" y="3318043"/>
                <a:ext cx="114881" cy="309757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15024" fill="none" extrusionOk="0">
                    <a:moveTo>
                      <a:pt x="1" y="15024"/>
                    </a:moveTo>
                    <a:lnTo>
                      <a:pt x="1" y="8134"/>
                    </a:lnTo>
                    <a:lnTo>
                      <a:pt x="5572" y="4975"/>
                    </a:lnTo>
                    <a:lnTo>
                      <a:pt x="5572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3936171" y="3255489"/>
                <a:ext cx="63110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3035" fill="none" extrusionOk="0">
                    <a:moveTo>
                      <a:pt x="1" y="1518"/>
                    </a:moveTo>
                    <a:lnTo>
                      <a:pt x="1" y="1518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75" y="1070"/>
                    </a:lnTo>
                    <a:lnTo>
                      <a:pt x="125" y="921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20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41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6" y="921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60" y="1518"/>
                    </a:lnTo>
                    <a:lnTo>
                      <a:pt x="3060" y="1518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5"/>
                    </a:lnTo>
                    <a:lnTo>
                      <a:pt x="2786" y="2363"/>
                    </a:lnTo>
                    <a:lnTo>
                      <a:pt x="2612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41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20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25" y="2115"/>
                    </a:lnTo>
                    <a:lnTo>
                      <a:pt x="75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8"/>
                    </a:lnTo>
                    <a:lnTo>
                      <a:pt x="1" y="1518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rgbClr val="B1B2B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3780282" y="3578545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1" y="6443"/>
                    </a:move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3700286" y="3391379"/>
                <a:ext cx="20535" cy="562054"/>
              </a:xfrm>
              <a:custGeom>
                <a:avLst/>
                <a:gdLst/>
                <a:ahLst/>
                <a:cxnLst/>
                <a:rect l="l" t="t" r="r" b="b"/>
                <a:pathLst>
                  <a:path w="996" h="27261" fill="none" extrusionOk="0">
                    <a:moveTo>
                      <a:pt x="995" y="27261"/>
                    </a:moveTo>
                    <a:lnTo>
                      <a:pt x="995" y="9079"/>
                    </a:lnTo>
                    <a:lnTo>
                      <a:pt x="1" y="8333"/>
                    </a:ln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3898750" y="3365236"/>
                <a:ext cx="21" cy="94366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7" fill="none" extrusionOk="0">
                    <a:moveTo>
                      <a:pt x="0" y="4577"/>
                    </a:moveTo>
                    <a:lnTo>
                      <a:pt x="0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3841825" y="3629841"/>
                <a:ext cx="10783" cy="190258"/>
              </a:xfrm>
              <a:custGeom>
                <a:avLst/>
                <a:gdLst/>
                <a:ahLst/>
                <a:cxnLst/>
                <a:rect l="l" t="t" r="r" b="b"/>
                <a:pathLst>
                  <a:path w="523" h="9228" fill="none" extrusionOk="0">
                    <a:moveTo>
                      <a:pt x="523" y="0"/>
                    </a:moveTo>
                    <a:lnTo>
                      <a:pt x="0" y="373"/>
                    </a:lnTo>
                    <a:lnTo>
                      <a:pt x="0" y="9228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3749005" y="3459582"/>
                <a:ext cx="63090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60" fill="none" extrusionOk="0">
                    <a:moveTo>
                      <a:pt x="0" y="1543"/>
                    </a:move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5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92" y="25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5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5" y="946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5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3599776" y="3358556"/>
                <a:ext cx="21" cy="94387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8" fill="none" extrusionOk="0">
                    <a:moveTo>
                      <a:pt x="1" y="4577"/>
                    </a:move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3660288" y="3659056"/>
                <a:ext cx="2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" h="2538" fill="none" extrusionOk="0">
                    <a:moveTo>
                      <a:pt x="0" y="2538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" name="Google Shape;176;p15"/>
              <p:cNvSpPr/>
              <p:nvPr/>
            </p:nvSpPr>
            <p:spPr>
              <a:xfrm>
                <a:off x="3602333" y="3524197"/>
                <a:ext cx="57976" cy="9181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453" fill="none" extrusionOk="0">
                    <a:moveTo>
                      <a:pt x="2811" y="4453"/>
                    </a:moveTo>
                    <a:lnTo>
                      <a:pt x="1" y="3458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" name="Google Shape;177;p15"/>
              <p:cNvSpPr/>
              <p:nvPr/>
            </p:nvSpPr>
            <p:spPr>
              <a:xfrm>
                <a:off x="457209" y="2634985"/>
                <a:ext cx="509232" cy="862574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41837" extrusionOk="0">
                    <a:moveTo>
                      <a:pt x="1890" y="1"/>
                    </a:moveTo>
                    <a:lnTo>
                      <a:pt x="1666" y="50"/>
                    </a:lnTo>
                    <a:lnTo>
                      <a:pt x="1467" y="100"/>
                    </a:lnTo>
                    <a:lnTo>
                      <a:pt x="1268" y="175"/>
                    </a:lnTo>
                    <a:lnTo>
                      <a:pt x="1094" y="249"/>
                    </a:lnTo>
                    <a:lnTo>
                      <a:pt x="920" y="349"/>
                    </a:lnTo>
                    <a:lnTo>
                      <a:pt x="746" y="473"/>
                    </a:lnTo>
                    <a:lnTo>
                      <a:pt x="597" y="623"/>
                    </a:lnTo>
                    <a:lnTo>
                      <a:pt x="473" y="772"/>
                    </a:lnTo>
                    <a:lnTo>
                      <a:pt x="348" y="921"/>
                    </a:lnTo>
                    <a:lnTo>
                      <a:pt x="249" y="1095"/>
                    </a:lnTo>
                    <a:lnTo>
                      <a:pt x="149" y="1294"/>
                    </a:lnTo>
                    <a:lnTo>
                      <a:pt x="99" y="1468"/>
                    </a:lnTo>
                    <a:lnTo>
                      <a:pt x="25" y="1692"/>
                    </a:lnTo>
                    <a:lnTo>
                      <a:pt x="0" y="1891"/>
                    </a:lnTo>
                    <a:lnTo>
                      <a:pt x="0" y="2115"/>
                    </a:lnTo>
                    <a:lnTo>
                      <a:pt x="0" y="39722"/>
                    </a:lnTo>
                    <a:lnTo>
                      <a:pt x="0" y="39946"/>
                    </a:lnTo>
                    <a:lnTo>
                      <a:pt x="25" y="40145"/>
                    </a:lnTo>
                    <a:lnTo>
                      <a:pt x="99" y="40369"/>
                    </a:lnTo>
                    <a:lnTo>
                      <a:pt x="149" y="40543"/>
                    </a:lnTo>
                    <a:lnTo>
                      <a:pt x="249" y="40742"/>
                    </a:lnTo>
                    <a:lnTo>
                      <a:pt x="348" y="40916"/>
                    </a:lnTo>
                    <a:lnTo>
                      <a:pt x="473" y="41065"/>
                    </a:lnTo>
                    <a:lnTo>
                      <a:pt x="597" y="41214"/>
                    </a:lnTo>
                    <a:lnTo>
                      <a:pt x="746" y="41364"/>
                    </a:lnTo>
                    <a:lnTo>
                      <a:pt x="920" y="41463"/>
                    </a:lnTo>
                    <a:lnTo>
                      <a:pt x="1094" y="41587"/>
                    </a:lnTo>
                    <a:lnTo>
                      <a:pt x="1268" y="41662"/>
                    </a:lnTo>
                    <a:lnTo>
                      <a:pt x="1467" y="41737"/>
                    </a:lnTo>
                    <a:lnTo>
                      <a:pt x="1666" y="41786"/>
                    </a:lnTo>
                    <a:lnTo>
                      <a:pt x="1890" y="41811"/>
                    </a:lnTo>
                    <a:lnTo>
                      <a:pt x="2089" y="41836"/>
                    </a:lnTo>
                    <a:lnTo>
                      <a:pt x="22609" y="41836"/>
                    </a:lnTo>
                    <a:lnTo>
                      <a:pt x="22808" y="41811"/>
                    </a:lnTo>
                    <a:lnTo>
                      <a:pt x="23032" y="41786"/>
                    </a:lnTo>
                    <a:lnTo>
                      <a:pt x="23231" y="41737"/>
                    </a:lnTo>
                    <a:lnTo>
                      <a:pt x="23430" y="41662"/>
                    </a:lnTo>
                    <a:lnTo>
                      <a:pt x="23604" y="41587"/>
                    </a:lnTo>
                    <a:lnTo>
                      <a:pt x="23778" y="41463"/>
                    </a:lnTo>
                    <a:lnTo>
                      <a:pt x="23927" y="41364"/>
                    </a:lnTo>
                    <a:lnTo>
                      <a:pt x="24076" y="41214"/>
                    </a:lnTo>
                    <a:lnTo>
                      <a:pt x="24226" y="41065"/>
                    </a:lnTo>
                    <a:lnTo>
                      <a:pt x="24350" y="40916"/>
                    </a:lnTo>
                    <a:lnTo>
                      <a:pt x="24449" y="40742"/>
                    </a:lnTo>
                    <a:lnTo>
                      <a:pt x="24549" y="40543"/>
                    </a:lnTo>
                    <a:lnTo>
                      <a:pt x="24599" y="40369"/>
                    </a:lnTo>
                    <a:lnTo>
                      <a:pt x="24673" y="40145"/>
                    </a:lnTo>
                    <a:lnTo>
                      <a:pt x="24698" y="39946"/>
                    </a:lnTo>
                    <a:lnTo>
                      <a:pt x="24698" y="39722"/>
                    </a:lnTo>
                    <a:lnTo>
                      <a:pt x="24698" y="2115"/>
                    </a:lnTo>
                    <a:lnTo>
                      <a:pt x="24698" y="1891"/>
                    </a:lnTo>
                    <a:lnTo>
                      <a:pt x="24673" y="1692"/>
                    </a:lnTo>
                    <a:lnTo>
                      <a:pt x="24599" y="1468"/>
                    </a:lnTo>
                    <a:lnTo>
                      <a:pt x="24549" y="1294"/>
                    </a:lnTo>
                    <a:lnTo>
                      <a:pt x="24449" y="1095"/>
                    </a:lnTo>
                    <a:lnTo>
                      <a:pt x="24350" y="921"/>
                    </a:lnTo>
                    <a:lnTo>
                      <a:pt x="24226" y="772"/>
                    </a:lnTo>
                    <a:lnTo>
                      <a:pt x="24076" y="623"/>
                    </a:lnTo>
                    <a:lnTo>
                      <a:pt x="23927" y="473"/>
                    </a:lnTo>
                    <a:lnTo>
                      <a:pt x="23778" y="349"/>
                    </a:lnTo>
                    <a:lnTo>
                      <a:pt x="23604" y="249"/>
                    </a:lnTo>
                    <a:lnTo>
                      <a:pt x="23430" y="175"/>
                    </a:lnTo>
                    <a:lnTo>
                      <a:pt x="23231" y="100"/>
                    </a:lnTo>
                    <a:lnTo>
                      <a:pt x="23032" y="50"/>
                    </a:lnTo>
                    <a:lnTo>
                      <a:pt x="228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" name="Google Shape;178;p15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22411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" name="Google Shape;179;p15"/>
              <p:cNvSpPr/>
              <p:nvPr/>
            </p:nvSpPr>
            <p:spPr>
              <a:xfrm>
                <a:off x="480795" y="2698569"/>
                <a:ext cx="12824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622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622" y="33405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" name="Google Shape;180;p15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22411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1" name="Google Shape;181;p15"/>
              <p:cNvSpPr/>
              <p:nvPr/>
            </p:nvSpPr>
            <p:spPr>
              <a:xfrm>
                <a:off x="663858" y="2667292"/>
                <a:ext cx="95913" cy="9773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474" extrusionOk="0">
                    <a:moveTo>
                      <a:pt x="1" y="1"/>
                    </a:moveTo>
                    <a:lnTo>
                      <a:pt x="1" y="473"/>
                    </a:lnTo>
                    <a:lnTo>
                      <a:pt x="4652" y="473"/>
                    </a:lnTo>
                    <a:lnTo>
                      <a:pt x="465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2" name="Google Shape;182;p15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BF1F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3" name="Google Shape;183;p15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>
                <a:off x="664889" y="3122671"/>
                <a:ext cx="93851" cy="138983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6741" extrusionOk="0">
                    <a:moveTo>
                      <a:pt x="2264" y="697"/>
                    </a:moveTo>
                    <a:lnTo>
                      <a:pt x="2488" y="722"/>
                    </a:lnTo>
                    <a:lnTo>
                      <a:pt x="2662" y="771"/>
                    </a:lnTo>
                    <a:lnTo>
                      <a:pt x="2836" y="871"/>
                    </a:lnTo>
                    <a:lnTo>
                      <a:pt x="2985" y="995"/>
                    </a:lnTo>
                    <a:lnTo>
                      <a:pt x="3109" y="1145"/>
                    </a:lnTo>
                    <a:lnTo>
                      <a:pt x="3209" y="1294"/>
                    </a:lnTo>
                    <a:lnTo>
                      <a:pt x="3259" y="1493"/>
                    </a:lnTo>
                    <a:lnTo>
                      <a:pt x="3283" y="1692"/>
                    </a:lnTo>
                    <a:lnTo>
                      <a:pt x="3283" y="3234"/>
                    </a:lnTo>
                    <a:lnTo>
                      <a:pt x="1269" y="3234"/>
                    </a:lnTo>
                    <a:lnTo>
                      <a:pt x="1269" y="1692"/>
                    </a:lnTo>
                    <a:lnTo>
                      <a:pt x="1294" y="1493"/>
                    </a:lnTo>
                    <a:lnTo>
                      <a:pt x="1343" y="1294"/>
                    </a:lnTo>
                    <a:lnTo>
                      <a:pt x="1443" y="1145"/>
                    </a:lnTo>
                    <a:lnTo>
                      <a:pt x="1567" y="995"/>
                    </a:lnTo>
                    <a:lnTo>
                      <a:pt x="1716" y="871"/>
                    </a:lnTo>
                    <a:lnTo>
                      <a:pt x="1891" y="771"/>
                    </a:lnTo>
                    <a:lnTo>
                      <a:pt x="2065" y="722"/>
                    </a:lnTo>
                    <a:lnTo>
                      <a:pt x="2264" y="697"/>
                    </a:lnTo>
                    <a:close/>
                    <a:moveTo>
                      <a:pt x="2114" y="0"/>
                    </a:moveTo>
                    <a:lnTo>
                      <a:pt x="1940" y="25"/>
                    </a:lnTo>
                    <a:lnTo>
                      <a:pt x="1766" y="75"/>
                    </a:lnTo>
                    <a:lnTo>
                      <a:pt x="1617" y="125"/>
                    </a:lnTo>
                    <a:lnTo>
                      <a:pt x="1468" y="199"/>
                    </a:lnTo>
                    <a:lnTo>
                      <a:pt x="1319" y="299"/>
                    </a:lnTo>
                    <a:lnTo>
                      <a:pt x="1194" y="398"/>
                    </a:lnTo>
                    <a:lnTo>
                      <a:pt x="1070" y="498"/>
                    </a:lnTo>
                    <a:lnTo>
                      <a:pt x="970" y="622"/>
                    </a:lnTo>
                    <a:lnTo>
                      <a:pt x="871" y="747"/>
                    </a:lnTo>
                    <a:lnTo>
                      <a:pt x="796" y="896"/>
                    </a:lnTo>
                    <a:lnTo>
                      <a:pt x="722" y="1045"/>
                    </a:lnTo>
                    <a:lnTo>
                      <a:pt x="672" y="1194"/>
                    </a:lnTo>
                    <a:lnTo>
                      <a:pt x="622" y="1344"/>
                    </a:lnTo>
                    <a:lnTo>
                      <a:pt x="597" y="1518"/>
                    </a:lnTo>
                    <a:lnTo>
                      <a:pt x="572" y="1692"/>
                    </a:lnTo>
                    <a:lnTo>
                      <a:pt x="572" y="3234"/>
                    </a:lnTo>
                    <a:lnTo>
                      <a:pt x="0" y="3234"/>
                    </a:lnTo>
                    <a:lnTo>
                      <a:pt x="0" y="6741"/>
                    </a:lnTo>
                    <a:lnTo>
                      <a:pt x="4552" y="6741"/>
                    </a:lnTo>
                    <a:lnTo>
                      <a:pt x="4552" y="3234"/>
                    </a:lnTo>
                    <a:lnTo>
                      <a:pt x="3955" y="3234"/>
                    </a:lnTo>
                    <a:lnTo>
                      <a:pt x="3955" y="1692"/>
                    </a:lnTo>
                    <a:lnTo>
                      <a:pt x="3955" y="1518"/>
                    </a:lnTo>
                    <a:lnTo>
                      <a:pt x="3930" y="1344"/>
                    </a:lnTo>
                    <a:lnTo>
                      <a:pt x="3880" y="1194"/>
                    </a:lnTo>
                    <a:lnTo>
                      <a:pt x="3831" y="1045"/>
                    </a:lnTo>
                    <a:lnTo>
                      <a:pt x="3756" y="896"/>
                    </a:lnTo>
                    <a:lnTo>
                      <a:pt x="3681" y="747"/>
                    </a:lnTo>
                    <a:lnTo>
                      <a:pt x="3582" y="622"/>
                    </a:lnTo>
                    <a:lnTo>
                      <a:pt x="3482" y="498"/>
                    </a:lnTo>
                    <a:lnTo>
                      <a:pt x="3358" y="398"/>
                    </a:lnTo>
                    <a:lnTo>
                      <a:pt x="3209" y="299"/>
                    </a:lnTo>
                    <a:lnTo>
                      <a:pt x="3084" y="199"/>
                    </a:lnTo>
                    <a:lnTo>
                      <a:pt x="2935" y="125"/>
                    </a:lnTo>
                    <a:lnTo>
                      <a:pt x="2786" y="75"/>
                    </a:lnTo>
                    <a:lnTo>
                      <a:pt x="2612" y="25"/>
                    </a:lnTo>
                    <a:lnTo>
                      <a:pt x="24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5" name="Google Shape;185;p15"/>
              <p:cNvSpPr/>
              <p:nvPr/>
            </p:nvSpPr>
            <p:spPr>
              <a:xfrm>
                <a:off x="3956576" y="1796038"/>
                <a:ext cx="478986" cy="312829"/>
              </a:xfrm>
              <a:custGeom>
                <a:avLst/>
                <a:gdLst/>
                <a:ahLst/>
                <a:cxnLst/>
                <a:rect l="l" t="t" r="r" b="b"/>
                <a:pathLst>
                  <a:path w="23232" h="15173" extrusionOk="0">
                    <a:moveTo>
                      <a:pt x="1" y="0"/>
                    </a:moveTo>
                    <a:lnTo>
                      <a:pt x="1" y="15173"/>
                    </a:lnTo>
                    <a:lnTo>
                      <a:pt x="23231" y="15173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6" name="Google Shape;186;p15"/>
              <p:cNvSpPr/>
              <p:nvPr/>
            </p:nvSpPr>
            <p:spPr>
              <a:xfrm>
                <a:off x="3956576" y="1796038"/>
                <a:ext cx="478986" cy="144116"/>
              </a:xfrm>
              <a:custGeom>
                <a:avLst/>
                <a:gdLst/>
                <a:ahLst/>
                <a:cxnLst/>
                <a:rect l="l" t="t" r="r" b="b"/>
                <a:pathLst>
                  <a:path w="23232" h="6990" extrusionOk="0">
                    <a:moveTo>
                      <a:pt x="1" y="0"/>
                    </a:moveTo>
                    <a:lnTo>
                      <a:pt x="11616" y="6990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7" name="Google Shape;187;p15"/>
              <p:cNvSpPr/>
              <p:nvPr/>
            </p:nvSpPr>
            <p:spPr>
              <a:xfrm>
                <a:off x="4100781" y="3340103"/>
                <a:ext cx="241039" cy="227700"/>
              </a:xfrm>
              <a:custGeom>
                <a:avLst/>
                <a:gdLst/>
                <a:ahLst/>
                <a:cxnLst/>
                <a:rect l="l" t="t" r="r" b="b"/>
                <a:pathLst>
                  <a:path w="11691" h="11044" extrusionOk="0">
                    <a:moveTo>
                      <a:pt x="1" y="0"/>
                    </a:moveTo>
                    <a:lnTo>
                      <a:pt x="1" y="11044"/>
                    </a:lnTo>
                    <a:lnTo>
                      <a:pt x="11691" y="11044"/>
                    </a:lnTo>
                    <a:lnTo>
                      <a:pt x="116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8" name="Google Shape;188;p15"/>
              <p:cNvSpPr/>
              <p:nvPr/>
            </p:nvSpPr>
            <p:spPr>
              <a:xfrm>
                <a:off x="4001302" y="3559061"/>
                <a:ext cx="43999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1021" extrusionOk="0">
                    <a:moveTo>
                      <a:pt x="1" y="1"/>
                    </a:moveTo>
                    <a:lnTo>
                      <a:pt x="1" y="1021"/>
                    </a:lnTo>
                    <a:lnTo>
                      <a:pt x="21341" y="1021"/>
                    </a:lnTo>
                    <a:lnTo>
                      <a:pt x="2134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9" name="Google Shape;189;p15"/>
              <p:cNvSpPr/>
              <p:nvPr/>
            </p:nvSpPr>
            <p:spPr>
              <a:xfrm>
                <a:off x="3599776" y="2531918"/>
                <a:ext cx="1243050" cy="830246"/>
              </a:xfrm>
              <a:custGeom>
                <a:avLst/>
                <a:gdLst/>
                <a:ahLst/>
                <a:cxnLst/>
                <a:rect l="l" t="t" r="r" b="b"/>
                <a:pathLst>
                  <a:path w="60291" h="40269" extrusionOk="0">
                    <a:moveTo>
                      <a:pt x="971" y="0"/>
                    </a:moveTo>
                    <a:lnTo>
                      <a:pt x="772" y="25"/>
                    </a:lnTo>
                    <a:lnTo>
                      <a:pt x="597" y="75"/>
                    </a:lnTo>
                    <a:lnTo>
                      <a:pt x="423" y="174"/>
                    </a:lnTo>
                    <a:lnTo>
                      <a:pt x="299" y="274"/>
                    </a:lnTo>
                    <a:lnTo>
                      <a:pt x="175" y="423"/>
                    </a:lnTo>
                    <a:lnTo>
                      <a:pt x="75" y="597"/>
                    </a:lnTo>
                    <a:lnTo>
                      <a:pt x="25" y="771"/>
                    </a:lnTo>
                    <a:lnTo>
                      <a:pt x="1" y="970"/>
                    </a:lnTo>
                    <a:lnTo>
                      <a:pt x="1" y="39299"/>
                    </a:lnTo>
                    <a:lnTo>
                      <a:pt x="25" y="39498"/>
                    </a:lnTo>
                    <a:lnTo>
                      <a:pt x="75" y="39672"/>
                    </a:lnTo>
                    <a:lnTo>
                      <a:pt x="175" y="39846"/>
                    </a:lnTo>
                    <a:lnTo>
                      <a:pt x="299" y="39995"/>
                    </a:lnTo>
                    <a:lnTo>
                      <a:pt x="423" y="40095"/>
                    </a:lnTo>
                    <a:lnTo>
                      <a:pt x="597" y="40194"/>
                    </a:lnTo>
                    <a:lnTo>
                      <a:pt x="772" y="40244"/>
                    </a:lnTo>
                    <a:lnTo>
                      <a:pt x="971" y="40269"/>
                    </a:lnTo>
                    <a:lnTo>
                      <a:pt x="59321" y="40269"/>
                    </a:lnTo>
                    <a:lnTo>
                      <a:pt x="59520" y="40244"/>
                    </a:lnTo>
                    <a:lnTo>
                      <a:pt x="59719" y="40194"/>
                    </a:lnTo>
                    <a:lnTo>
                      <a:pt x="59868" y="40095"/>
                    </a:lnTo>
                    <a:lnTo>
                      <a:pt x="60017" y="39995"/>
                    </a:lnTo>
                    <a:lnTo>
                      <a:pt x="60142" y="39846"/>
                    </a:lnTo>
                    <a:lnTo>
                      <a:pt x="60216" y="39672"/>
                    </a:lnTo>
                    <a:lnTo>
                      <a:pt x="60266" y="39498"/>
                    </a:lnTo>
                    <a:lnTo>
                      <a:pt x="60291" y="39299"/>
                    </a:lnTo>
                    <a:lnTo>
                      <a:pt x="60291" y="970"/>
                    </a:lnTo>
                    <a:lnTo>
                      <a:pt x="60266" y="771"/>
                    </a:lnTo>
                    <a:lnTo>
                      <a:pt x="60216" y="597"/>
                    </a:lnTo>
                    <a:lnTo>
                      <a:pt x="60142" y="423"/>
                    </a:lnTo>
                    <a:lnTo>
                      <a:pt x="60017" y="274"/>
                    </a:lnTo>
                    <a:lnTo>
                      <a:pt x="59868" y="174"/>
                    </a:lnTo>
                    <a:lnTo>
                      <a:pt x="59719" y="75"/>
                    </a:lnTo>
                    <a:lnTo>
                      <a:pt x="59520" y="25"/>
                    </a:lnTo>
                    <a:lnTo>
                      <a:pt x="593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0" name="Google Shape;190;p15"/>
              <p:cNvSpPr/>
              <p:nvPr/>
            </p:nvSpPr>
            <p:spPr>
              <a:xfrm>
                <a:off x="3642331" y="2586781"/>
                <a:ext cx="1157941" cy="664626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32236" extrusionOk="0">
                    <a:moveTo>
                      <a:pt x="1" y="1"/>
                    </a:moveTo>
                    <a:lnTo>
                      <a:pt x="1" y="32235"/>
                    </a:lnTo>
                    <a:lnTo>
                      <a:pt x="56163" y="32235"/>
                    </a:lnTo>
                    <a:lnTo>
                      <a:pt x="56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3642331" y="2649871"/>
                <a:ext cx="1157941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3035" extrusionOk="0">
                    <a:moveTo>
                      <a:pt x="1" y="0"/>
                    </a:moveTo>
                    <a:lnTo>
                      <a:pt x="1" y="3034"/>
                    </a:lnTo>
                    <a:lnTo>
                      <a:pt x="56163" y="3034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2" name="Google Shape;192;p15"/>
              <p:cNvSpPr/>
              <p:nvPr/>
            </p:nvSpPr>
            <p:spPr>
              <a:xfrm>
                <a:off x="3642331" y="3130877"/>
                <a:ext cx="1157941" cy="16948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822" extrusionOk="0">
                    <a:moveTo>
                      <a:pt x="1" y="0"/>
                    </a:moveTo>
                    <a:lnTo>
                      <a:pt x="1" y="821"/>
                    </a:lnTo>
                    <a:lnTo>
                      <a:pt x="56163" y="821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3" name="Google Shape;193;p15"/>
              <p:cNvSpPr/>
              <p:nvPr/>
            </p:nvSpPr>
            <p:spPr>
              <a:xfrm>
                <a:off x="3642331" y="3186771"/>
                <a:ext cx="1157941" cy="16432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797" extrusionOk="0">
                    <a:moveTo>
                      <a:pt x="1" y="0"/>
                    </a:moveTo>
                    <a:lnTo>
                      <a:pt x="1" y="796"/>
                    </a:lnTo>
                    <a:lnTo>
                      <a:pt x="56163" y="796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4" name="Google Shape;194;p15"/>
              <p:cNvSpPr/>
              <p:nvPr/>
            </p:nvSpPr>
            <p:spPr>
              <a:xfrm>
                <a:off x="3711564" y="2784214"/>
                <a:ext cx="389238" cy="293346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4228" extrusionOk="0">
                    <a:moveTo>
                      <a:pt x="1" y="1"/>
                    </a:moveTo>
                    <a:lnTo>
                      <a:pt x="1" y="14228"/>
                    </a:lnTo>
                    <a:lnTo>
                      <a:pt x="18879" y="14228"/>
                    </a:lnTo>
                    <a:lnTo>
                      <a:pt x="18879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5" name="Google Shape;195;p15"/>
              <p:cNvSpPr/>
              <p:nvPr/>
            </p:nvSpPr>
            <p:spPr>
              <a:xfrm>
                <a:off x="4189498" y="2784214"/>
                <a:ext cx="540014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8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6" name="Google Shape;196;p15"/>
              <p:cNvSpPr/>
              <p:nvPr/>
            </p:nvSpPr>
            <p:spPr>
              <a:xfrm>
                <a:off x="4189498" y="2823181"/>
                <a:ext cx="540014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9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7" name="Google Shape;197;p15"/>
              <p:cNvSpPr/>
              <p:nvPr/>
            </p:nvSpPr>
            <p:spPr>
              <a:xfrm>
                <a:off x="4189498" y="2862169"/>
                <a:ext cx="361548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8" extrusionOk="0">
                    <a:moveTo>
                      <a:pt x="1" y="0"/>
                    </a:moveTo>
                    <a:lnTo>
                      <a:pt x="1" y="547"/>
                    </a:lnTo>
                    <a:lnTo>
                      <a:pt x="17536" y="547"/>
                    </a:lnTo>
                    <a:lnTo>
                      <a:pt x="17536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8" name="Google Shape;198;p15"/>
              <p:cNvSpPr/>
              <p:nvPr/>
            </p:nvSpPr>
            <p:spPr>
              <a:xfrm>
                <a:off x="4189498" y="2901136"/>
                <a:ext cx="361548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8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9" name="Google Shape;199;p15"/>
              <p:cNvSpPr/>
              <p:nvPr/>
            </p:nvSpPr>
            <p:spPr>
              <a:xfrm>
                <a:off x="4189498" y="2940103"/>
                <a:ext cx="361548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9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>
                <a:off x="4616672" y="2862169"/>
                <a:ext cx="112840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8" extrusionOk="0">
                    <a:moveTo>
                      <a:pt x="0" y="0"/>
                    </a:moveTo>
                    <a:lnTo>
                      <a:pt x="0" y="547"/>
                    </a:lnTo>
                    <a:lnTo>
                      <a:pt x="5472" y="547"/>
                    </a:lnTo>
                    <a:lnTo>
                      <a:pt x="5472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1" name="Google Shape;201;p15"/>
              <p:cNvSpPr/>
              <p:nvPr/>
            </p:nvSpPr>
            <p:spPr>
              <a:xfrm>
                <a:off x="4616672" y="2901136"/>
                <a:ext cx="112840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8" extrusionOk="0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2" name="Google Shape;202;p15"/>
              <p:cNvSpPr/>
              <p:nvPr/>
            </p:nvSpPr>
            <p:spPr>
              <a:xfrm>
                <a:off x="4616672" y="2940103"/>
                <a:ext cx="112840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9" extrusionOk="0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3" name="Google Shape;203;p15"/>
              <p:cNvSpPr/>
              <p:nvPr/>
            </p:nvSpPr>
            <p:spPr>
              <a:xfrm>
                <a:off x="4189498" y="2979091"/>
                <a:ext cx="540014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8" extrusionOk="0">
                    <a:moveTo>
                      <a:pt x="1" y="0"/>
                    </a:moveTo>
                    <a:lnTo>
                      <a:pt x="1" y="547"/>
                    </a:lnTo>
                    <a:lnTo>
                      <a:pt x="26191" y="547"/>
                    </a:lnTo>
                    <a:lnTo>
                      <a:pt x="26191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4" name="Google Shape;204;p15"/>
              <p:cNvSpPr/>
              <p:nvPr/>
            </p:nvSpPr>
            <p:spPr>
              <a:xfrm>
                <a:off x="4189498" y="3018058"/>
                <a:ext cx="427195" cy="10783"/>
              </a:xfrm>
              <a:custGeom>
                <a:avLst/>
                <a:gdLst/>
                <a:ahLst/>
                <a:cxnLst/>
                <a:rect l="l" t="t" r="r" b="b"/>
                <a:pathLst>
                  <a:path w="20720" h="523" extrusionOk="0">
                    <a:moveTo>
                      <a:pt x="1" y="0"/>
                    </a:moveTo>
                    <a:lnTo>
                      <a:pt x="1" y="523"/>
                    </a:lnTo>
                    <a:lnTo>
                      <a:pt x="20719" y="523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>
                <a:off x="4189498" y="3066262"/>
                <a:ext cx="427195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0720" h="548" extrusionOk="0">
                    <a:moveTo>
                      <a:pt x="1" y="0"/>
                    </a:moveTo>
                    <a:lnTo>
                      <a:pt x="1" y="548"/>
                    </a:lnTo>
                    <a:lnTo>
                      <a:pt x="20719" y="548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6" name="Google Shape;206;p15"/>
              <p:cNvSpPr/>
              <p:nvPr/>
            </p:nvSpPr>
            <p:spPr>
              <a:xfrm>
                <a:off x="1268961" y="2030913"/>
                <a:ext cx="410268" cy="256935"/>
              </a:xfrm>
              <a:custGeom>
                <a:avLst/>
                <a:gdLst/>
                <a:ahLst/>
                <a:cxnLst/>
                <a:rect l="l" t="t" r="r" b="b"/>
                <a:pathLst>
                  <a:path w="19899" h="12462" extrusionOk="0">
                    <a:moveTo>
                      <a:pt x="1" y="0"/>
                    </a:moveTo>
                    <a:lnTo>
                      <a:pt x="1" y="12461"/>
                    </a:lnTo>
                    <a:lnTo>
                      <a:pt x="19899" y="12461"/>
                    </a:lnTo>
                    <a:lnTo>
                      <a:pt x="198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7" name="Google Shape;207;p15"/>
              <p:cNvSpPr/>
              <p:nvPr/>
            </p:nvSpPr>
            <p:spPr>
              <a:xfrm>
                <a:off x="1299743" y="2243211"/>
                <a:ext cx="121045" cy="153848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7462" extrusionOk="0">
                    <a:moveTo>
                      <a:pt x="5870" y="0"/>
                    </a:moveTo>
                    <a:lnTo>
                      <a:pt x="0" y="722"/>
                    </a:lnTo>
                    <a:lnTo>
                      <a:pt x="0" y="7462"/>
                    </a:lnTo>
                    <a:lnTo>
                      <a:pt x="5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8" name="Google Shape;208;p15"/>
              <p:cNvSpPr/>
              <p:nvPr/>
            </p:nvSpPr>
            <p:spPr>
              <a:xfrm>
                <a:off x="1400253" y="2070395"/>
                <a:ext cx="226669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772" extrusionOk="0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9" name="Google Shape;209;p15"/>
              <p:cNvSpPr/>
              <p:nvPr/>
            </p:nvSpPr>
            <p:spPr>
              <a:xfrm>
                <a:off x="1517670" y="2121155"/>
                <a:ext cx="109252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5299" h="772" extrusionOk="0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0" name="Google Shape;210;p15"/>
              <p:cNvSpPr/>
              <p:nvPr/>
            </p:nvSpPr>
            <p:spPr>
              <a:xfrm>
                <a:off x="1517670" y="2172431"/>
                <a:ext cx="109252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5299" h="772" extrusionOk="0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1" name="Google Shape;211;p15"/>
              <p:cNvSpPr/>
              <p:nvPr/>
            </p:nvSpPr>
            <p:spPr>
              <a:xfrm>
                <a:off x="1400253" y="2223212"/>
                <a:ext cx="226669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772" extrusionOk="0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2" name="Google Shape;212;p15"/>
              <p:cNvSpPr/>
              <p:nvPr/>
            </p:nvSpPr>
            <p:spPr>
              <a:xfrm>
                <a:off x="997696" y="1942196"/>
                <a:ext cx="478470" cy="299490"/>
              </a:xfrm>
              <a:custGeom>
                <a:avLst/>
                <a:gdLst/>
                <a:ahLst/>
                <a:cxnLst/>
                <a:rect l="l" t="t" r="r" b="b"/>
                <a:pathLst>
                  <a:path w="23207" h="14526" extrusionOk="0">
                    <a:moveTo>
                      <a:pt x="0" y="0"/>
                    </a:moveTo>
                    <a:lnTo>
                      <a:pt x="0" y="14526"/>
                    </a:lnTo>
                    <a:lnTo>
                      <a:pt x="23206" y="14526"/>
                    </a:lnTo>
                    <a:lnTo>
                      <a:pt x="2320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3" name="Google Shape;213;p15"/>
              <p:cNvSpPr/>
              <p:nvPr/>
            </p:nvSpPr>
            <p:spPr>
              <a:xfrm>
                <a:off x="1033591" y="2189358"/>
                <a:ext cx="141560" cy="179496"/>
              </a:xfrm>
              <a:custGeom>
                <a:avLst/>
                <a:gdLst/>
                <a:ahLst/>
                <a:cxnLst/>
                <a:rect l="l" t="t" r="r" b="b"/>
                <a:pathLst>
                  <a:path w="6866" h="8706" extrusionOk="0">
                    <a:moveTo>
                      <a:pt x="6865" y="1"/>
                    </a:moveTo>
                    <a:lnTo>
                      <a:pt x="0" y="821"/>
                    </a:lnTo>
                    <a:lnTo>
                      <a:pt x="0" y="8706"/>
                    </a:lnTo>
                    <a:lnTo>
                      <a:pt x="68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4" name="Google Shape;214;p15"/>
              <p:cNvSpPr/>
              <p:nvPr/>
            </p:nvSpPr>
            <p:spPr>
              <a:xfrm>
                <a:off x="1058724" y="1987822"/>
                <a:ext cx="356415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17287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5" name="Google Shape;215;p15"/>
              <p:cNvSpPr/>
              <p:nvPr/>
            </p:nvSpPr>
            <p:spPr>
              <a:xfrm>
                <a:off x="1243333" y="2047304"/>
                <a:ext cx="171806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8333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8332" y="896"/>
                    </a:lnTo>
                    <a:lnTo>
                      <a:pt x="833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6" name="Google Shape;216;p15"/>
              <p:cNvSpPr/>
              <p:nvPr/>
            </p:nvSpPr>
            <p:spPr>
              <a:xfrm>
                <a:off x="1243333" y="2106290"/>
                <a:ext cx="171806" cy="18989"/>
              </a:xfrm>
              <a:custGeom>
                <a:avLst/>
                <a:gdLst/>
                <a:ahLst/>
                <a:cxnLst/>
                <a:rect l="l" t="t" r="r" b="b"/>
                <a:pathLst>
                  <a:path w="8333" h="921" extrusionOk="0">
                    <a:moveTo>
                      <a:pt x="0" y="0"/>
                    </a:moveTo>
                    <a:lnTo>
                      <a:pt x="0" y="921"/>
                    </a:lnTo>
                    <a:lnTo>
                      <a:pt x="8332" y="921"/>
                    </a:lnTo>
                    <a:lnTo>
                      <a:pt x="83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7" name="Google Shape;217;p15"/>
              <p:cNvSpPr/>
              <p:nvPr/>
            </p:nvSpPr>
            <p:spPr>
              <a:xfrm>
                <a:off x="1058724" y="2047304"/>
                <a:ext cx="134880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6542" y="896"/>
                    </a:lnTo>
                    <a:lnTo>
                      <a:pt x="65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8" name="Google Shape;218;p15"/>
              <p:cNvSpPr/>
              <p:nvPr/>
            </p:nvSpPr>
            <p:spPr>
              <a:xfrm>
                <a:off x="1058724" y="2106290"/>
                <a:ext cx="134880" cy="18989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921" extrusionOk="0">
                    <a:moveTo>
                      <a:pt x="0" y="0"/>
                    </a:moveTo>
                    <a:lnTo>
                      <a:pt x="0" y="921"/>
                    </a:lnTo>
                    <a:lnTo>
                      <a:pt x="6542" y="921"/>
                    </a:lnTo>
                    <a:lnTo>
                      <a:pt x="65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9" name="Google Shape;219;p15"/>
              <p:cNvSpPr/>
              <p:nvPr/>
            </p:nvSpPr>
            <p:spPr>
              <a:xfrm>
                <a:off x="1058724" y="2165772"/>
                <a:ext cx="356415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17287" h="896" extrusionOk="0">
                    <a:moveTo>
                      <a:pt x="0" y="0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0" name="Google Shape;220;p15"/>
              <p:cNvSpPr/>
              <p:nvPr/>
            </p:nvSpPr>
            <p:spPr>
              <a:xfrm>
                <a:off x="1506392" y="2733969"/>
                <a:ext cx="62595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3035" fill="none" extrusionOk="0">
                    <a:moveTo>
                      <a:pt x="1" y="1517"/>
                    </a:moveTo>
                    <a:lnTo>
                      <a:pt x="1" y="1517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19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6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35" y="1517"/>
                    </a:lnTo>
                    <a:lnTo>
                      <a:pt x="3035" y="1517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4"/>
                    </a:lnTo>
                    <a:lnTo>
                      <a:pt x="2786" y="2363"/>
                    </a:lnTo>
                    <a:lnTo>
                      <a:pt x="2587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16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00" y="2114"/>
                    </a:lnTo>
                    <a:lnTo>
                      <a:pt x="50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7"/>
                    </a:lnTo>
                    <a:lnTo>
                      <a:pt x="1" y="1517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1" name="Google Shape;221;p15"/>
              <p:cNvSpPr/>
              <p:nvPr/>
            </p:nvSpPr>
            <p:spPr>
              <a:xfrm>
                <a:off x="1411015" y="2328341"/>
                <a:ext cx="126674" cy="40564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5" fill="none" extrusionOk="0">
                    <a:moveTo>
                      <a:pt x="0" y="0"/>
                    </a:moveTo>
                    <a:lnTo>
                      <a:pt x="0" y="8482"/>
                    </a:lnTo>
                    <a:lnTo>
                      <a:pt x="6144" y="11615"/>
                    </a:lnTo>
                    <a:lnTo>
                      <a:pt x="6144" y="1967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2" name="Google Shape;222;p15"/>
              <p:cNvSpPr/>
              <p:nvPr/>
            </p:nvSpPr>
            <p:spPr>
              <a:xfrm>
                <a:off x="1466909" y="2287827"/>
                <a:ext cx="46183" cy="387691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8804" fill="none" extrusionOk="0">
                    <a:moveTo>
                      <a:pt x="1" y="18804"/>
                    </a:moveTo>
                    <a:lnTo>
                      <a:pt x="1" y="8929"/>
                    </a:lnTo>
                    <a:lnTo>
                      <a:pt x="2239" y="7512"/>
                    </a:lnTo>
                    <a:lnTo>
                      <a:pt x="2239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3" name="Google Shape;223;p15"/>
              <p:cNvSpPr/>
              <p:nvPr/>
            </p:nvSpPr>
            <p:spPr>
              <a:xfrm>
                <a:off x="1466909" y="2749350"/>
                <a:ext cx="21" cy="157456"/>
              </a:xfrm>
              <a:custGeom>
                <a:avLst/>
                <a:gdLst/>
                <a:ahLst/>
                <a:cxnLst/>
                <a:rect l="l" t="t" r="r" b="b"/>
                <a:pathLst>
                  <a:path w="1" h="7637" fill="none" extrusionOk="0">
                    <a:moveTo>
                      <a:pt x="1" y="0"/>
                    </a:moveTo>
                    <a:lnTo>
                      <a:pt x="1" y="7636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4" name="Google Shape;224;p15"/>
              <p:cNvSpPr/>
              <p:nvPr/>
            </p:nvSpPr>
            <p:spPr>
              <a:xfrm>
                <a:off x="1466909" y="2983689"/>
                <a:ext cx="21" cy="54904"/>
              </a:xfrm>
              <a:custGeom>
                <a:avLst/>
                <a:gdLst/>
                <a:ahLst/>
                <a:cxnLst/>
                <a:rect l="l" t="t" r="r" b="b"/>
                <a:pathLst>
                  <a:path w="1" h="2663" fill="none" extrusionOk="0">
                    <a:moveTo>
                      <a:pt x="1" y="1"/>
                    </a:moveTo>
                    <a:lnTo>
                      <a:pt x="1" y="2662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225" name="Google Shape;225;p15"/>
            <p:cNvSpPr/>
            <p:nvPr/>
          </p:nvSpPr>
          <p:spPr>
            <a:xfrm>
              <a:off x="2897110" y="1017082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1125181" y="1473122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790781" y="3096605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4107158" y="1563464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4739527" y="2628883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3998124" y="4018260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"/>
          <p:cNvSpPr/>
          <p:nvPr/>
        </p:nvSpPr>
        <p:spPr>
          <a:xfrm>
            <a:off x="609600" y="1765900"/>
            <a:ext cx="3852400" cy="4543600"/>
          </a:xfrm>
          <a:prstGeom prst="roundRect">
            <a:avLst>
              <a:gd name="adj" fmla="val 14082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1" name="Google Shape;361;p18"/>
          <p:cNvSpPr txBox="1"/>
          <p:nvPr/>
        </p:nvSpPr>
        <p:spPr>
          <a:xfrm>
            <a:off x="861649" y="2455500"/>
            <a:ext cx="3395600" cy="8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Ways to access models on HuggingFace</a:t>
            </a:r>
            <a:endParaRPr sz="2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62" name="Google Shape;362;p18"/>
          <p:cNvGrpSpPr/>
          <p:nvPr/>
        </p:nvGrpSpPr>
        <p:grpSpPr>
          <a:xfrm>
            <a:off x="1134817" y="3887767"/>
            <a:ext cx="2844600" cy="1908733"/>
            <a:chOff x="851113" y="2915825"/>
            <a:chExt cx="2133450" cy="1431550"/>
          </a:xfrm>
        </p:grpSpPr>
        <p:sp>
          <p:nvSpPr>
            <p:cNvPr id="363" name="Google Shape;363;p18"/>
            <p:cNvSpPr/>
            <p:nvPr/>
          </p:nvSpPr>
          <p:spPr>
            <a:xfrm>
              <a:off x="863938" y="3086225"/>
              <a:ext cx="2076150" cy="1071900"/>
            </a:xfrm>
            <a:custGeom>
              <a:avLst/>
              <a:gdLst/>
              <a:ahLst/>
              <a:cxnLst/>
              <a:rect l="l" t="t" r="r" b="b"/>
              <a:pathLst>
                <a:path w="83046" h="42876" extrusionOk="0">
                  <a:moveTo>
                    <a:pt x="40299" y="1"/>
                  </a:moveTo>
                  <a:lnTo>
                    <a:pt x="39445" y="15"/>
                  </a:lnTo>
                  <a:lnTo>
                    <a:pt x="38592" y="44"/>
                  </a:lnTo>
                  <a:lnTo>
                    <a:pt x="37752" y="100"/>
                  </a:lnTo>
                  <a:lnTo>
                    <a:pt x="36912" y="157"/>
                  </a:lnTo>
                  <a:lnTo>
                    <a:pt x="36087" y="243"/>
                  </a:lnTo>
                  <a:lnTo>
                    <a:pt x="35262" y="328"/>
                  </a:lnTo>
                  <a:lnTo>
                    <a:pt x="34436" y="442"/>
                  </a:lnTo>
                  <a:lnTo>
                    <a:pt x="33640" y="570"/>
                  </a:lnTo>
                  <a:lnTo>
                    <a:pt x="32843" y="698"/>
                  </a:lnTo>
                  <a:lnTo>
                    <a:pt x="32046" y="855"/>
                  </a:lnTo>
                  <a:lnTo>
                    <a:pt x="31263" y="1025"/>
                  </a:lnTo>
                  <a:lnTo>
                    <a:pt x="30481" y="1196"/>
                  </a:lnTo>
                  <a:lnTo>
                    <a:pt x="29712" y="1395"/>
                  </a:lnTo>
                  <a:lnTo>
                    <a:pt x="28958" y="1595"/>
                  </a:lnTo>
                  <a:lnTo>
                    <a:pt x="28204" y="1808"/>
                  </a:lnTo>
                  <a:lnTo>
                    <a:pt x="27464" y="2036"/>
                  </a:lnTo>
                  <a:lnTo>
                    <a:pt x="26724" y="2263"/>
                  </a:lnTo>
                  <a:lnTo>
                    <a:pt x="25998" y="2520"/>
                  </a:lnTo>
                  <a:lnTo>
                    <a:pt x="25272" y="2776"/>
                  </a:lnTo>
                  <a:lnTo>
                    <a:pt x="24575" y="3032"/>
                  </a:lnTo>
                  <a:lnTo>
                    <a:pt x="23864" y="3316"/>
                  </a:lnTo>
                  <a:lnTo>
                    <a:pt x="23181" y="3601"/>
                  </a:lnTo>
                  <a:lnTo>
                    <a:pt x="22483" y="3886"/>
                  </a:lnTo>
                  <a:lnTo>
                    <a:pt x="21815" y="4184"/>
                  </a:lnTo>
                  <a:lnTo>
                    <a:pt x="21146" y="4497"/>
                  </a:lnTo>
                  <a:lnTo>
                    <a:pt x="20491" y="4811"/>
                  </a:lnTo>
                  <a:lnTo>
                    <a:pt x="19837" y="5138"/>
                  </a:lnTo>
                  <a:lnTo>
                    <a:pt x="19196" y="5465"/>
                  </a:lnTo>
                  <a:lnTo>
                    <a:pt x="18570" y="5792"/>
                  </a:lnTo>
                  <a:lnTo>
                    <a:pt x="17944" y="6134"/>
                  </a:lnTo>
                  <a:lnTo>
                    <a:pt x="17332" y="6475"/>
                  </a:lnTo>
                  <a:lnTo>
                    <a:pt x="16137" y="7187"/>
                  </a:lnTo>
                  <a:lnTo>
                    <a:pt x="14984" y="7898"/>
                  </a:lnTo>
                  <a:lnTo>
                    <a:pt x="13860" y="8624"/>
                  </a:lnTo>
                  <a:lnTo>
                    <a:pt x="12779" y="9364"/>
                  </a:lnTo>
                  <a:lnTo>
                    <a:pt x="11740" y="10104"/>
                  </a:lnTo>
                  <a:lnTo>
                    <a:pt x="10729" y="10858"/>
                  </a:lnTo>
                  <a:lnTo>
                    <a:pt x="9776" y="11598"/>
                  </a:lnTo>
                  <a:lnTo>
                    <a:pt x="8851" y="12338"/>
                  </a:lnTo>
                  <a:lnTo>
                    <a:pt x="7983" y="13078"/>
                  </a:lnTo>
                  <a:lnTo>
                    <a:pt x="7143" y="13790"/>
                  </a:lnTo>
                  <a:lnTo>
                    <a:pt x="6347" y="14501"/>
                  </a:lnTo>
                  <a:lnTo>
                    <a:pt x="5607" y="15184"/>
                  </a:lnTo>
                  <a:lnTo>
                    <a:pt x="4895" y="15853"/>
                  </a:lnTo>
                  <a:lnTo>
                    <a:pt x="4241" y="16508"/>
                  </a:lnTo>
                  <a:lnTo>
                    <a:pt x="3629" y="17119"/>
                  </a:lnTo>
                  <a:lnTo>
                    <a:pt x="3060" y="17717"/>
                  </a:lnTo>
                  <a:lnTo>
                    <a:pt x="2533" y="18258"/>
                  </a:lnTo>
                  <a:lnTo>
                    <a:pt x="2063" y="18784"/>
                  </a:lnTo>
                  <a:lnTo>
                    <a:pt x="1637" y="19254"/>
                  </a:lnTo>
                  <a:lnTo>
                    <a:pt x="925" y="20079"/>
                  </a:lnTo>
                  <a:lnTo>
                    <a:pt x="413" y="20691"/>
                  </a:lnTo>
                  <a:lnTo>
                    <a:pt x="0" y="21218"/>
                  </a:lnTo>
                  <a:lnTo>
                    <a:pt x="1039" y="22342"/>
                  </a:lnTo>
                  <a:lnTo>
                    <a:pt x="2078" y="23423"/>
                  </a:lnTo>
                  <a:lnTo>
                    <a:pt x="3102" y="24476"/>
                  </a:lnTo>
                  <a:lnTo>
                    <a:pt x="4141" y="25501"/>
                  </a:lnTo>
                  <a:lnTo>
                    <a:pt x="5166" y="26483"/>
                  </a:lnTo>
                  <a:lnTo>
                    <a:pt x="6204" y="27436"/>
                  </a:lnTo>
                  <a:lnTo>
                    <a:pt x="7229" y="28361"/>
                  </a:lnTo>
                  <a:lnTo>
                    <a:pt x="8253" y="29243"/>
                  </a:lnTo>
                  <a:lnTo>
                    <a:pt x="9264" y="30097"/>
                  </a:lnTo>
                  <a:lnTo>
                    <a:pt x="10288" y="30922"/>
                  </a:lnTo>
                  <a:lnTo>
                    <a:pt x="11299" y="31719"/>
                  </a:lnTo>
                  <a:lnTo>
                    <a:pt x="12309" y="32474"/>
                  </a:lnTo>
                  <a:lnTo>
                    <a:pt x="13319" y="33199"/>
                  </a:lnTo>
                  <a:lnTo>
                    <a:pt x="14315" y="33897"/>
                  </a:lnTo>
                  <a:lnTo>
                    <a:pt x="15326" y="34565"/>
                  </a:lnTo>
                  <a:lnTo>
                    <a:pt x="16322" y="35206"/>
                  </a:lnTo>
                  <a:lnTo>
                    <a:pt x="17304" y="35818"/>
                  </a:lnTo>
                  <a:lnTo>
                    <a:pt x="18300" y="36401"/>
                  </a:lnTo>
                  <a:lnTo>
                    <a:pt x="19282" y="36956"/>
                  </a:lnTo>
                  <a:lnTo>
                    <a:pt x="20263" y="37482"/>
                  </a:lnTo>
                  <a:lnTo>
                    <a:pt x="21245" y="37981"/>
                  </a:lnTo>
                  <a:lnTo>
                    <a:pt x="22213" y="38450"/>
                  </a:lnTo>
                  <a:lnTo>
                    <a:pt x="23195" y="38891"/>
                  </a:lnTo>
                  <a:lnTo>
                    <a:pt x="24148" y="39318"/>
                  </a:lnTo>
                  <a:lnTo>
                    <a:pt x="25116" y="39702"/>
                  </a:lnTo>
                  <a:lnTo>
                    <a:pt x="26069" y="40072"/>
                  </a:lnTo>
                  <a:lnTo>
                    <a:pt x="27023" y="40414"/>
                  </a:lnTo>
                  <a:lnTo>
                    <a:pt x="27976" y="40741"/>
                  </a:lnTo>
                  <a:lnTo>
                    <a:pt x="28915" y="41040"/>
                  </a:lnTo>
                  <a:lnTo>
                    <a:pt x="29854" y="41310"/>
                  </a:lnTo>
                  <a:lnTo>
                    <a:pt x="30779" y="41552"/>
                  </a:lnTo>
                  <a:lnTo>
                    <a:pt x="31704" y="41780"/>
                  </a:lnTo>
                  <a:lnTo>
                    <a:pt x="32629" y="41979"/>
                  </a:lnTo>
                  <a:lnTo>
                    <a:pt x="33554" y="42164"/>
                  </a:lnTo>
                  <a:lnTo>
                    <a:pt x="34465" y="42321"/>
                  </a:lnTo>
                  <a:lnTo>
                    <a:pt x="35376" y="42463"/>
                  </a:lnTo>
                  <a:lnTo>
                    <a:pt x="36272" y="42577"/>
                  </a:lnTo>
                  <a:lnTo>
                    <a:pt x="37169" y="42676"/>
                  </a:lnTo>
                  <a:lnTo>
                    <a:pt x="38051" y="42762"/>
                  </a:lnTo>
                  <a:lnTo>
                    <a:pt x="38933" y="42819"/>
                  </a:lnTo>
                  <a:lnTo>
                    <a:pt x="39815" y="42847"/>
                  </a:lnTo>
                  <a:lnTo>
                    <a:pt x="40683" y="42876"/>
                  </a:lnTo>
                  <a:lnTo>
                    <a:pt x="41551" y="42876"/>
                  </a:lnTo>
                  <a:lnTo>
                    <a:pt x="42419" y="42861"/>
                  </a:lnTo>
                  <a:lnTo>
                    <a:pt x="43273" y="42833"/>
                  </a:lnTo>
                  <a:lnTo>
                    <a:pt x="44113" y="42776"/>
                  </a:lnTo>
                  <a:lnTo>
                    <a:pt x="44952" y="42719"/>
                  </a:lnTo>
                  <a:lnTo>
                    <a:pt x="45792" y="42634"/>
                  </a:lnTo>
                  <a:lnTo>
                    <a:pt x="46617" y="42534"/>
                  </a:lnTo>
                  <a:lnTo>
                    <a:pt x="47443" y="42420"/>
                  </a:lnTo>
                  <a:lnTo>
                    <a:pt x="48254" y="42306"/>
                  </a:lnTo>
                  <a:lnTo>
                    <a:pt x="49065" y="42164"/>
                  </a:lnTo>
                  <a:lnTo>
                    <a:pt x="49862" y="42008"/>
                  </a:lnTo>
                  <a:lnTo>
                    <a:pt x="50659" y="41837"/>
                  </a:lnTo>
                  <a:lnTo>
                    <a:pt x="51441" y="41652"/>
                  </a:lnTo>
                  <a:lnTo>
                    <a:pt x="52224" y="41453"/>
                  </a:lnTo>
                  <a:lnTo>
                    <a:pt x="52992" y="41253"/>
                  </a:lnTo>
                  <a:lnTo>
                    <a:pt x="53761" y="41026"/>
                  </a:lnTo>
                  <a:lnTo>
                    <a:pt x="54515" y="40798"/>
                  </a:lnTo>
                  <a:lnTo>
                    <a:pt x="55255" y="40556"/>
                  </a:lnTo>
                  <a:lnTo>
                    <a:pt x="55995" y="40314"/>
                  </a:lnTo>
                  <a:lnTo>
                    <a:pt x="56735" y="40044"/>
                  </a:lnTo>
                  <a:lnTo>
                    <a:pt x="57460" y="39773"/>
                  </a:lnTo>
                  <a:lnTo>
                    <a:pt x="58172" y="39489"/>
                  </a:lnTo>
                  <a:lnTo>
                    <a:pt x="58883" y="39204"/>
                  </a:lnTo>
                  <a:lnTo>
                    <a:pt x="59581" y="38905"/>
                  </a:lnTo>
                  <a:lnTo>
                    <a:pt x="60278" y="38592"/>
                  </a:lnTo>
                  <a:lnTo>
                    <a:pt x="60961" y="38279"/>
                  </a:lnTo>
                  <a:lnTo>
                    <a:pt x="61644" y="37966"/>
                  </a:lnTo>
                  <a:lnTo>
                    <a:pt x="62299" y="37639"/>
                  </a:lnTo>
                  <a:lnTo>
                    <a:pt x="62967" y="37297"/>
                  </a:lnTo>
                  <a:lnTo>
                    <a:pt x="63608" y="36956"/>
                  </a:lnTo>
                  <a:lnTo>
                    <a:pt x="64248" y="36614"/>
                  </a:lnTo>
                  <a:lnTo>
                    <a:pt x="64888" y="36259"/>
                  </a:lnTo>
                  <a:lnTo>
                    <a:pt x="66112" y="35547"/>
                  </a:lnTo>
                  <a:lnTo>
                    <a:pt x="67322" y="34807"/>
                  </a:lnTo>
                  <a:lnTo>
                    <a:pt x="68474" y="34067"/>
                  </a:lnTo>
                  <a:lnTo>
                    <a:pt x="69599" y="33313"/>
                  </a:lnTo>
                  <a:lnTo>
                    <a:pt x="70680" y="32559"/>
                  </a:lnTo>
                  <a:lnTo>
                    <a:pt x="71719" y="31790"/>
                  </a:lnTo>
                  <a:lnTo>
                    <a:pt x="72729" y="31036"/>
                  </a:lnTo>
                  <a:lnTo>
                    <a:pt x="73682" y="30282"/>
                  </a:lnTo>
                  <a:lnTo>
                    <a:pt x="74607" y="29528"/>
                  </a:lnTo>
                  <a:lnTo>
                    <a:pt x="75475" y="28788"/>
                  </a:lnTo>
                  <a:lnTo>
                    <a:pt x="76315" y="28062"/>
                  </a:lnTo>
                  <a:lnTo>
                    <a:pt x="77098" y="27365"/>
                  </a:lnTo>
                  <a:lnTo>
                    <a:pt x="77838" y="26682"/>
                  </a:lnTo>
                  <a:lnTo>
                    <a:pt x="78535" y="26027"/>
                  </a:lnTo>
                  <a:lnTo>
                    <a:pt x="79189" y="25387"/>
                  </a:lnTo>
                  <a:lnTo>
                    <a:pt x="79787" y="24789"/>
                  </a:lnTo>
                  <a:lnTo>
                    <a:pt x="80342" y="24220"/>
                  </a:lnTo>
                  <a:lnTo>
                    <a:pt x="81295" y="23210"/>
                  </a:lnTo>
                  <a:lnTo>
                    <a:pt x="82050" y="22385"/>
                  </a:lnTo>
                  <a:lnTo>
                    <a:pt x="82590" y="21744"/>
                  </a:lnTo>
                  <a:lnTo>
                    <a:pt x="83046" y="21218"/>
                  </a:lnTo>
                  <a:lnTo>
                    <a:pt x="81936" y="20108"/>
                  </a:lnTo>
                  <a:lnTo>
                    <a:pt x="80840" y="19040"/>
                  </a:lnTo>
                  <a:lnTo>
                    <a:pt x="79744" y="18016"/>
                  </a:lnTo>
                  <a:lnTo>
                    <a:pt x="78663" y="17020"/>
                  </a:lnTo>
                  <a:lnTo>
                    <a:pt x="77581" y="16052"/>
                  </a:lnTo>
                  <a:lnTo>
                    <a:pt x="76500" y="15113"/>
                  </a:lnTo>
                  <a:lnTo>
                    <a:pt x="75419" y="14217"/>
                  </a:lnTo>
                  <a:lnTo>
                    <a:pt x="74351" y="13348"/>
                  </a:lnTo>
                  <a:lnTo>
                    <a:pt x="73284" y="12509"/>
                  </a:lnTo>
                  <a:lnTo>
                    <a:pt x="72231" y="11712"/>
                  </a:lnTo>
                  <a:lnTo>
                    <a:pt x="71164" y="10929"/>
                  </a:lnTo>
                  <a:lnTo>
                    <a:pt x="70111" y="10189"/>
                  </a:lnTo>
                  <a:lnTo>
                    <a:pt x="69072" y="9478"/>
                  </a:lnTo>
                  <a:lnTo>
                    <a:pt x="68033" y="8795"/>
                  </a:lnTo>
                  <a:lnTo>
                    <a:pt x="66994" y="8140"/>
                  </a:lnTo>
                  <a:lnTo>
                    <a:pt x="65956" y="7514"/>
                  </a:lnTo>
                  <a:lnTo>
                    <a:pt x="64931" y="6917"/>
                  </a:lnTo>
                  <a:lnTo>
                    <a:pt x="63907" y="6347"/>
                  </a:lnTo>
                  <a:lnTo>
                    <a:pt x="62896" y="5807"/>
                  </a:lnTo>
                  <a:lnTo>
                    <a:pt x="61886" y="5280"/>
                  </a:lnTo>
                  <a:lnTo>
                    <a:pt x="60876" y="4796"/>
                  </a:lnTo>
                  <a:lnTo>
                    <a:pt x="59879" y="4341"/>
                  </a:lnTo>
                  <a:lnTo>
                    <a:pt x="58883" y="3900"/>
                  </a:lnTo>
                  <a:lnTo>
                    <a:pt x="57902" y="3487"/>
                  </a:lnTo>
                  <a:lnTo>
                    <a:pt x="56920" y="3103"/>
                  </a:lnTo>
                  <a:lnTo>
                    <a:pt x="55938" y="2747"/>
                  </a:lnTo>
                  <a:lnTo>
                    <a:pt x="54970" y="2406"/>
                  </a:lnTo>
                  <a:lnTo>
                    <a:pt x="54003" y="2093"/>
                  </a:lnTo>
                  <a:lnTo>
                    <a:pt x="53049" y="1808"/>
                  </a:lnTo>
                  <a:lnTo>
                    <a:pt x="52096" y="1538"/>
                  </a:lnTo>
                  <a:lnTo>
                    <a:pt x="51142" y="1296"/>
                  </a:lnTo>
                  <a:lnTo>
                    <a:pt x="50203" y="1082"/>
                  </a:lnTo>
                  <a:lnTo>
                    <a:pt x="49278" y="883"/>
                  </a:lnTo>
                  <a:lnTo>
                    <a:pt x="48353" y="698"/>
                  </a:lnTo>
                  <a:lnTo>
                    <a:pt x="47428" y="542"/>
                  </a:lnTo>
                  <a:lnTo>
                    <a:pt x="46518" y="413"/>
                  </a:lnTo>
                  <a:lnTo>
                    <a:pt x="45607" y="285"/>
                  </a:lnTo>
                  <a:lnTo>
                    <a:pt x="44710" y="200"/>
                  </a:lnTo>
                  <a:lnTo>
                    <a:pt x="43814" y="115"/>
                  </a:lnTo>
                  <a:lnTo>
                    <a:pt x="42917" y="58"/>
                  </a:lnTo>
                  <a:lnTo>
                    <a:pt x="42049" y="29"/>
                  </a:lnTo>
                  <a:lnTo>
                    <a:pt x="411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863938" y="3086225"/>
              <a:ext cx="2076150" cy="1071900"/>
            </a:xfrm>
            <a:custGeom>
              <a:avLst/>
              <a:gdLst/>
              <a:ahLst/>
              <a:cxnLst/>
              <a:rect l="l" t="t" r="r" b="b"/>
              <a:pathLst>
                <a:path w="83046" h="42876" fill="none" extrusionOk="0">
                  <a:moveTo>
                    <a:pt x="0" y="21218"/>
                  </a:moveTo>
                  <a:lnTo>
                    <a:pt x="0" y="21218"/>
                  </a:lnTo>
                  <a:lnTo>
                    <a:pt x="413" y="20691"/>
                  </a:lnTo>
                  <a:lnTo>
                    <a:pt x="925" y="20079"/>
                  </a:lnTo>
                  <a:lnTo>
                    <a:pt x="1637" y="19254"/>
                  </a:lnTo>
                  <a:lnTo>
                    <a:pt x="2063" y="18784"/>
                  </a:lnTo>
                  <a:lnTo>
                    <a:pt x="2533" y="18258"/>
                  </a:lnTo>
                  <a:lnTo>
                    <a:pt x="3060" y="17717"/>
                  </a:lnTo>
                  <a:lnTo>
                    <a:pt x="3629" y="17119"/>
                  </a:lnTo>
                  <a:lnTo>
                    <a:pt x="4241" y="16508"/>
                  </a:lnTo>
                  <a:lnTo>
                    <a:pt x="4895" y="15853"/>
                  </a:lnTo>
                  <a:lnTo>
                    <a:pt x="5607" y="15184"/>
                  </a:lnTo>
                  <a:lnTo>
                    <a:pt x="6347" y="14501"/>
                  </a:lnTo>
                  <a:lnTo>
                    <a:pt x="7143" y="13790"/>
                  </a:lnTo>
                  <a:lnTo>
                    <a:pt x="7983" y="13078"/>
                  </a:lnTo>
                  <a:lnTo>
                    <a:pt x="8851" y="12338"/>
                  </a:lnTo>
                  <a:lnTo>
                    <a:pt x="9776" y="11598"/>
                  </a:lnTo>
                  <a:lnTo>
                    <a:pt x="10729" y="10858"/>
                  </a:lnTo>
                  <a:lnTo>
                    <a:pt x="11740" y="10104"/>
                  </a:lnTo>
                  <a:lnTo>
                    <a:pt x="12779" y="9364"/>
                  </a:lnTo>
                  <a:lnTo>
                    <a:pt x="13860" y="8624"/>
                  </a:lnTo>
                  <a:lnTo>
                    <a:pt x="14984" y="7898"/>
                  </a:lnTo>
                  <a:lnTo>
                    <a:pt x="16137" y="7187"/>
                  </a:lnTo>
                  <a:lnTo>
                    <a:pt x="17332" y="6475"/>
                  </a:lnTo>
                  <a:lnTo>
                    <a:pt x="17944" y="6134"/>
                  </a:lnTo>
                  <a:lnTo>
                    <a:pt x="18570" y="5792"/>
                  </a:lnTo>
                  <a:lnTo>
                    <a:pt x="19196" y="5465"/>
                  </a:lnTo>
                  <a:lnTo>
                    <a:pt x="19837" y="5138"/>
                  </a:lnTo>
                  <a:lnTo>
                    <a:pt x="20491" y="4811"/>
                  </a:lnTo>
                  <a:lnTo>
                    <a:pt x="21146" y="4497"/>
                  </a:lnTo>
                  <a:lnTo>
                    <a:pt x="21815" y="4184"/>
                  </a:lnTo>
                  <a:lnTo>
                    <a:pt x="22483" y="3886"/>
                  </a:lnTo>
                  <a:lnTo>
                    <a:pt x="23181" y="3601"/>
                  </a:lnTo>
                  <a:lnTo>
                    <a:pt x="23864" y="3316"/>
                  </a:lnTo>
                  <a:lnTo>
                    <a:pt x="24575" y="3032"/>
                  </a:lnTo>
                  <a:lnTo>
                    <a:pt x="25272" y="2776"/>
                  </a:lnTo>
                  <a:lnTo>
                    <a:pt x="25998" y="2520"/>
                  </a:lnTo>
                  <a:lnTo>
                    <a:pt x="26724" y="2263"/>
                  </a:lnTo>
                  <a:lnTo>
                    <a:pt x="27464" y="2036"/>
                  </a:lnTo>
                  <a:lnTo>
                    <a:pt x="28204" y="1808"/>
                  </a:lnTo>
                  <a:lnTo>
                    <a:pt x="28958" y="1595"/>
                  </a:lnTo>
                  <a:lnTo>
                    <a:pt x="29712" y="1395"/>
                  </a:lnTo>
                  <a:lnTo>
                    <a:pt x="30481" y="1196"/>
                  </a:lnTo>
                  <a:lnTo>
                    <a:pt x="31263" y="1025"/>
                  </a:lnTo>
                  <a:lnTo>
                    <a:pt x="32046" y="855"/>
                  </a:lnTo>
                  <a:lnTo>
                    <a:pt x="32843" y="698"/>
                  </a:lnTo>
                  <a:lnTo>
                    <a:pt x="33640" y="570"/>
                  </a:lnTo>
                  <a:lnTo>
                    <a:pt x="34436" y="442"/>
                  </a:lnTo>
                  <a:lnTo>
                    <a:pt x="35262" y="328"/>
                  </a:lnTo>
                  <a:lnTo>
                    <a:pt x="36087" y="243"/>
                  </a:lnTo>
                  <a:lnTo>
                    <a:pt x="36912" y="157"/>
                  </a:lnTo>
                  <a:lnTo>
                    <a:pt x="37752" y="100"/>
                  </a:lnTo>
                  <a:lnTo>
                    <a:pt x="38592" y="44"/>
                  </a:lnTo>
                  <a:lnTo>
                    <a:pt x="39445" y="15"/>
                  </a:lnTo>
                  <a:lnTo>
                    <a:pt x="40299" y="1"/>
                  </a:lnTo>
                  <a:lnTo>
                    <a:pt x="41167" y="1"/>
                  </a:lnTo>
                  <a:lnTo>
                    <a:pt x="42049" y="29"/>
                  </a:lnTo>
                  <a:lnTo>
                    <a:pt x="42917" y="58"/>
                  </a:lnTo>
                  <a:lnTo>
                    <a:pt x="43814" y="115"/>
                  </a:lnTo>
                  <a:lnTo>
                    <a:pt x="44710" y="200"/>
                  </a:lnTo>
                  <a:lnTo>
                    <a:pt x="45607" y="285"/>
                  </a:lnTo>
                  <a:lnTo>
                    <a:pt x="46518" y="413"/>
                  </a:lnTo>
                  <a:lnTo>
                    <a:pt x="47428" y="542"/>
                  </a:lnTo>
                  <a:lnTo>
                    <a:pt x="48353" y="698"/>
                  </a:lnTo>
                  <a:lnTo>
                    <a:pt x="49278" y="883"/>
                  </a:lnTo>
                  <a:lnTo>
                    <a:pt x="50203" y="1082"/>
                  </a:lnTo>
                  <a:lnTo>
                    <a:pt x="51142" y="1296"/>
                  </a:lnTo>
                  <a:lnTo>
                    <a:pt x="52096" y="1538"/>
                  </a:lnTo>
                  <a:lnTo>
                    <a:pt x="53049" y="1808"/>
                  </a:lnTo>
                  <a:lnTo>
                    <a:pt x="54003" y="2093"/>
                  </a:lnTo>
                  <a:lnTo>
                    <a:pt x="54970" y="2406"/>
                  </a:lnTo>
                  <a:lnTo>
                    <a:pt x="55938" y="2747"/>
                  </a:lnTo>
                  <a:lnTo>
                    <a:pt x="56920" y="3103"/>
                  </a:lnTo>
                  <a:lnTo>
                    <a:pt x="57902" y="3487"/>
                  </a:lnTo>
                  <a:lnTo>
                    <a:pt x="58883" y="3900"/>
                  </a:lnTo>
                  <a:lnTo>
                    <a:pt x="59879" y="4341"/>
                  </a:lnTo>
                  <a:lnTo>
                    <a:pt x="60876" y="4796"/>
                  </a:lnTo>
                  <a:lnTo>
                    <a:pt x="61886" y="5280"/>
                  </a:lnTo>
                  <a:lnTo>
                    <a:pt x="62896" y="5807"/>
                  </a:lnTo>
                  <a:lnTo>
                    <a:pt x="63907" y="6347"/>
                  </a:lnTo>
                  <a:lnTo>
                    <a:pt x="64931" y="6917"/>
                  </a:lnTo>
                  <a:lnTo>
                    <a:pt x="65956" y="7514"/>
                  </a:lnTo>
                  <a:lnTo>
                    <a:pt x="66994" y="8140"/>
                  </a:lnTo>
                  <a:lnTo>
                    <a:pt x="68033" y="8795"/>
                  </a:lnTo>
                  <a:lnTo>
                    <a:pt x="69072" y="9478"/>
                  </a:lnTo>
                  <a:lnTo>
                    <a:pt x="70111" y="10189"/>
                  </a:lnTo>
                  <a:lnTo>
                    <a:pt x="71164" y="10929"/>
                  </a:lnTo>
                  <a:lnTo>
                    <a:pt x="72231" y="11712"/>
                  </a:lnTo>
                  <a:lnTo>
                    <a:pt x="73284" y="12509"/>
                  </a:lnTo>
                  <a:lnTo>
                    <a:pt x="74351" y="13348"/>
                  </a:lnTo>
                  <a:lnTo>
                    <a:pt x="75419" y="14217"/>
                  </a:lnTo>
                  <a:lnTo>
                    <a:pt x="76500" y="15113"/>
                  </a:lnTo>
                  <a:lnTo>
                    <a:pt x="77581" y="16052"/>
                  </a:lnTo>
                  <a:lnTo>
                    <a:pt x="78663" y="17020"/>
                  </a:lnTo>
                  <a:lnTo>
                    <a:pt x="79744" y="18016"/>
                  </a:lnTo>
                  <a:lnTo>
                    <a:pt x="80840" y="19040"/>
                  </a:lnTo>
                  <a:lnTo>
                    <a:pt x="81936" y="20108"/>
                  </a:lnTo>
                  <a:lnTo>
                    <a:pt x="83046" y="21218"/>
                  </a:lnTo>
                  <a:lnTo>
                    <a:pt x="83046" y="21218"/>
                  </a:lnTo>
                  <a:lnTo>
                    <a:pt x="82590" y="21744"/>
                  </a:lnTo>
                  <a:lnTo>
                    <a:pt x="82050" y="22385"/>
                  </a:lnTo>
                  <a:lnTo>
                    <a:pt x="81295" y="23210"/>
                  </a:lnTo>
                  <a:lnTo>
                    <a:pt x="80342" y="24220"/>
                  </a:lnTo>
                  <a:lnTo>
                    <a:pt x="79787" y="24789"/>
                  </a:lnTo>
                  <a:lnTo>
                    <a:pt x="79189" y="25387"/>
                  </a:lnTo>
                  <a:lnTo>
                    <a:pt x="78535" y="26027"/>
                  </a:lnTo>
                  <a:lnTo>
                    <a:pt x="77838" y="26682"/>
                  </a:lnTo>
                  <a:lnTo>
                    <a:pt x="77098" y="27365"/>
                  </a:lnTo>
                  <a:lnTo>
                    <a:pt x="76315" y="28062"/>
                  </a:lnTo>
                  <a:lnTo>
                    <a:pt x="75475" y="28788"/>
                  </a:lnTo>
                  <a:lnTo>
                    <a:pt x="74607" y="29528"/>
                  </a:lnTo>
                  <a:lnTo>
                    <a:pt x="73682" y="30282"/>
                  </a:lnTo>
                  <a:lnTo>
                    <a:pt x="72729" y="31036"/>
                  </a:lnTo>
                  <a:lnTo>
                    <a:pt x="71719" y="31790"/>
                  </a:lnTo>
                  <a:lnTo>
                    <a:pt x="70680" y="32559"/>
                  </a:lnTo>
                  <a:lnTo>
                    <a:pt x="69599" y="33313"/>
                  </a:lnTo>
                  <a:lnTo>
                    <a:pt x="68474" y="34067"/>
                  </a:lnTo>
                  <a:lnTo>
                    <a:pt x="67322" y="34807"/>
                  </a:lnTo>
                  <a:lnTo>
                    <a:pt x="66112" y="35547"/>
                  </a:lnTo>
                  <a:lnTo>
                    <a:pt x="64888" y="36259"/>
                  </a:lnTo>
                  <a:lnTo>
                    <a:pt x="64248" y="36614"/>
                  </a:lnTo>
                  <a:lnTo>
                    <a:pt x="63608" y="36956"/>
                  </a:lnTo>
                  <a:lnTo>
                    <a:pt x="62967" y="37297"/>
                  </a:lnTo>
                  <a:lnTo>
                    <a:pt x="62299" y="37639"/>
                  </a:lnTo>
                  <a:lnTo>
                    <a:pt x="61644" y="37966"/>
                  </a:lnTo>
                  <a:lnTo>
                    <a:pt x="60961" y="38279"/>
                  </a:lnTo>
                  <a:lnTo>
                    <a:pt x="60278" y="38592"/>
                  </a:lnTo>
                  <a:lnTo>
                    <a:pt x="59581" y="38905"/>
                  </a:lnTo>
                  <a:lnTo>
                    <a:pt x="58883" y="39204"/>
                  </a:lnTo>
                  <a:lnTo>
                    <a:pt x="58172" y="39489"/>
                  </a:lnTo>
                  <a:lnTo>
                    <a:pt x="57460" y="39773"/>
                  </a:lnTo>
                  <a:lnTo>
                    <a:pt x="56735" y="40044"/>
                  </a:lnTo>
                  <a:lnTo>
                    <a:pt x="55995" y="40314"/>
                  </a:lnTo>
                  <a:lnTo>
                    <a:pt x="55255" y="40556"/>
                  </a:lnTo>
                  <a:lnTo>
                    <a:pt x="54515" y="40798"/>
                  </a:lnTo>
                  <a:lnTo>
                    <a:pt x="53761" y="41026"/>
                  </a:lnTo>
                  <a:lnTo>
                    <a:pt x="52992" y="41253"/>
                  </a:lnTo>
                  <a:lnTo>
                    <a:pt x="52224" y="41453"/>
                  </a:lnTo>
                  <a:lnTo>
                    <a:pt x="51441" y="41652"/>
                  </a:lnTo>
                  <a:lnTo>
                    <a:pt x="50659" y="41837"/>
                  </a:lnTo>
                  <a:lnTo>
                    <a:pt x="49862" y="42008"/>
                  </a:lnTo>
                  <a:lnTo>
                    <a:pt x="49065" y="42164"/>
                  </a:lnTo>
                  <a:lnTo>
                    <a:pt x="48254" y="42306"/>
                  </a:lnTo>
                  <a:lnTo>
                    <a:pt x="47443" y="42420"/>
                  </a:lnTo>
                  <a:lnTo>
                    <a:pt x="46617" y="42534"/>
                  </a:lnTo>
                  <a:lnTo>
                    <a:pt x="45792" y="42634"/>
                  </a:lnTo>
                  <a:lnTo>
                    <a:pt x="44952" y="42719"/>
                  </a:lnTo>
                  <a:lnTo>
                    <a:pt x="44113" y="42776"/>
                  </a:lnTo>
                  <a:lnTo>
                    <a:pt x="43273" y="42833"/>
                  </a:lnTo>
                  <a:lnTo>
                    <a:pt x="42419" y="42861"/>
                  </a:lnTo>
                  <a:lnTo>
                    <a:pt x="41551" y="42876"/>
                  </a:lnTo>
                  <a:lnTo>
                    <a:pt x="40683" y="42876"/>
                  </a:lnTo>
                  <a:lnTo>
                    <a:pt x="39815" y="42847"/>
                  </a:lnTo>
                  <a:lnTo>
                    <a:pt x="38933" y="42819"/>
                  </a:lnTo>
                  <a:lnTo>
                    <a:pt x="38051" y="42762"/>
                  </a:lnTo>
                  <a:lnTo>
                    <a:pt x="37169" y="42676"/>
                  </a:lnTo>
                  <a:lnTo>
                    <a:pt x="36272" y="42577"/>
                  </a:lnTo>
                  <a:lnTo>
                    <a:pt x="35376" y="42463"/>
                  </a:lnTo>
                  <a:lnTo>
                    <a:pt x="34465" y="42321"/>
                  </a:lnTo>
                  <a:lnTo>
                    <a:pt x="33554" y="42164"/>
                  </a:lnTo>
                  <a:lnTo>
                    <a:pt x="32629" y="41979"/>
                  </a:lnTo>
                  <a:lnTo>
                    <a:pt x="31704" y="41780"/>
                  </a:lnTo>
                  <a:lnTo>
                    <a:pt x="30779" y="41552"/>
                  </a:lnTo>
                  <a:lnTo>
                    <a:pt x="29854" y="41310"/>
                  </a:lnTo>
                  <a:lnTo>
                    <a:pt x="28915" y="41040"/>
                  </a:lnTo>
                  <a:lnTo>
                    <a:pt x="27976" y="40741"/>
                  </a:lnTo>
                  <a:lnTo>
                    <a:pt x="27023" y="40414"/>
                  </a:lnTo>
                  <a:lnTo>
                    <a:pt x="26069" y="40072"/>
                  </a:lnTo>
                  <a:lnTo>
                    <a:pt x="25116" y="39702"/>
                  </a:lnTo>
                  <a:lnTo>
                    <a:pt x="24148" y="39318"/>
                  </a:lnTo>
                  <a:lnTo>
                    <a:pt x="23195" y="38891"/>
                  </a:lnTo>
                  <a:lnTo>
                    <a:pt x="22213" y="38450"/>
                  </a:lnTo>
                  <a:lnTo>
                    <a:pt x="21245" y="37981"/>
                  </a:lnTo>
                  <a:lnTo>
                    <a:pt x="20263" y="37482"/>
                  </a:lnTo>
                  <a:lnTo>
                    <a:pt x="19282" y="36956"/>
                  </a:lnTo>
                  <a:lnTo>
                    <a:pt x="18300" y="36401"/>
                  </a:lnTo>
                  <a:lnTo>
                    <a:pt x="17304" y="35818"/>
                  </a:lnTo>
                  <a:lnTo>
                    <a:pt x="16322" y="35206"/>
                  </a:lnTo>
                  <a:lnTo>
                    <a:pt x="15326" y="34565"/>
                  </a:lnTo>
                  <a:lnTo>
                    <a:pt x="14315" y="33897"/>
                  </a:lnTo>
                  <a:lnTo>
                    <a:pt x="13319" y="33199"/>
                  </a:lnTo>
                  <a:lnTo>
                    <a:pt x="12309" y="32474"/>
                  </a:lnTo>
                  <a:lnTo>
                    <a:pt x="11299" y="31719"/>
                  </a:lnTo>
                  <a:lnTo>
                    <a:pt x="10288" y="30922"/>
                  </a:lnTo>
                  <a:lnTo>
                    <a:pt x="9264" y="30097"/>
                  </a:lnTo>
                  <a:lnTo>
                    <a:pt x="8253" y="29243"/>
                  </a:lnTo>
                  <a:lnTo>
                    <a:pt x="7229" y="28361"/>
                  </a:lnTo>
                  <a:lnTo>
                    <a:pt x="6204" y="27436"/>
                  </a:lnTo>
                  <a:lnTo>
                    <a:pt x="5166" y="26483"/>
                  </a:lnTo>
                  <a:lnTo>
                    <a:pt x="4141" y="25501"/>
                  </a:lnTo>
                  <a:lnTo>
                    <a:pt x="3102" y="24476"/>
                  </a:lnTo>
                  <a:lnTo>
                    <a:pt x="2078" y="23423"/>
                  </a:lnTo>
                  <a:lnTo>
                    <a:pt x="1039" y="22342"/>
                  </a:lnTo>
                  <a:lnTo>
                    <a:pt x="0" y="2121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1438463" y="3160225"/>
              <a:ext cx="926750" cy="926750"/>
            </a:xfrm>
            <a:custGeom>
              <a:avLst/>
              <a:gdLst/>
              <a:ahLst/>
              <a:cxnLst/>
              <a:rect l="l" t="t" r="r" b="b"/>
              <a:pathLst>
                <a:path w="37070" h="37070" extrusionOk="0">
                  <a:moveTo>
                    <a:pt x="18542" y="1"/>
                  </a:moveTo>
                  <a:lnTo>
                    <a:pt x="18058" y="15"/>
                  </a:lnTo>
                  <a:lnTo>
                    <a:pt x="17589" y="29"/>
                  </a:lnTo>
                  <a:lnTo>
                    <a:pt x="17105" y="58"/>
                  </a:lnTo>
                  <a:lnTo>
                    <a:pt x="16635" y="100"/>
                  </a:lnTo>
                  <a:lnTo>
                    <a:pt x="16180" y="157"/>
                  </a:lnTo>
                  <a:lnTo>
                    <a:pt x="15710" y="214"/>
                  </a:lnTo>
                  <a:lnTo>
                    <a:pt x="15255" y="299"/>
                  </a:lnTo>
                  <a:lnTo>
                    <a:pt x="14799" y="385"/>
                  </a:lnTo>
                  <a:lnTo>
                    <a:pt x="14344" y="484"/>
                  </a:lnTo>
                  <a:lnTo>
                    <a:pt x="13903" y="584"/>
                  </a:lnTo>
                  <a:lnTo>
                    <a:pt x="13462" y="712"/>
                  </a:lnTo>
                  <a:lnTo>
                    <a:pt x="13021" y="840"/>
                  </a:lnTo>
                  <a:lnTo>
                    <a:pt x="12594" y="983"/>
                  </a:lnTo>
                  <a:lnTo>
                    <a:pt x="12167" y="1125"/>
                  </a:lnTo>
                  <a:lnTo>
                    <a:pt x="11740" y="1296"/>
                  </a:lnTo>
                  <a:lnTo>
                    <a:pt x="11327" y="1466"/>
                  </a:lnTo>
                  <a:lnTo>
                    <a:pt x="10915" y="1637"/>
                  </a:lnTo>
                  <a:lnTo>
                    <a:pt x="10502" y="1836"/>
                  </a:lnTo>
                  <a:lnTo>
                    <a:pt x="10104" y="2036"/>
                  </a:lnTo>
                  <a:lnTo>
                    <a:pt x="9705" y="2249"/>
                  </a:lnTo>
                  <a:lnTo>
                    <a:pt x="9307" y="2462"/>
                  </a:lnTo>
                  <a:lnTo>
                    <a:pt x="8923" y="2690"/>
                  </a:lnTo>
                  <a:lnTo>
                    <a:pt x="8553" y="2932"/>
                  </a:lnTo>
                  <a:lnTo>
                    <a:pt x="8168" y="3174"/>
                  </a:lnTo>
                  <a:lnTo>
                    <a:pt x="7813" y="3430"/>
                  </a:lnTo>
                  <a:lnTo>
                    <a:pt x="7443" y="3686"/>
                  </a:lnTo>
                  <a:lnTo>
                    <a:pt x="7101" y="3957"/>
                  </a:lnTo>
                  <a:lnTo>
                    <a:pt x="6745" y="4241"/>
                  </a:lnTo>
                  <a:lnTo>
                    <a:pt x="6404" y="4526"/>
                  </a:lnTo>
                  <a:lnTo>
                    <a:pt x="6077" y="4825"/>
                  </a:lnTo>
                  <a:lnTo>
                    <a:pt x="5749" y="5123"/>
                  </a:lnTo>
                  <a:lnTo>
                    <a:pt x="5436" y="5436"/>
                  </a:lnTo>
                  <a:lnTo>
                    <a:pt x="5123" y="5750"/>
                  </a:lnTo>
                  <a:lnTo>
                    <a:pt x="4824" y="6077"/>
                  </a:lnTo>
                  <a:lnTo>
                    <a:pt x="4525" y="6404"/>
                  </a:lnTo>
                  <a:lnTo>
                    <a:pt x="4241" y="6746"/>
                  </a:lnTo>
                  <a:lnTo>
                    <a:pt x="3956" y="7101"/>
                  </a:lnTo>
                  <a:lnTo>
                    <a:pt x="3686" y="7443"/>
                  </a:lnTo>
                  <a:lnTo>
                    <a:pt x="3430" y="7813"/>
                  </a:lnTo>
                  <a:lnTo>
                    <a:pt x="3174" y="8183"/>
                  </a:lnTo>
                  <a:lnTo>
                    <a:pt x="2918" y="8553"/>
                  </a:lnTo>
                  <a:lnTo>
                    <a:pt x="2690" y="8923"/>
                  </a:lnTo>
                  <a:lnTo>
                    <a:pt x="2462" y="9307"/>
                  </a:lnTo>
                  <a:lnTo>
                    <a:pt x="2234" y="9705"/>
                  </a:lnTo>
                  <a:lnTo>
                    <a:pt x="2035" y="10104"/>
                  </a:lnTo>
                  <a:lnTo>
                    <a:pt x="1836" y="10502"/>
                  </a:lnTo>
                  <a:lnTo>
                    <a:pt x="1637" y="10915"/>
                  </a:lnTo>
                  <a:lnTo>
                    <a:pt x="1466" y="11328"/>
                  </a:lnTo>
                  <a:lnTo>
                    <a:pt x="1295" y="11740"/>
                  </a:lnTo>
                  <a:lnTo>
                    <a:pt x="1125" y="12167"/>
                  </a:lnTo>
                  <a:lnTo>
                    <a:pt x="982" y="12594"/>
                  </a:lnTo>
                  <a:lnTo>
                    <a:pt x="840" y="13021"/>
                  </a:lnTo>
                  <a:lnTo>
                    <a:pt x="712" y="13462"/>
                  </a:lnTo>
                  <a:lnTo>
                    <a:pt x="584" y="13903"/>
                  </a:lnTo>
                  <a:lnTo>
                    <a:pt x="484" y="14359"/>
                  </a:lnTo>
                  <a:lnTo>
                    <a:pt x="385" y="14800"/>
                  </a:lnTo>
                  <a:lnTo>
                    <a:pt x="299" y="15255"/>
                  </a:lnTo>
                  <a:lnTo>
                    <a:pt x="214" y="15710"/>
                  </a:lnTo>
                  <a:lnTo>
                    <a:pt x="157" y="16180"/>
                  </a:lnTo>
                  <a:lnTo>
                    <a:pt x="100" y="16650"/>
                  </a:lnTo>
                  <a:lnTo>
                    <a:pt x="57" y="17105"/>
                  </a:lnTo>
                  <a:lnTo>
                    <a:pt x="29" y="17589"/>
                  </a:lnTo>
                  <a:lnTo>
                    <a:pt x="15" y="18058"/>
                  </a:lnTo>
                  <a:lnTo>
                    <a:pt x="0" y="18542"/>
                  </a:lnTo>
                  <a:lnTo>
                    <a:pt x="15" y="19012"/>
                  </a:lnTo>
                  <a:lnTo>
                    <a:pt x="29" y="19496"/>
                  </a:lnTo>
                  <a:lnTo>
                    <a:pt x="57" y="19965"/>
                  </a:lnTo>
                  <a:lnTo>
                    <a:pt x="100" y="20435"/>
                  </a:lnTo>
                  <a:lnTo>
                    <a:pt x="157" y="20904"/>
                  </a:lnTo>
                  <a:lnTo>
                    <a:pt x="214" y="21360"/>
                  </a:lnTo>
                  <a:lnTo>
                    <a:pt x="299" y="21815"/>
                  </a:lnTo>
                  <a:lnTo>
                    <a:pt x="385" y="22270"/>
                  </a:lnTo>
                  <a:lnTo>
                    <a:pt x="484" y="22726"/>
                  </a:lnTo>
                  <a:lnTo>
                    <a:pt x="584" y="23167"/>
                  </a:lnTo>
                  <a:lnTo>
                    <a:pt x="712" y="23608"/>
                  </a:lnTo>
                  <a:lnTo>
                    <a:pt x="840" y="24049"/>
                  </a:lnTo>
                  <a:lnTo>
                    <a:pt x="982" y="24476"/>
                  </a:lnTo>
                  <a:lnTo>
                    <a:pt x="1125" y="24903"/>
                  </a:lnTo>
                  <a:lnTo>
                    <a:pt x="1295" y="25330"/>
                  </a:lnTo>
                  <a:lnTo>
                    <a:pt x="1466" y="25757"/>
                  </a:lnTo>
                  <a:lnTo>
                    <a:pt x="1637" y="26169"/>
                  </a:lnTo>
                  <a:lnTo>
                    <a:pt x="1836" y="26568"/>
                  </a:lnTo>
                  <a:lnTo>
                    <a:pt x="2035" y="26981"/>
                  </a:lnTo>
                  <a:lnTo>
                    <a:pt x="2234" y="27365"/>
                  </a:lnTo>
                  <a:lnTo>
                    <a:pt x="2462" y="27763"/>
                  </a:lnTo>
                  <a:lnTo>
                    <a:pt x="2690" y="28147"/>
                  </a:lnTo>
                  <a:lnTo>
                    <a:pt x="2918" y="28532"/>
                  </a:lnTo>
                  <a:lnTo>
                    <a:pt x="3174" y="28902"/>
                  </a:lnTo>
                  <a:lnTo>
                    <a:pt x="3430" y="29272"/>
                  </a:lnTo>
                  <a:lnTo>
                    <a:pt x="3686" y="29627"/>
                  </a:lnTo>
                  <a:lnTo>
                    <a:pt x="3956" y="29983"/>
                  </a:lnTo>
                  <a:lnTo>
                    <a:pt x="4241" y="30325"/>
                  </a:lnTo>
                  <a:lnTo>
                    <a:pt x="4525" y="30666"/>
                  </a:lnTo>
                  <a:lnTo>
                    <a:pt x="4824" y="30993"/>
                  </a:lnTo>
                  <a:lnTo>
                    <a:pt x="5123" y="31321"/>
                  </a:lnTo>
                  <a:lnTo>
                    <a:pt x="5436" y="31648"/>
                  </a:lnTo>
                  <a:lnTo>
                    <a:pt x="5749" y="31947"/>
                  </a:lnTo>
                  <a:lnTo>
                    <a:pt x="6077" y="32260"/>
                  </a:lnTo>
                  <a:lnTo>
                    <a:pt x="6404" y="32545"/>
                  </a:lnTo>
                  <a:lnTo>
                    <a:pt x="6745" y="32843"/>
                  </a:lnTo>
                  <a:lnTo>
                    <a:pt x="7101" y="33114"/>
                  </a:lnTo>
                  <a:lnTo>
                    <a:pt x="7443" y="33384"/>
                  </a:lnTo>
                  <a:lnTo>
                    <a:pt x="7813" y="33654"/>
                  </a:lnTo>
                  <a:lnTo>
                    <a:pt x="8168" y="33911"/>
                  </a:lnTo>
                  <a:lnTo>
                    <a:pt x="8553" y="34152"/>
                  </a:lnTo>
                  <a:lnTo>
                    <a:pt x="8923" y="34380"/>
                  </a:lnTo>
                  <a:lnTo>
                    <a:pt x="9307" y="34608"/>
                  </a:lnTo>
                  <a:lnTo>
                    <a:pt x="9705" y="34836"/>
                  </a:lnTo>
                  <a:lnTo>
                    <a:pt x="10104" y="35035"/>
                  </a:lnTo>
                  <a:lnTo>
                    <a:pt x="10502" y="35248"/>
                  </a:lnTo>
                  <a:lnTo>
                    <a:pt x="10915" y="35433"/>
                  </a:lnTo>
                  <a:lnTo>
                    <a:pt x="11327" y="35618"/>
                  </a:lnTo>
                  <a:lnTo>
                    <a:pt x="11740" y="35789"/>
                  </a:lnTo>
                  <a:lnTo>
                    <a:pt x="12167" y="35945"/>
                  </a:lnTo>
                  <a:lnTo>
                    <a:pt x="12594" y="36102"/>
                  </a:lnTo>
                  <a:lnTo>
                    <a:pt x="13021" y="36230"/>
                  </a:lnTo>
                  <a:lnTo>
                    <a:pt x="13462" y="36372"/>
                  </a:lnTo>
                  <a:lnTo>
                    <a:pt x="13903" y="36486"/>
                  </a:lnTo>
                  <a:lnTo>
                    <a:pt x="14344" y="36600"/>
                  </a:lnTo>
                  <a:lnTo>
                    <a:pt x="14799" y="36700"/>
                  </a:lnTo>
                  <a:lnTo>
                    <a:pt x="15255" y="36785"/>
                  </a:lnTo>
                  <a:lnTo>
                    <a:pt x="15710" y="36856"/>
                  </a:lnTo>
                  <a:lnTo>
                    <a:pt x="16180" y="36927"/>
                  </a:lnTo>
                  <a:lnTo>
                    <a:pt x="16635" y="36970"/>
                  </a:lnTo>
                  <a:lnTo>
                    <a:pt x="17105" y="37013"/>
                  </a:lnTo>
                  <a:lnTo>
                    <a:pt x="17589" y="37041"/>
                  </a:lnTo>
                  <a:lnTo>
                    <a:pt x="18058" y="37070"/>
                  </a:lnTo>
                  <a:lnTo>
                    <a:pt x="19012" y="37070"/>
                  </a:lnTo>
                  <a:lnTo>
                    <a:pt x="19495" y="37041"/>
                  </a:lnTo>
                  <a:lnTo>
                    <a:pt x="19965" y="37013"/>
                  </a:lnTo>
                  <a:lnTo>
                    <a:pt x="20435" y="36970"/>
                  </a:lnTo>
                  <a:lnTo>
                    <a:pt x="20890" y="36927"/>
                  </a:lnTo>
                  <a:lnTo>
                    <a:pt x="21359" y="36856"/>
                  </a:lnTo>
                  <a:lnTo>
                    <a:pt x="21815" y="36785"/>
                  </a:lnTo>
                  <a:lnTo>
                    <a:pt x="22270" y="36700"/>
                  </a:lnTo>
                  <a:lnTo>
                    <a:pt x="22726" y="36600"/>
                  </a:lnTo>
                  <a:lnTo>
                    <a:pt x="23167" y="36486"/>
                  </a:lnTo>
                  <a:lnTo>
                    <a:pt x="23608" y="36372"/>
                  </a:lnTo>
                  <a:lnTo>
                    <a:pt x="24049" y="36230"/>
                  </a:lnTo>
                  <a:lnTo>
                    <a:pt x="24476" y="36102"/>
                  </a:lnTo>
                  <a:lnTo>
                    <a:pt x="24903" y="35945"/>
                  </a:lnTo>
                  <a:lnTo>
                    <a:pt x="25330" y="35789"/>
                  </a:lnTo>
                  <a:lnTo>
                    <a:pt x="25742" y="35618"/>
                  </a:lnTo>
                  <a:lnTo>
                    <a:pt x="26169" y="35433"/>
                  </a:lnTo>
                  <a:lnTo>
                    <a:pt x="26568" y="35248"/>
                  </a:lnTo>
                  <a:lnTo>
                    <a:pt x="26966" y="35035"/>
                  </a:lnTo>
                  <a:lnTo>
                    <a:pt x="27364" y="34836"/>
                  </a:lnTo>
                  <a:lnTo>
                    <a:pt x="27763" y="34608"/>
                  </a:lnTo>
                  <a:lnTo>
                    <a:pt x="28147" y="34380"/>
                  </a:lnTo>
                  <a:lnTo>
                    <a:pt x="28531" y="34152"/>
                  </a:lnTo>
                  <a:lnTo>
                    <a:pt x="28901" y="33911"/>
                  </a:lnTo>
                  <a:lnTo>
                    <a:pt x="29257" y="33654"/>
                  </a:lnTo>
                  <a:lnTo>
                    <a:pt x="29627" y="33384"/>
                  </a:lnTo>
                  <a:lnTo>
                    <a:pt x="29983" y="33114"/>
                  </a:lnTo>
                  <a:lnTo>
                    <a:pt x="30324" y="32843"/>
                  </a:lnTo>
                  <a:lnTo>
                    <a:pt x="30666" y="32545"/>
                  </a:lnTo>
                  <a:lnTo>
                    <a:pt x="30993" y="32260"/>
                  </a:lnTo>
                  <a:lnTo>
                    <a:pt x="31320" y="31947"/>
                  </a:lnTo>
                  <a:lnTo>
                    <a:pt x="31633" y="31648"/>
                  </a:lnTo>
                  <a:lnTo>
                    <a:pt x="31946" y="31321"/>
                  </a:lnTo>
                  <a:lnTo>
                    <a:pt x="32260" y="30993"/>
                  </a:lnTo>
                  <a:lnTo>
                    <a:pt x="32544" y="30666"/>
                  </a:lnTo>
                  <a:lnTo>
                    <a:pt x="32843" y="30325"/>
                  </a:lnTo>
                  <a:lnTo>
                    <a:pt x="33113" y="29983"/>
                  </a:lnTo>
                  <a:lnTo>
                    <a:pt x="33384" y="29627"/>
                  </a:lnTo>
                  <a:lnTo>
                    <a:pt x="33654" y="29272"/>
                  </a:lnTo>
                  <a:lnTo>
                    <a:pt x="33896" y="28902"/>
                  </a:lnTo>
                  <a:lnTo>
                    <a:pt x="34152" y="28532"/>
                  </a:lnTo>
                  <a:lnTo>
                    <a:pt x="34380" y="28147"/>
                  </a:lnTo>
                  <a:lnTo>
                    <a:pt x="34607" y="27763"/>
                  </a:lnTo>
                  <a:lnTo>
                    <a:pt x="34835" y="27365"/>
                  </a:lnTo>
                  <a:lnTo>
                    <a:pt x="35034" y="26981"/>
                  </a:lnTo>
                  <a:lnTo>
                    <a:pt x="35234" y="26568"/>
                  </a:lnTo>
                  <a:lnTo>
                    <a:pt x="35433" y="26169"/>
                  </a:lnTo>
                  <a:lnTo>
                    <a:pt x="35618" y="25757"/>
                  </a:lnTo>
                  <a:lnTo>
                    <a:pt x="35789" y="25330"/>
                  </a:lnTo>
                  <a:lnTo>
                    <a:pt x="35945" y="24903"/>
                  </a:lnTo>
                  <a:lnTo>
                    <a:pt x="36087" y="24476"/>
                  </a:lnTo>
                  <a:lnTo>
                    <a:pt x="36230" y="24049"/>
                  </a:lnTo>
                  <a:lnTo>
                    <a:pt x="36358" y="23608"/>
                  </a:lnTo>
                  <a:lnTo>
                    <a:pt x="36486" y="23167"/>
                  </a:lnTo>
                  <a:lnTo>
                    <a:pt x="36600" y="22726"/>
                  </a:lnTo>
                  <a:lnTo>
                    <a:pt x="36685" y="22270"/>
                  </a:lnTo>
                  <a:lnTo>
                    <a:pt x="36785" y="21815"/>
                  </a:lnTo>
                  <a:lnTo>
                    <a:pt x="36856" y="21360"/>
                  </a:lnTo>
                  <a:lnTo>
                    <a:pt x="36913" y="20904"/>
                  </a:lnTo>
                  <a:lnTo>
                    <a:pt x="36970" y="20435"/>
                  </a:lnTo>
                  <a:lnTo>
                    <a:pt x="37012" y="19965"/>
                  </a:lnTo>
                  <a:lnTo>
                    <a:pt x="37041" y="19496"/>
                  </a:lnTo>
                  <a:lnTo>
                    <a:pt x="37055" y="19012"/>
                  </a:lnTo>
                  <a:lnTo>
                    <a:pt x="37069" y="18542"/>
                  </a:lnTo>
                  <a:lnTo>
                    <a:pt x="37055" y="18058"/>
                  </a:lnTo>
                  <a:lnTo>
                    <a:pt x="37041" y="17589"/>
                  </a:lnTo>
                  <a:lnTo>
                    <a:pt x="37012" y="17105"/>
                  </a:lnTo>
                  <a:lnTo>
                    <a:pt x="36970" y="16650"/>
                  </a:lnTo>
                  <a:lnTo>
                    <a:pt x="36913" y="16180"/>
                  </a:lnTo>
                  <a:lnTo>
                    <a:pt x="36856" y="15710"/>
                  </a:lnTo>
                  <a:lnTo>
                    <a:pt x="36785" y="15255"/>
                  </a:lnTo>
                  <a:lnTo>
                    <a:pt x="36685" y="14800"/>
                  </a:lnTo>
                  <a:lnTo>
                    <a:pt x="36600" y="14359"/>
                  </a:lnTo>
                  <a:lnTo>
                    <a:pt x="36486" y="13903"/>
                  </a:lnTo>
                  <a:lnTo>
                    <a:pt x="36358" y="13462"/>
                  </a:lnTo>
                  <a:lnTo>
                    <a:pt x="36230" y="13021"/>
                  </a:lnTo>
                  <a:lnTo>
                    <a:pt x="36087" y="12594"/>
                  </a:lnTo>
                  <a:lnTo>
                    <a:pt x="35945" y="12167"/>
                  </a:lnTo>
                  <a:lnTo>
                    <a:pt x="35789" y="11740"/>
                  </a:lnTo>
                  <a:lnTo>
                    <a:pt x="35618" y="11328"/>
                  </a:lnTo>
                  <a:lnTo>
                    <a:pt x="35433" y="10915"/>
                  </a:lnTo>
                  <a:lnTo>
                    <a:pt x="35234" y="10502"/>
                  </a:lnTo>
                  <a:lnTo>
                    <a:pt x="35034" y="10104"/>
                  </a:lnTo>
                  <a:lnTo>
                    <a:pt x="34835" y="9705"/>
                  </a:lnTo>
                  <a:lnTo>
                    <a:pt x="34607" y="9307"/>
                  </a:lnTo>
                  <a:lnTo>
                    <a:pt x="34380" y="8923"/>
                  </a:lnTo>
                  <a:lnTo>
                    <a:pt x="34152" y="8553"/>
                  </a:lnTo>
                  <a:lnTo>
                    <a:pt x="33896" y="8183"/>
                  </a:lnTo>
                  <a:lnTo>
                    <a:pt x="33654" y="7813"/>
                  </a:lnTo>
                  <a:lnTo>
                    <a:pt x="33384" y="7443"/>
                  </a:lnTo>
                  <a:lnTo>
                    <a:pt x="33113" y="7101"/>
                  </a:lnTo>
                  <a:lnTo>
                    <a:pt x="32843" y="6746"/>
                  </a:lnTo>
                  <a:lnTo>
                    <a:pt x="32544" y="6404"/>
                  </a:lnTo>
                  <a:lnTo>
                    <a:pt x="32260" y="6077"/>
                  </a:lnTo>
                  <a:lnTo>
                    <a:pt x="31946" y="5750"/>
                  </a:lnTo>
                  <a:lnTo>
                    <a:pt x="31633" y="5436"/>
                  </a:lnTo>
                  <a:lnTo>
                    <a:pt x="31320" y="5123"/>
                  </a:lnTo>
                  <a:lnTo>
                    <a:pt x="30993" y="4825"/>
                  </a:lnTo>
                  <a:lnTo>
                    <a:pt x="30666" y="4526"/>
                  </a:lnTo>
                  <a:lnTo>
                    <a:pt x="30324" y="4241"/>
                  </a:lnTo>
                  <a:lnTo>
                    <a:pt x="29983" y="3957"/>
                  </a:lnTo>
                  <a:lnTo>
                    <a:pt x="29627" y="3686"/>
                  </a:lnTo>
                  <a:lnTo>
                    <a:pt x="29257" y="3430"/>
                  </a:lnTo>
                  <a:lnTo>
                    <a:pt x="28901" y="3174"/>
                  </a:lnTo>
                  <a:lnTo>
                    <a:pt x="28531" y="2932"/>
                  </a:lnTo>
                  <a:lnTo>
                    <a:pt x="28147" y="2690"/>
                  </a:lnTo>
                  <a:lnTo>
                    <a:pt x="27763" y="2462"/>
                  </a:lnTo>
                  <a:lnTo>
                    <a:pt x="27364" y="2249"/>
                  </a:lnTo>
                  <a:lnTo>
                    <a:pt x="26966" y="2036"/>
                  </a:lnTo>
                  <a:lnTo>
                    <a:pt x="26568" y="1836"/>
                  </a:lnTo>
                  <a:lnTo>
                    <a:pt x="26169" y="1637"/>
                  </a:lnTo>
                  <a:lnTo>
                    <a:pt x="25742" y="1466"/>
                  </a:lnTo>
                  <a:lnTo>
                    <a:pt x="25330" y="1296"/>
                  </a:lnTo>
                  <a:lnTo>
                    <a:pt x="24903" y="1125"/>
                  </a:lnTo>
                  <a:lnTo>
                    <a:pt x="24476" y="983"/>
                  </a:lnTo>
                  <a:lnTo>
                    <a:pt x="24049" y="840"/>
                  </a:lnTo>
                  <a:lnTo>
                    <a:pt x="23608" y="712"/>
                  </a:lnTo>
                  <a:lnTo>
                    <a:pt x="23167" y="584"/>
                  </a:lnTo>
                  <a:lnTo>
                    <a:pt x="22726" y="484"/>
                  </a:lnTo>
                  <a:lnTo>
                    <a:pt x="22270" y="385"/>
                  </a:lnTo>
                  <a:lnTo>
                    <a:pt x="21815" y="299"/>
                  </a:lnTo>
                  <a:lnTo>
                    <a:pt x="21359" y="214"/>
                  </a:lnTo>
                  <a:lnTo>
                    <a:pt x="20890" y="157"/>
                  </a:lnTo>
                  <a:lnTo>
                    <a:pt x="20435" y="100"/>
                  </a:lnTo>
                  <a:lnTo>
                    <a:pt x="19965" y="58"/>
                  </a:lnTo>
                  <a:lnTo>
                    <a:pt x="19495" y="29"/>
                  </a:lnTo>
                  <a:lnTo>
                    <a:pt x="19012" y="15"/>
                  </a:lnTo>
                  <a:lnTo>
                    <a:pt x="18542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1438463" y="3160225"/>
              <a:ext cx="926750" cy="926750"/>
            </a:xfrm>
            <a:custGeom>
              <a:avLst/>
              <a:gdLst/>
              <a:ahLst/>
              <a:cxnLst/>
              <a:rect l="l" t="t" r="r" b="b"/>
              <a:pathLst>
                <a:path w="37070" h="37070" fill="none" extrusionOk="0">
                  <a:moveTo>
                    <a:pt x="37069" y="18542"/>
                  </a:moveTo>
                  <a:lnTo>
                    <a:pt x="37069" y="18542"/>
                  </a:lnTo>
                  <a:lnTo>
                    <a:pt x="37055" y="19012"/>
                  </a:lnTo>
                  <a:lnTo>
                    <a:pt x="37041" y="19496"/>
                  </a:lnTo>
                  <a:lnTo>
                    <a:pt x="37012" y="19965"/>
                  </a:lnTo>
                  <a:lnTo>
                    <a:pt x="36970" y="20435"/>
                  </a:lnTo>
                  <a:lnTo>
                    <a:pt x="36913" y="20904"/>
                  </a:lnTo>
                  <a:lnTo>
                    <a:pt x="36856" y="21360"/>
                  </a:lnTo>
                  <a:lnTo>
                    <a:pt x="36785" y="21815"/>
                  </a:lnTo>
                  <a:lnTo>
                    <a:pt x="36685" y="22270"/>
                  </a:lnTo>
                  <a:lnTo>
                    <a:pt x="36600" y="22726"/>
                  </a:lnTo>
                  <a:lnTo>
                    <a:pt x="36486" y="23167"/>
                  </a:lnTo>
                  <a:lnTo>
                    <a:pt x="36358" y="23608"/>
                  </a:lnTo>
                  <a:lnTo>
                    <a:pt x="36230" y="24049"/>
                  </a:lnTo>
                  <a:lnTo>
                    <a:pt x="36087" y="24476"/>
                  </a:lnTo>
                  <a:lnTo>
                    <a:pt x="35945" y="24903"/>
                  </a:lnTo>
                  <a:lnTo>
                    <a:pt x="35789" y="25330"/>
                  </a:lnTo>
                  <a:lnTo>
                    <a:pt x="35618" y="25757"/>
                  </a:lnTo>
                  <a:lnTo>
                    <a:pt x="35433" y="26169"/>
                  </a:lnTo>
                  <a:lnTo>
                    <a:pt x="35234" y="26568"/>
                  </a:lnTo>
                  <a:lnTo>
                    <a:pt x="35034" y="26981"/>
                  </a:lnTo>
                  <a:lnTo>
                    <a:pt x="34835" y="27365"/>
                  </a:lnTo>
                  <a:lnTo>
                    <a:pt x="34607" y="27763"/>
                  </a:lnTo>
                  <a:lnTo>
                    <a:pt x="34380" y="28147"/>
                  </a:lnTo>
                  <a:lnTo>
                    <a:pt x="34152" y="28532"/>
                  </a:lnTo>
                  <a:lnTo>
                    <a:pt x="33896" y="28902"/>
                  </a:lnTo>
                  <a:lnTo>
                    <a:pt x="33654" y="29272"/>
                  </a:lnTo>
                  <a:lnTo>
                    <a:pt x="33384" y="29627"/>
                  </a:lnTo>
                  <a:lnTo>
                    <a:pt x="33113" y="29983"/>
                  </a:lnTo>
                  <a:lnTo>
                    <a:pt x="32843" y="30325"/>
                  </a:lnTo>
                  <a:lnTo>
                    <a:pt x="32544" y="30666"/>
                  </a:lnTo>
                  <a:lnTo>
                    <a:pt x="32260" y="30993"/>
                  </a:lnTo>
                  <a:lnTo>
                    <a:pt x="31946" y="31321"/>
                  </a:lnTo>
                  <a:lnTo>
                    <a:pt x="31633" y="31648"/>
                  </a:lnTo>
                  <a:lnTo>
                    <a:pt x="31320" y="31947"/>
                  </a:lnTo>
                  <a:lnTo>
                    <a:pt x="30993" y="32260"/>
                  </a:lnTo>
                  <a:lnTo>
                    <a:pt x="30666" y="32545"/>
                  </a:lnTo>
                  <a:lnTo>
                    <a:pt x="30324" y="32843"/>
                  </a:lnTo>
                  <a:lnTo>
                    <a:pt x="29983" y="33114"/>
                  </a:lnTo>
                  <a:lnTo>
                    <a:pt x="29627" y="33384"/>
                  </a:lnTo>
                  <a:lnTo>
                    <a:pt x="29257" y="33654"/>
                  </a:lnTo>
                  <a:lnTo>
                    <a:pt x="28901" y="33911"/>
                  </a:lnTo>
                  <a:lnTo>
                    <a:pt x="28531" y="34152"/>
                  </a:lnTo>
                  <a:lnTo>
                    <a:pt x="28147" y="34380"/>
                  </a:lnTo>
                  <a:lnTo>
                    <a:pt x="27763" y="34608"/>
                  </a:lnTo>
                  <a:lnTo>
                    <a:pt x="27364" y="34836"/>
                  </a:lnTo>
                  <a:lnTo>
                    <a:pt x="26966" y="35035"/>
                  </a:lnTo>
                  <a:lnTo>
                    <a:pt x="26568" y="35248"/>
                  </a:lnTo>
                  <a:lnTo>
                    <a:pt x="26169" y="35433"/>
                  </a:lnTo>
                  <a:lnTo>
                    <a:pt x="25742" y="35618"/>
                  </a:lnTo>
                  <a:lnTo>
                    <a:pt x="25330" y="35789"/>
                  </a:lnTo>
                  <a:lnTo>
                    <a:pt x="24903" y="35945"/>
                  </a:lnTo>
                  <a:lnTo>
                    <a:pt x="24476" y="36102"/>
                  </a:lnTo>
                  <a:lnTo>
                    <a:pt x="24049" y="36230"/>
                  </a:lnTo>
                  <a:lnTo>
                    <a:pt x="23608" y="36372"/>
                  </a:lnTo>
                  <a:lnTo>
                    <a:pt x="23167" y="36486"/>
                  </a:lnTo>
                  <a:lnTo>
                    <a:pt x="22726" y="36600"/>
                  </a:lnTo>
                  <a:lnTo>
                    <a:pt x="22270" y="36700"/>
                  </a:lnTo>
                  <a:lnTo>
                    <a:pt x="21815" y="36785"/>
                  </a:lnTo>
                  <a:lnTo>
                    <a:pt x="21359" y="36856"/>
                  </a:lnTo>
                  <a:lnTo>
                    <a:pt x="20890" y="36927"/>
                  </a:lnTo>
                  <a:lnTo>
                    <a:pt x="20435" y="36970"/>
                  </a:lnTo>
                  <a:lnTo>
                    <a:pt x="19965" y="37013"/>
                  </a:lnTo>
                  <a:lnTo>
                    <a:pt x="19495" y="37041"/>
                  </a:lnTo>
                  <a:lnTo>
                    <a:pt x="19012" y="37070"/>
                  </a:lnTo>
                  <a:lnTo>
                    <a:pt x="18542" y="37070"/>
                  </a:lnTo>
                  <a:lnTo>
                    <a:pt x="18542" y="37070"/>
                  </a:lnTo>
                  <a:lnTo>
                    <a:pt x="18058" y="37070"/>
                  </a:lnTo>
                  <a:lnTo>
                    <a:pt x="17589" y="37041"/>
                  </a:lnTo>
                  <a:lnTo>
                    <a:pt x="17105" y="37013"/>
                  </a:lnTo>
                  <a:lnTo>
                    <a:pt x="16635" y="36970"/>
                  </a:lnTo>
                  <a:lnTo>
                    <a:pt x="16180" y="36927"/>
                  </a:lnTo>
                  <a:lnTo>
                    <a:pt x="15710" y="36856"/>
                  </a:lnTo>
                  <a:lnTo>
                    <a:pt x="15255" y="36785"/>
                  </a:lnTo>
                  <a:lnTo>
                    <a:pt x="14799" y="36700"/>
                  </a:lnTo>
                  <a:lnTo>
                    <a:pt x="14344" y="36600"/>
                  </a:lnTo>
                  <a:lnTo>
                    <a:pt x="13903" y="36486"/>
                  </a:lnTo>
                  <a:lnTo>
                    <a:pt x="13462" y="36372"/>
                  </a:lnTo>
                  <a:lnTo>
                    <a:pt x="13021" y="36230"/>
                  </a:lnTo>
                  <a:lnTo>
                    <a:pt x="12594" y="36102"/>
                  </a:lnTo>
                  <a:lnTo>
                    <a:pt x="12167" y="35945"/>
                  </a:lnTo>
                  <a:lnTo>
                    <a:pt x="11740" y="35789"/>
                  </a:lnTo>
                  <a:lnTo>
                    <a:pt x="11327" y="35618"/>
                  </a:lnTo>
                  <a:lnTo>
                    <a:pt x="10915" y="35433"/>
                  </a:lnTo>
                  <a:lnTo>
                    <a:pt x="10502" y="35248"/>
                  </a:lnTo>
                  <a:lnTo>
                    <a:pt x="10104" y="35035"/>
                  </a:lnTo>
                  <a:lnTo>
                    <a:pt x="9705" y="34836"/>
                  </a:lnTo>
                  <a:lnTo>
                    <a:pt x="9307" y="34608"/>
                  </a:lnTo>
                  <a:lnTo>
                    <a:pt x="8923" y="34380"/>
                  </a:lnTo>
                  <a:lnTo>
                    <a:pt x="8553" y="34152"/>
                  </a:lnTo>
                  <a:lnTo>
                    <a:pt x="8168" y="33911"/>
                  </a:lnTo>
                  <a:lnTo>
                    <a:pt x="7813" y="33654"/>
                  </a:lnTo>
                  <a:lnTo>
                    <a:pt x="7443" y="33384"/>
                  </a:lnTo>
                  <a:lnTo>
                    <a:pt x="7101" y="33114"/>
                  </a:lnTo>
                  <a:lnTo>
                    <a:pt x="6745" y="32843"/>
                  </a:lnTo>
                  <a:lnTo>
                    <a:pt x="6404" y="32545"/>
                  </a:lnTo>
                  <a:lnTo>
                    <a:pt x="6077" y="32260"/>
                  </a:lnTo>
                  <a:lnTo>
                    <a:pt x="5749" y="31947"/>
                  </a:lnTo>
                  <a:lnTo>
                    <a:pt x="5436" y="31648"/>
                  </a:lnTo>
                  <a:lnTo>
                    <a:pt x="5123" y="31321"/>
                  </a:lnTo>
                  <a:lnTo>
                    <a:pt x="4824" y="30993"/>
                  </a:lnTo>
                  <a:lnTo>
                    <a:pt x="4525" y="30666"/>
                  </a:lnTo>
                  <a:lnTo>
                    <a:pt x="4241" y="30325"/>
                  </a:lnTo>
                  <a:lnTo>
                    <a:pt x="3956" y="29983"/>
                  </a:lnTo>
                  <a:lnTo>
                    <a:pt x="3686" y="29627"/>
                  </a:lnTo>
                  <a:lnTo>
                    <a:pt x="3430" y="29272"/>
                  </a:lnTo>
                  <a:lnTo>
                    <a:pt x="3174" y="28902"/>
                  </a:lnTo>
                  <a:lnTo>
                    <a:pt x="2918" y="28532"/>
                  </a:lnTo>
                  <a:lnTo>
                    <a:pt x="2690" y="28147"/>
                  </a:lnTo>
                  <a:lnTo>
                    <a:pt x="2462" y="27763"/>
                  </a:lnTo>
                  <a:lnTo>
                    <a:pt x="2234" y="27365"/>
                  </a:lnTo>
                  <a:lnTo>
                    <a:pt x="2035" y="26981"/>
                  </a:lnTo>
                  <a:lnTo>
                    <a:pt x="1836" y="26568"/>
                  </a:lnTo>
                  <a:lnTo>
                    <a:pt x="1637" y="26169"/>
                  </a:lnTo>
                  <a:lnTo>
                    <a:pt x="1466" y="25757"/>
                  </a:lnTo>
                  <a:lnTo>
                    <a:pt x="1295" y="25330"/>
                  </a:lnTo>
                  <a:lnTo>
                    <a:pt x="1125" y="24903"/>
                  </a:lnTo>
                  <a:lnTo>
                    <a:pt x="982" y="24476"/>
                  </a:lnTo>
                  <a:lnTo>
                    <a:pt x="840" y="24049"/>
                  </a:lnTo>
                  <a:lnTo>
                    <a:pt x="712" y="23608"/>
                  </a:lnTo>
                  <a:lnTo>
                    <a:pt x="584" y="23167"/>
                  </a:lnTo>
                  <a:lnTo>
                    <a:pt x="484" y="22726"/>
                  </a:lnTo>
                  <a:lnTo>
                    <a:pt x="385" y="22270"/>
                  </a:lnTo>
                  <a:lnTo>
                    <a:pt x="299" y="21815"/>
                  </a:lnTo>
                  <a:lnTo>
                    <a:pt x="214" y="21360"/>
                  </a:lnTo>
                  <a:lnTo>
                    <a:pt x="157" y="20904"/>
                  </a:lnTo>
                  <a:lnTo>
                    <a:pt x="100" y="20435"/>
                  </a:lnTo>
                  <a:lnTo>
                    <a:pt x="57" y="19965"/>
                  </a:lnTo>
                  <a:lnTo>
                    <a:pt x="29" y="19496"/>
                  </a:lnTo>
                  <a:lnTo>
                    <a:pt x="15" y="19012"/>
                  </a:lnTo>
                  <a:lnTo>
                    <a:pt x="0" y="18542"/>
                  </a:lnTo>
                  <a:lnTo>
                    <a:pt x="0" y="18542"/>
                  </a:lnTo>
                  <a:lnTo>
                    <a:pt x="15" y="18058"/>
                  </a:lnTo>
                  <a:lnTo>
                    <a:pt x="29" y="17589"/>
                  </a:lnTo>
                  <a:lnTo>
                    <a:pt x="57" y="17105"/>
                  </a:lnTo>
                  <a:lnTo>
                    <a:pt x="100" y="16650"/>
                  </a:lnTo>
                  <a:lnTo>
                    <a:pt x="157" y="16180"/>
                  </a:lnTo>
                  <a:lnTo>
                    <a:pt x="214" y="15710"/>
                  </a:lnTo>
                  <a:lnTo>
                    <a:pt x="299" y="15255"/>
                  </a:lnTo>
                  <a:lnTo>
                    <a:pt x="385" y="14800"/>
                  </a:lnTo>
                  <a:lnTo>
                    <a:pt x="484" y="14359"/>
                  </a:lnTo>
                  <a:lnTo>
                    <a:pt x="584" y="13903"/>
                  </a:lnTo>
                  <a:lnTo>
                    <a:pt x="712" y="13462"/>
                  </a:lnTo>
                  <a:lnTo>
                    <a:pt x="840" y="13021"/>
                  </a:lnTo>
                  <a:lnTo>
                    <a:pt x="982" y="12594"/>
                  </a:lnTo>
                  <a:lnTo>
                    <a:pt x="1125" y="12167"/>
                  </a:lnTo>
                  <a:lnTo>
                    <a:pt x="1295" y="11740"/>
                  </a:lnTo>
                  <a:lnTo>
                    <a:pt x="1466" y="11328"/>
                  </a:lnTo>
                  <a:lnTo>
                    <a:pt x="1637" y="10915"/>
                  </a:lnTo>
                  <a:lnTo>
                    <a:pt x="1836" y="10502"/>
                  </a:lnTo>
                  <a:lnTo>
                    <a:pt x="2035" y="10104"/>
                  </a:lnTo>
                  <a:lnTo>
                    <a:pt x="2234" y="9705"/>
                  </a:lnTo>
                  <a:lnTo>
                    <a:pt x="2462" y="9307"/>
                  </a:lnTo>
                  <a:lnTo>
                    <a:pt x="2690" y="8923"/>
                  </a:lnTo>
                  <a:lnTo>
                    <a:pt x="2918" y="8553"/>
                  </a:lnTo>
                  <a:lnTo>
                    <a:pt x="3174" y="8183"/>
                  </a:lnTo>
                  <a:lnTo>
                    <a:pt x="3430" y="7813"/>
                  </a:lnTo>
                  <a:lnTo>
                    <a:pt x="3686" y="7443"/>
                  </a:lnTo>
                  <a:lnTo>
                    <a:pt x="3956" y="7101"/>
                  </a:lnTo>
                  <a:lnTo>
                    <a:pt x="4241" y="6746"/>
                  </a:lnTo>
                  <a:lnTo>
                    <a:pt x="4525" y="6404"/>
                  </a:lnTo>
                  <a:lnTo>
                    <a:pt x="4824" y="6077"/>
                  </a:lnTo>
                  <a:lnTo>
                    <a:pt x="5123" y="5750"/>
                  </a:lnTo>
                  <a:lnTo>
                    <a:pt x="5436" y="5436"/>
                  </a:lnTo>
                  <a:lnTo>
                    <a:pt x="5749" y="5123"/>
                  </a:lnTo>
                  <a:lnTo>
                    <a:pt x="6077" y="4825"/>
                  </a:lnTo>
                  <a:lnTo>
                    <a:pt x="6404" y="4526"/>
                  </a:lnTo>
                  <a:lnTo>
                    <a:pt x="6745" y="4241"/>
                  </a:lnTo>
                  <a:lnTo>
                    <a:pt x="7101" y="3957"/>
                  </a:lnTo>
                  <a:lnTo>
                    <a:pt x="7443" y="3686"/>
                  </a:lnTo>
                  <a:lnTo>
                    <a:pt x="7813" y="3430"/>
                  </a:lnTo>
                  <a:lnTo>
                    <a:pt x="8168" y="3174"/>
                  </a:lnTo>
                  <a:lnTo>
                    <a:pt x="8553" y="2932"/>
                  </a:lnTo>
                  <a:lnTo>
                    <a:pt x="8923" y="2690"/>
                  </a:lnTo>
                  <a:lnTo>
                    <a:pt x="9307" y="2462"/>
                  </a:lnTo>
                  <a:lnTo>
                    <a:pt x="9705" y="2249"/>
                  </a:lnTo>
                  <a:lnTo>
                    <a:pt x="10104" y="2036"/>
                  </a:lnTo>
                  <a:lnTo>
                    <a:pt x="10502" y="1836"/>
                  </a:lnTo>
                  <a:lnTo>
                    <a:pt x="10915" y="1637"/>
                  </a:lnTo>
                  <a:lnTo>
                    <a:pt x="11327" y="1466"/>
                  </a:lnTo>
                  <a:lnTo>
                    <a:pt x="11740" y="1296"/>
                  </a:lnTo>
                  <a:lnTo>
                    <a:pt x="12167" y="1125"/>
                  </a:lnTo>
                  <a:lnTo>
                    <a:pt x="12594" y="983"/>
                  </a:lnTo>
                  <a:lnTo>
                    <a:pt x="13021" y="840"/>
                  </a:lnTo>
                  <a:lnTo>
                    <a:pt x="13462" y="712"/>
                  </a:lnTo>
                  <a:lnTo>
                    <a:pt x="13903" y="584"/>
                  </a:lnTo>
                  <a:lnTo>
                    <a:pt x="14344" y="484"/>
                  </a:lnTo>
                  <a:lnTo>
                    <a:pt x="14799" y="385"/>
                  </a:lnTo>
                  <a:lnTo>
                    <a:pt x="15255" y="299"/>
                  </a:lnTo>
                  <a:lnTo>
                    <a:pt x="15710" y="214"/>
                  </a:lnTo>
                  <a:lnTo>
                    <a:pt x="16180" y="157"/>
                  </a:lnTo>
                  <a:lnTo>
                    <a:pt x="16635" y="100"/>
                  </a:lnTo>
                  <a:lnTo>
                    <a:pt x="17105" y="58"/>
                  </a:lnTo>
                  <a:lnTo>
                    <a:pt x="17589" y="29"/>
                  </a:lnTo>
                  <a:lnTo>
                    <a:pt x="18058" y="15"/>
                  </a:lnTo>
                  <a:lnTo>
                    <a:pt x="18542" y="1"/>
                  </a:lnTo>
                  <a:lnTo>
                    <a:pt x="18542" y="1"/>
                  </a:lnTo>
                  <a:lnTo>
                    <a:pt x="19012" y="15"/>
                  </a:lnTo>
                  <a:lnTo>
                    <a:pt x="19495" y="29"/>
                  </a:lnTo>
                  <a:lnTo>
                    <a:pt x="19965" y="58"/>
                  </a:lnTo>
                  <a:lnTo>
                    <a:pt x="20435" y="100"/>
                  </a:lnTo>
                  <a:lnTo>
                    <a:pt x="20890" y="157"/>
                  </a:lnTo>
                  <a:lnTo>
                    <a:pt x="21359" y="214"/>
                  </a:lnTo>
                  <a:lnTo>
                    <a:pt x="21815" y="299"/>
                  </a:lnTo>
                  <a:lnTo>
                    <a:pt x="22270" y="385"/>
                  </a:lnTo>
                  <a:lnTo>
                    <a:pt x="22726" y="484"/>
                  </a:lnTo>
                  <a:lnTo>
                    <a:pt x="23167" y="584"/>
                  </a:lnTo>
                  <a:lnTo>
                    <a:pt x="23608" y="712"/>
                  </a:lnTo>
                  <a:lnTo>
                    <a:pt x="24049" y="840"/>
                  </a:lnTo>
                  <a:lnTo>
                    <a:pt x="24476" y="983"/>
                  </a:lnTo>
                  <a:lnTo>
                    <a:pt x="24903" y="1125"/>
                  </a:lnTo>
                  <a:lnTo>
                    <a:pt x="25330" y="1296"/>
                  </a:lnTo>
                  <a:lnTo>
                    <a:pt x="25742" y="1466"/>
                  </a:lnTo>
                  <a:lnTo>
                    <a:pt x="26169" y="1637"/>
                  </a:lnTo>
                  <a:lnTo>
                    <a:pt x="26568" y="1836"/>
                  </a:lnTo>
                  <a:lnTo>
                    <a:pt x="26966" y="2036"/>
                  </a:lnTo>
                  <a:lnTo>
                    <a:pt x="27364" y="2249"/>
                  </a:lnTo>
                  <a:lnTo>
                    <a:pt x="27763" y="2462"/>
                  </a:lnTo>
                  <a:lnTo>
                    <a:pt x="28147" y="2690"/>
                  </a:lnTo>
                  <a:lnTo>
                    <a:pt x="28531" y="2932"/>
                  </a:lnTo>
                  <a:lnTo>
                    <a:pt x="28901" y="3174"/>
                  </a:lnTo>
                  <a:lnTo>
                    <a:pt x="29257" y="3430"/>
                  </a:lnTo>
                  <a:lnTo>
                    <a:pt x="29627" y="3686"/>
                  </a:lnTo>
                  <a:lnTo>
                    <a:pt x="29983" y="3957"/>
                  </a:lnTo>
                  <a:lnTo>
                    <a:pt x="30324" y="4241"/>
                  </a:lnTo>
                  <a:lnTo>
                    <a:pt x="30666" y="4526"/>
                  </a:lnTo>
                  <a:lnTo>
                    <a:pt x="30993" y="4825"/>
                  </a:lnTo>
                  <a:lnTo>
                    <a:pt x="31320" y="5123"/>
                  </a:lnTo>
                  <a:lnTo>
                    <a:pt x="31633" y="5436"/>
                  </a:lnTo>
                  <a:lnTo>
                    <a:pt x="31946" y="5750"/>
                  </a:lnTo>
                  <a:lnTo>
                    <a:pt x="32260" y="6077"/>
                  </a:lnTo>
                  <a:lnTo>
                    <a:pt x="32544" y="6404"/>
                  </a:lnTo>
                  <a:lnTo>
                    <a:pt x="32843" y="6746"/>
                  </a:lnTo>
                  <a:lnTo>
                    <a:pt x="33113" y="7101"/>
                  </a:lnTo>
                  <a:lnTo>
                    <a:pt x="33384" y="7443"/>
                  </a:lnTo>
                  <a:lnTo>
                    <a:pt x="33654" y="7813"/>
                  </a:lnTo>
                  <a:lnTo>
                    <a:pt x="33896" y="8183"/>
                  </a:lnTo>
                  <a:lnTo>
                    <a:pt x="34152" y="8553"/>
                  </a:lnTo>
                  <a:lnTo>
                    <a:pt x="34380" y="8923"/>
                  </a:lnTo>
                  <a:lnTo>
                    <a:pt x="34607" y="9307"/>
                  </a:lnTo>
                  <a:lnTo>
                    <a:pt x="34835" y="9705"/>
                  </a:lnTo>
                  <a:lnTo>
                    <a:pt x="35034" y="10104"/>
                  </a:lnTo>
                  <a:lnTo>
                    <a:pt x="35234" y="10502"/>
                  </a:lnTo>
                  <a:lnTo>
                    <a:pt x="35433" y="10915"/>
                  </a:lnTo>
                  <a:lnTo>
                    <a:pt x="35618" y="11328"/>
                  </a:lnTo>
                  <a:lnTo>
                    <a:pt x="35789" y="11740"/>
                  </a:lnTo>
                  <a:lnTo>
                    <a:pt x="35945" y="12167"/>
                  </a:lnTo>
                  <a:lnTo>
                    <a:pt x="36087" y="12594"/>
                  </a:lnTo>
                  <a:lnTo>
                    <a:pt x="36230" y="13021"/>
                  </a:lnTo>
                  <a:lnTo>
                    <a:pt x="36358" y="13462"/>
                  </a:lnTo>
                  <a:lnTo>
                    <a:pt x="36486" y="13903"/>
                  </a:lnTo>
                  <a:lnTo>
                    <a:pt x="36600" y="14359"/>
                  </a:lnTo>
                  <a:lnTo>
                    <a:pt x="36685" y="14800"/>
                  </a:lnTo>
                  <a:lnTo>
                    <a:pt x="36785" y="15255"/>
                  </a:lnTo>
                  <a:lnTo>
                    <a:pt x="36856" y="15710"/>
                  </a:lnTo>
                  <a:lnTo>
                    <a:pt x="36913" y="16180"/>
                  </a:lnTo>
                  <a:lnTo>
                    <a:pt x="36970" y="16650"/>
                  </a:lnTo>
                  <a:lnTo>
                    <a:pt x="37012" y="17105"/>
                  </a:lnTo>
                  <a:lnTo>
                    <a:pt x="37041" y="17589"/>
                  </a:lnTo>
                  <a:lnTo>
                    <a:pt x="37055" y="18058"/>
                  </a:lnTo>
                  <a:lnTo>
                    <a:pt x="37069" y="1854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1577563" y="3298975"/>
              <a:ext cx="649625" cy="649975"/>
            </a:xfrm>
            <a:custGeom>
              <a:avLst/>
              <a:gdLst/>
              <a:ahLst/>
              <a:cxnLst/>
              <a:rect l="l" t="t" r="r" b="b"/>
              <a:pathLst>
                <a:path w="25985" h="25999" extrusionOk="0">
                  <a:moveTo>
                    <a:pt x="13746" y="0"/>
                  </a:moveTo>
                  <a:lnTo>
                    <a:pt x="13604" y="2377"/>
                  </a:lnTo>
                  <a:lnTo>
                    <a:pt x="14145" y="2419"/>
                  </a:lnTo>
                  <a:lnTo>
                    <a:pt x="14401" y="57"/>
                  </a:lnTo>
                  <a:lnTo>
                    <a:pt x="13746" y="0"/>
                  </a:lnTo>
                  <a:close/>
                  <a:moveTo>
                    <a:pt x="11142" y="100"/>
                  </a:moveTo>
                  <a:lnTo>
                    <a:pt x="10815" y="157"/>
                  </a:lnTo>
                  <a:lnTo>
                    <a:pt x="10502" y="214"/>
                  </a:lnTo>
                  <a:lnTo>
                    <a:pt x="10943" y="2547"/>
                  </a:lnTo>
                  <a:lnTo>
                    <a:pt x="11470" y="2462"/>
                  </a:lnTo>
                  <a:lnTo>
                    <a:pt x="11142" y="100"/>
                  </a:lnTo>
                  <a:close/>
                  <a:moveTo>
                    <a:pt x="16948" y="598"/>
                  </a:moveTo>
                  <a:lnTo>
                    <a:pt x="16222" y="2875"/>
                  </a:lnTo>
                  <a:lnTo>
                    <a:pt x="16735" y="3046"/>
                  </a:lnTo>
                  <a:lnTo>
                    <a:pt x="17574" y="811"/>
                  </a:lnTo>
                  <a:lnTo>
                    <a:pt x="16948" y="598"/>
                  </a:lnTo>
                  <a:close/>
                  <a:moveTo>
                    <a:pt x="7997" y="968"/>
                  </a:moveTo>
                  <a:lnTo>
                    <a:pt x="7400" y="1224"/>
                  </a:lnTo>
                  <a:lnTo>
                    <a:pt x="8424" y="3387"/>
                  </a:lnTo>
                  <a:lnTo>
                    <a:pt x="8908" y="3159"/>
                  </a:lnTo>
                  <a:lnTo>
                    <a:pt x="7997" y="968"/>
                  </a:lnTo>
                  <a:close/>
                  <a:moveTo>
                    <a:pt x="19908" y="1978"/>
                  </a:moveTo>
                  <a:lnTo>
                    <a:pt x="18641" y="3999"/>
                  </a:lnTo>
                  <a:lnTo>
                    <a:pt x="19083" y="4298"/>
                  </a:lnTo>
                  <a:lnTo>
                    <a:pt x="20449" y="2334"/>
                  </a:lnTo>
                  <a:lnTo>
                    <a:pt x="19908" y="1978"/>
                  </a:lnTo>
                  <a:close/>
                  <a:moveTo>
                    <a:pt x="5166" y="2576"/>
                  </a:moveTo>
                  <a:lnTo>
                    <a:pt x="4910" y="2775"/>
                  </a:lnTo>
                  <a:lnTo>
                    <a:pt x="4653" y="2989"/>
                  </a:lnTo>
                  <a:lnTo>
                    <a:pt x="6176" y="4810"/>
                  </a:lnTo>
                  <a:lnTo>
                    <a:pt x="6603" y="4483"/>
                  </a:lnTo>
                  <a:lnTo>
                    <a:pt x="5166" y="2576"/>
                  </a:lnTo>
                  <a:close/>
                  <a:moveTo>
                    <a:pt x="22427" y="4056"/>
                  </a:moveTo>
                  <a:lnTo>
                    <a:pt x="20691" y="5692"/>
                  </a:lnTo>
                  <a:lnTo>
                    <a:pt x="21046" y="6091"/>
                  </a:lnTo>
                  <a:lnTo>
                    <a:pt x="22868" y="4525"/>
                  </a:lnTo>
                  <a:lnTo>
                    <a:pt x="22427" y="4056"/>
                  </a:lnTo>
                  <a:close/>
                  <a:moveTo>
                    <a:pt x="2818" y="4838"/>
                  </a:moveTo>
                  <a:lnTo>
                    <a:pt x="2434" y="5365"/>
                  </a:lnTo>
                  <a:lnTo>
                    <a:pt x="4355" y="6760"/>
                  </a:lnTo>
                  <a:lnTo>
                    <a:pt x="4682" y="6333"/>
                  </a:lnTo>
                  <a:lnTo>
                    <a:pt x="2818" y="4838"/>
                  </a:lnTo>
                  <a:close/>
                  <a:moveTo>
                    <a:pt x="24348" y="6674"/>
                  </a:moveTo>
                  <a:lnTo>
                    <a:pt x="22270" y="7841"/>
                  </a:lnTo>
                  <a:lnTo>
                    <a:pt x="22512" y="8311"/>
                  </a:lnTo>
                  <a:lnTo>
                    <a:pt x="24661" y="7258"/>
                  </a:lnTo>
                  <a:lnTo>
                    <a:pt x="24504" y="6959"/>
                  </a:lnTo>
                  <a:lnTo>
                    <a:pt x="24348" y="6674"/>
                  </a:lnTo>
                  <a:close/>
                  <a:moveTo>
                    <a:pt x="1110" y="7628"/>
                  </a:moveTo>
                  <a:lnTo>
                    <a:pt x="854" y="8225"/>
                  </a:lnTo>
                  <a:lnTo>
                    <a:pt x="3074" y="9093"/>
                  </a:lnTo>
                  <a:lnTo>
                    <a:pt x="3287" y="8609"/>
                  </a:lnTo>
                  <a:lnTo>
                    <a:pt x="1110" y="7628"/>
                  </a:lnTo>
                  <a:close/>
                  <a:moveTo>
                    <a:pt x="25557" y="9705"/>
                  </a:moveTo>
                  <a:lnTo>
                    <a:pt x="23252" y="10303"/>
                  </a:lnTo>
                  <a:lnTo>
                    <a:pt x="23380" y="10829"/>
                  </a:lnTo>
                  <a:lnTo>
                    <a:pt x="25714" y="10331"/>
                  </a:lnTo>
                  <a:lnTo>
                    <a:pt x="25557" y="9705"/>
                  </a:lnTo>
                  <a:close/>
                  <a:moveTo>
                    <a:pt x="157" y="10744"/>
                  </a:moveTo>
                  <a:lnTo>
                    <a:pt x="57" y="11384"/>
                  </a:lnTo>
                  <a:lnTo>
                    <a:pt x="2419" y="11683"/>
                  </a:lnTo>
                  <a:lnTo>
                    <a:pt x="2505" y="11142"/>
                  </a:lnTo>
                  <a:lnTo>
                    <a:pt x="157" y="10744"/>
                  </a:lnTo>
                  <a:close/>
                  <a:moveTo>
                    <a:pt x="25557" y="12950"/>
                  </a:moveTo>
                  <a:lnTo>
                    <a:pt x="23593" y="12992"/>
                  </a:lnTo>
                  <a:lnTo>
                    <a:pt x="23579" y="13519"/>
                  </a:lnTo>
                  <a:lnTo>
                    <a:pt x="25970" y="13647"/>
                  </a:lnTo>
                  <a:lnTo>
                    <a:pt x="25984" y="13305"/>
                  </a:lnTo>
                  <a:lnTo>
                    <a:pt x="25984" y="12950"/>
                  </a:lnTo>
                  <a:close/>
                  <a:moveTo>
                    <a:pt x="2377" y="13818"/>
                  </a:moveTo>
                  <a:lnTo>
                    <a:pt x="0" y="13988"/>
                  </a:lnTo>
                  <a:lnTo>
                    <a:pt x="29" y="14316"/>
                  </a:lnTo>
                  <a:lnTo>
                    <a:pt x="71" y="14643"/>
                  </a:lnTo>
                  <a:lnTo>
                    <a:pt x="2434" y="14344"/>
                  </a:lnTo>
                  <a:lnTo>
                    <a:pt x="2377" y="13818"/>
                  </a:lnTo>
                  <a:close/>
                  <a:moveTo>
                    <a:pt x="23266" y="15625"/>
                  </a:moveTo>
                  <a:lnTo>
                    <a:pt x="23124" y="16151"/>
                  </a:lnTo>
                  <a:lnTo>
                    <a:pt x="25401" y="16849"/>
                  </a:lnTo>
                  <a:lnTo>
                    <a:pt x="25571" y="16222"/>
                  </a:lnTo>
                  <a:lnTo>
                    <a:pt x="23266" y="15625"/>
                  </a:lnTo>
                  <a:close/>
                  <a:moveTo>
                    <a:pt x="2917" y="16422"/>
                  </a:moveTo>
                  <a:lnTo>
                    <a:pt x="655" y="17190"/>
                  </a:lnTo>
                  <a:lnTo>
                    <a:pt x="769" y="17489"/>
                  </a:lnTo>
                  <a:lnTo>
                    <a:pt x="883" y="17802"/>
                  </a:lnTo>
                  <a:lnTo>
                    <a:pt x="3102" y="16920"/>
                  </a:lnTo>
                  <a:lnTo>
                    <a:pt x="2917" y="16422"/>
                  </a:lnTo>
                  <a:close/>
                  <a:moveTo>
                    <a:pt x="22284" y="18101"/>
                  </a:moveTo>
                  <a:lnTo>
                    <a:pt x="22014" y="18570"/>
                  </a:lnTo>
                  <a:lnTo>
                    <a:pt x="24049" y="19823"/>
                  </a:lnTo>
                  <a:lnTo>
                    <a:pt x="24220" y="19538"/>
                  </a:lnTo>
                  <a:lnTo>
                    <a:pt x="24376" y="19253"/>
                  </a:lnTo>
                  <a:lnTo>
                    <a:pt x="22284" y="18101"/>
                  </a:lnTo>
                  <a:close/>
                  <a:moveTo>
                    <a:pt x="4084" y="18812"/>
                  </a:moveTo>
                  <a:lnTo>
                    <a:pt x="2092" y="20121"/>
                  </a:lnTo>
                  <a:lnTo>
                    <a:pt x="2462" y="20648"/>
                  </a:lnTo>
                  <a:lnTo>
                    <a:pt x="4383" y="19239"/>
                  </a:lnTo>
                  <a:lnTo>
                    <a:pt x="4084" y="18812"/>
                  </a:lnTo>
                  <a:close/>
                  <a:moveTo>
                    <a:pt x="20719" y="20264"/>
                  </a:moveTo>
                  <a:lnTo>
                    <a:pt x="20349" y="20634"/>
                  </a:lnTo>
                  <a:lnTo>
                    <a:pt x="22000" y="22356"/>
                  </a:lnTo>
                  <a:lnTo>
                    <a:pt x="22455" y="21886"/>
                  </a:lnTo>
                  <a:lnTo>
                    <a:pt x="20719" y="20264"/>
                  </a:lnTo>
                  <a:close/>
                  <a:moveTo>
                    <a:pt x="5806" y="20833"/>
                  </a:moveTo>
                  <a:lnTo>
                    <a:pt x="4198" y="22597"/>
                  </a:lnTo>
                  <a:lnTo>
                    <a:pt x="4696" y="23024"/>
                  </a:lnTo>
                  <a:lnTo>
                    <a:pt x="6204" y="21189"/>
                  </a:lnTo>
                  <a:lnTo>
                    <a:pt x="5806" y="20833"/>
                  </a:lnTo>
                  <a:close/>
                  <a:moveTo>
                    <a:pt x="18670" y="21957"/>
                  </a:moveTo>
                  <a:lnTo>
                    <a:pt x="18215" y="22227"/>
                  </a:lnTo>
                  <a:lnTo>
                    <a:pt x="19396" y="24305"/>
                  </a:lnTo>
                  <a:lnTo>
                    <a:pt x="19951" y="23964"/>
                  </a:lnTo>
                  <a:lnTo>
                    <a:pt x="18670" y="21957"/>
                  </a:lnTo>
                  <a:close/>
                  <a:moveTo>
                    <a:pt x="7983" y="22370"/>
                  </a:moveTo>
                  <a:lnTo>
                    <a:pt x="6859" y="24476"/>
                  </a:lnTo>
                  <a:lnTo>
                    <a:pt x="7442" y="24775"/>
                  </a:lnTo>
                  <a:lnTo>
                    <a:pt x="8453" y="22612"/>
                  </a:lnTo>
                  <a:lnTo>
                    <a:pt x="7983" y="22370"/>
                  </a:lnTo>
                  <a:close/>
                  <a:moveTo>
                    <a:pt x="16265" y="23095"/>
                  </a:moveTo>
                  <a:lnTo>
                    <a:pt x="15753" y="23252"/>
                  </a:lnTo>
                  <a:lnTo>
                    <a:pt x="16379" y="25543"/>
                  </a:lnTo>
                  <a:lnTo>
                    <a:pt x="17005" y="25358"/>
                  </a:lnTo>
                  <a:lnTo>
                    <a:pt x="16265" y="23095"/>
                  </a:lnTo>
                  <a:close/>
                  <a:moveTo>
                    <a:pt x="10473" y="23323"/>
                  </a:moveTo>
                  <a:lnTo>
                    <a:pt x="9904" y="25643"/>
                  </a:lnTo>
                  <a:lnTo>
                    <a:pt x="10545" y="25771"/>
                  </a:lnTo>
                  <a:lnTo>
                    <a:pt x="10986" y="23423"/>
                  </a:lnTo>
                  <a:lnTo>
                    <a:pt x="10473" y="23323"/>
                  </a:lnTo>
                  <a:close/>
                  <a:moveTo>
                    <a:pt x="13647" y="23594"/>
                  </a:moveTo>
                  <a:lnTo>
                    <a:pt x="13120" y="23608"/>
                  </a:lnTo>
                  <a:lnTo>
                    <a:pt x="13149" y="25998"/>
                  </a:lnTo>
                  <a:lnTo>
                    <a:pt x="13803" y="25970"/>
                  </a:lnTo>
                  <a:lnTo>
                    <a:pt x="13647" y="235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1905563" y="3888800"/>
              <a:ext cx="17100" cy="60150"/>
            </a:xfrm>
            <a:custGeom>
              <a:avLst/>
              <a:gdLst/>
              <a:ahLst/>
              <a:cxnLst/>
              <a:rect l="l" t="t" r="r" b="b"/>
              <a:pathLst>
                <a:path w="684" h="2406" fill="none" extrusionOk="0">
                  <a:moveTo>
                    <a:pt x="29" y="2405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527" y="1"/>
                  </a:lnTo>
                  <a:lnTo>
                    <a:pt x="683" y="2377"/>
                  </a:lnTo>
                  <a:lnTo>
                    <a:pt x="683" y="2377"/>
                  </a:lnTo>
                  <a:lnTo>
                    <a:pt x="29" y="240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1825163" y="3882050"/>
              <a:ext cx="27050" cy="61200"/>
            </a:xfrm>
            <a:custGeom>
              <a:avLst/>
              <a:gdLst/>
              <a:ahLst/>
              <a:cxnLst/>
              <a:rect l="l" t="t" r="r" b="b"/>
              <a:pathLst>
                <a:path w="1082" h="2448" fill="none" extrusionOk="0">
                  <a:moveTo>
                    <a:pt x="641" y="2448"/>
                  </a:moveTo>
                  <a:lnTo>
                    <a:pt x="641" y="2448"/>
                  </a:lnTo>
                  <a:lnTo>
                    <a:pt x="0" y="2320"/>
                  </a:lnTo>
                  <a:lnTo>
                    <a:pt x="569" y="0"/>
                  </a:lnTo>
                  <a:lnTo>
                    <a:pt x="569" y="0"/>
                  </a:lnTo>
                  <a:lnTo>
                    <a:pt x="1082" y="100"/>
                  </a:lnTo>
                  <a:lnTo>
                    <a:pt x="641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1971363" y="3876350"/>
              <a:ext cx="31325" cy="61225"/>
            </a:xfrm>
            <a:custGeom>
              <a:avLst/>
              <a:gdLst/>
              <a:ahLst/>
              <a:cxnLst/>
              <a:rect l="l" t="t" r="r" b="b"/>
              <a:pathLst>
                <a:path w="1253" h="2449" fill="none" extrusionOk="0">
                  <a:moveTo>
                    <a:pt x="627" y="2448"/>
                  </a:moveTo>
                  <a:lnTo>
                    <a:pt x="1" y="157"/>
                  </a:lnTo>
                  <a:lnTo>
                    <a:pt x="1" y="157"/>
                  </a:lnTo>
                  <a:lnTo>
                    <a:pt x="513" y="0"/>
                  </a:lnTo>
                  <a:lnTo>
                    <a:pt x="1253" y="2263"/>
                  </a:lnTo>
                  <a:lnTo>
                    <a:pt x="1253" y="2263"/>
                  </a:lnTo>
                  <a:lnTo>
                    <a:pt x="627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1749038" y="3858200"/>
              <a:ext cx="39850" cy="60150"/>
            </a:xfrm>
            <a:custGeom>
              <a:avLst/>
              <a:gdLst/>
              <a:ahLst/>
              <a:cxnLst/>
              <a:rect l="l" t="t" r="r" b="b"/>
              <a:pathLst>
                <a:path w="1594" h="2406" fill="none" extrusionOk="0">
                  <a:moveTo>
                    <a:pt x="583" y="2406"/>
                  </a:moveTo>
                  <a:lnTo>
                    <a:pt x="583" y="2406"/>
                  </a:lnTo>
                  <a:lnTo>
                    <a:pt x="0" y="2107"/>
                  </a:lnTo>
                  <a:lnTo>
                    <a:pt x="1124" y="1"/>
                  </a:lnTo>
                  <a:lnTo>
                    <a:pt x="1124" y="1"/>
                  </a:lnTo>
                  <a:lnTo>
                    <a:pt x="1594" y="243"/>
                  </a:lnTo>
                  <a:lnTo>
                    <a:pt x="583" y="24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2032913" y="3847900"/>
              <a:ext cx="43425" cy="58725"/>
            </a:xfrm>
            <a:custGeom>
              <a:avLst/>
              <a:gdLst/>
              <a:ahLst/>
              <a:cxnLst/>
              <a:rect l="l" t="t" r="r" b="b"/>
              <a:pathLst>
                <a:path w="1737" h="2349" fill="none" extrusionOk="0">
                  <a:moveTo>
                    <a:pt x="1182" y="2348"/>
                  </a:moveTo>
                  <a:lnTo>
                    <a:pt x="1" y="270"/>
                  </a:lnTo>
                  <a:lnTo>
                    <a:pt x="1" y="270"/>
                  </a:lnTo>
                  <a:lnTo>
                    <a:pt x="456" y="0"/>
                  </a:lnTo>
                  <a:lnTo>
                    <a:pt x="1737" y="2007"/>
                  </a:lnTo>
                  <a:lnTo>
                    <a:pt x="1737" y="2007"/>
                  </a:lnTo>
                  <a:lnTo>
                    <a:pt x="1182" y="23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1682513" y="3819775"/>
              <a:ext cx="50175" cy="54825"/>
            </a:xfrm>
            <a:custGeom>
              <a:avLst/>
              <a:gdLst/>
              <a:ahLst/>
              <a:cxnLst/>
              <a:rect l="l" t="t" r="r" b="b"/>
              <a:pathLst>
                <a:path w="2007" h="2193" fill="none" extrusionOk="0">
                  <a:moveTo>
                    <a:pt x="498" y="2192"/>
                  </a:moveTo>
                  <a:lnTo>
                    <a:pt x="498" y="2192"/>
                  </a:lnTo>
                  <a:lnTo>
                    <a:pt x="0" y="176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2006" y="357"/>
                  </a:lnTo>
                  <a:lnTo>
                    <a:pt x="498" y="219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2086288" y="3805550"/>
              <a:ext cx="52675" cy="52325"/>
            </a:xfrm>
            <a:custGeom>
              <a:avLst/>
              <a:gdLst/>
              <a:ahLst/>
              <a:cxnLst/>
              <a:rect l="l" t="t" r="r" b="b"/>
              <a:pathLst>
                <a:path w="2107" h="2093" fill="none" extrusionOk="0">
                  <a:moveTo>
                    <a:pt x="1651" y="2093"/>
                  </a:moveTo>
                  <a:lnTo>
                    <a:pt x="0" y="371"/>
                  </a:lnTo>
                  <a:lnTo>
                    <a:pt x="0" y="371"/>
                  </a:lnTo>
                  <a:lnTo>
                    <a:pt x="370" y="1"/>
                  </a:lnTo>
                  <a:lnTo>
                    <a:pt x="2106" y="1623"/>
                  </a:lnTo>
                  <a:lnTo>
                    <a:pt x="2106" y="1623"/>
                  </a:lnTo>
                  <a:lnTo>
                    <a:pt x="1651" y="20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1629863" y="3769275"/>
              <a:ext cx="57300" cy="45900"/>
            </a:xfrm>
            <a:custGeom>
              <a:avLst/>
              <a:gdLst/>
              <a:ahLst/>
              <a:cxnLst/>
              <a:rect l="l" t="t" r="r" b="b"/>
              <a:pathLst>
                <a:path w="2292" h="1836" fill="none" extrusionOk="0">
                  <a:moveTo>
                    <a:pt x="370" y="1836"/>
                  </a:moveTo>
                  <a:lnTo>
                    <a:pt x="370" y="1836"/>
                  </a:lnTo>
                  <a:lnTo>
                    <a:pt x="0" y="1309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2291" y="427"/>
                  </a:lnTo>
                  <a:lnTo>
                    <a:pt x="370" y="18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2127888" y="3751475"/>
              <a:ext cx="59100" cy="43075"/>
            </a:xfrm>
            <a:custGeom>
              <a:avLst/>
              <a:gdLst/>
              <a:ahLst/>
              <a:cxnLst/>
              <a:rect l="l" t="t" r="r" b="b"/>
              <a:pathLst>
                <a:path w="2364" h="1723" fill="none" extrusionOk="0">
                  <a:moveTo>
                    <a:pt x="2036" y="1723"/>
                  </a:moveTo>
                  <a:lnTo>
                    <a:pt x="1" y="470"/>
                  </a:lnTo>
                  <a:lnTo>
                    <a:pt x="1" y="470"/>
                  </a:lnTo>
                  <a:lnTo>
                    <a:pt x="271" y="1"/>
                  </a:lnTo>
                  <a:lnTo>
                    <a:pt x="2363" y="1153"/>
                  </a:lnTo>
                  <a:lnTo>
                    <a:pt x="2363" y="1153"/>
                  </a:lnTo>
                  <a:lnTo>
                    <a:pt x="2207" y="1438"/>
                  </a:lnTo>
                  <a:lnTo>
                    <a:pt x="2036" y="17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1593913" y="3709500"/>
              <a:ext cx="61225" cy="34525"/>
            </a:xfrm>
            <a:custGeom>
              <a:avLst/>
              <a:gdLst/>
              <a:ahLst/>
              <a:cxnLst/>
              <a:rect l="l" t="t" r="r" b="b"/>
              <a:pathLst>
                <a:path w="2449" h="1381" fill="none" extrusionOk="0">
                  <a:moveTo>
                    <a:pt x="229" y="1381"/>
                  </a:moveTo>
                  <a:lnTo>
                    <a:pt x="229" y="1381"/>
                  </a:lnTo>
                  <a:lnTo>
                    <a:pt x="115" y="1068"/>
                  </a:lnTo>
                  <a:lnTo>
                    <a:pt x="1" y="769"/>
                  </a:lnTo>
                  <a:lnTo>
                    <a:pt x="2263" y="1"/>
                  </a:lnTo>
                  <a:lnTo>
                    <a:pt x="2263" y="1"/>
                  </a:lnTo>
                  <a:lnTo>
                    <a:pt x="2448" y="499"/>
                  </a:lnTo>
                  <a:lnTo>
                    <a:pt x="229" y="138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2155638" y="3689575"/>
              <a:ext cx="61225" cy="30625"/>
            </a:xfrm>
            <a:custGeom>
              <a:avLst/>
              <a:gdLst/>
              <a:ahLst/>
              <a:cxnLst/>
              <a:rect l="l" t="t" r="r" b="b"/>
              <a:pathLst>
                <a:path w="2449" h="1225" fill="none" extrusionOk="0">
                  <a:moveTo>
                    <a:pt x="2278" y="1225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143" y="1"/>
                  </a:lnTo>
                  <a:lnTo>
                    <a:pt x="2448" y="598"/>
                  </a:lnTo>
                  <a:lnTo>
                    <a:pt x="2448" y="598"/>
                  </a:lnTo>
                  <a:lnTo>
                    <a:pt x="2278" y="122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1577563" y="3644400"/>
              <a:ext cx="60850" cy="20650"/>
            </a:xfrm>
            <a:custGeom>
              <a:avLst/>
              <a:gdLst/>
              <a:ahLst/>
              <a:cxnLst/>
              <a:rect l="l" t="t" r="r" b="b"/>
              <a:pathLst>
                <a:path w="2434" h="826" fill="none" extrusionOk="0">
                  <a:moveTo>
                    <a:pt x="71" y="826"/>
                  </a:moveTo>
                  <a:lnTo>
                    <a:pt x="71" y="826"/>
                  </a:lnTo>
                  <a:lnTo>
                    <a:pt x="29" y="499"/>
                  </a:lnTo>
                  <a:lnTo>
                    <a:pt x="0" y="171"/>
                  </a:lnTo>
                  <a:lnTo>
                    <a:pt x="2377" y="1"/>
                  </a:lnTo>
                  <a:lnTo>
                    <a:pt x="2377" y="1"/>
                  </a:lnTo>
                  <a:lnTo>
                    <a:pt x="2434" y="527"/>
                  </a:lnTo>
                  <a:lnTo>
                    <a:pt x="71" y="82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2167038" y="3622700"/>
              <a:ext cx="60150" cy="17450"/>
            </a:xfrm>
            <a:custGeom>
              <a:avLst/>
              <a:gdLst/>
              <a:ahLst/>
              <a:cxnLst/>
              <a:rect l="l" t="t" r="r" b="b"/>
              <a:pathLst>
                <a:path w="2406" h="698" fill="none" extrusionOk="0">
                  <a:moveTo>
                    <a:pt x="2391" y="698"/>
                  </a:moveTo>
                  <a:lnTo>
                    <a:pt x="0" y="570"/>
                  </a:lnTo>
                  <a:lnTo>
                    <a:pt x="0" y="570"/>
                  </a:lnTo>
                  <a:lnTo>
                    <a:pt x="14" y="43"/>
                  </a:lnTo>
                  <a:lnTo>
                    <a:pt x="1978" y="1"/>
                  </a:lnTo>
                  <a:lnTo>
                    <a:pt x="2405" y="1"/>
                  </a:lnTo>
                  <a:lnTo>
                    <a:pt x="2405" y="1"/>
                  </a:lnTo>
                  <a:lnTo>
                    <a:pt x="2405" y="356"/>
                  </a:lnTo>
                  <a:lnTo>
                    <a:pt x="2391" y="6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1578988" y="3567550"/>
              <a:ext cx="61200" cy="23525"/>
            </a:xfrm>
            <a:custGeom>
              <a:avLst/>
              <a:gdLst/>
              <a:ahLst/>
              <a:cxnLst/>
              <a:rect l="l" t="t" r="r" b="b"/>
              <a:pathLst>
                <a:path w="2448" h="941" fill="none" extrusionOk="0">
                  <a:moveTo>
                    <a:pt x="2362" y="940"/>
                  </a:moveTo>
                  <a:lnTo>
                    <a:pt x="0" y="641"/>
                  </a:lnTo>
                  <a:lnTo>
                    <a:pt x="0" y="641"/>
                  </a:lnTo>
                  <a:lnTo>
                    <a:pt x="100" y="1"/>
                  </a:lnTo>
                  <a:lnTo>
                    <a:pt x="2448" y="399"/>
                  </a:lnTo>
                  <a:lnTo>
                    <a:pt x="2448" y="399"/>
                  </a:lnTo>
                  <a:lnTo>
                    <a:pt x="2362" y="94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2158838" y="3541600"/>
              <a:ext cx="61575" cy="28125"/>
            </a:xfrm>
            <a:custGeom>
              <a:avLst/>
              <a:gdLst/>
              <a:ahLst/>
              <a:cxnLst/>
              <a:rect l="l" t="t" r="r" b="b"/>
              <a:pathLst>
                <a:path w="2463" h="1125" fill="none" extrusionOk="0">
                  <a:moveTo>
                    <a:pt x="129" y="1124"/>
                  </a:moveTo>
                  <a:lnTo>
                    <a:pt x="129" y="1124"/>
                  </a:lnTo>
                  <a:lnTo>
                    <a:pt x="1" y="598"/>
                  </a:lnTo>
                  <a:lnTo>
                    <a:pt x="2306" y="0"/>
                  </a:lnTo>
                  <a:lnTo>
                    <a:pt x="2306" y="0"/>
                  </a:lnTo>
                  <a:lnTo>
                    <a:pt x="2463" y="626"/>
                  </a:lnTo>
                  <a:lnTo>
                    <a:pt x="129" y="1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220" y="1466"/>
                  </a:moveTo>
                  <a:lnTo>
                    <a:pt x="0" y="598"/>
                  </a:lnTo>
                  <a:lnTo>
                    <a:pt x="0" y="598"/>
                  </a:lnTo>
                  <a:lnTo>
                    <a:pt x="256" y="1"/>
                  </a:lnTo>
                  <a:lnTo>
                    <a:pt x="2433" y="982"/>
                  </a:lnTo>
                  <a:lnTo>
                    <a:pt x="2433" y="982"/>
                  </a:lnTo>
                  <a:lnTo>
                    <a:pt x="2220" y="146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2134313" y="3465825"/>
              <a:ext cx="59775" cy="40925"/>
            </a:xfrm>
            <a:custGeom>
              <a:avLst/>
              <a:gdLst/>
              <a:ahLst/>
              <a:cxnLst/>
              <a:rect l="l" t="t" r="r" b="b"/>
              <a:pathLst>
                <a:path w="2391" h="1637" fill="none" extrusionOk="0">
                  <a:moveTo>
                    <a:pt x="242" y="1637"/>
                  </a:moveTo>
                  <a:lnTo>
                    <a:pt x="242" y="1637"/>
                  </a:lnTo>
                  <a:lnTo>
                    <a:pt x="0" y="1167"/>
                  </a:lnTo>
                  <a:lnTo>
                    <a:pt x="2078" y="0"/>
                  </a:lnTo>
                  <a:lnTo>
                    <a:pt x="2078" y="0"/>
                  </a:lnTo>
                  <a:lnTo>
                    <a:pt x="2234" y="285"/>
                  </a:lnTo>
                  <a:lnTo>
                    <a:pt x="2391" y="584"/>
                  </a:lnTo>
                  <a:lnTo>
                    <a:pt x="242" y="163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1922" y="1922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385" y="0"/>
                  </a:lnTo>
                  <a:lnTo>
                    <a:pt x="2249" y="1495"/>
                  </a:lnTo>
                  <a:lnTo>
                    <a:pt x="2249" y="1495"/>
                  </a:lnTo>
                  <a:lnTo>
                    <a:pt x="1922" y="19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2094813" y="3400350"/>
              <a:ext cx="54450" cy="50900"/>
            </a:xfrm>
            <a:custGeom>
              <a:avLst/>
              <a:gdLst/>
              <a:ahLst/>
              <a:cxnLst/>
              <a:rect l="l" t="t" r="r" b="b"/>
              <a:pathLst>
                <a:path w="2178" h="2036" fill="none" extrusionOk="0">
                  <a:moveTo>
                    <a:pt x="356" y="2036"/>
                  </a:moveTo>
                  <a:lnTo>
                    <a:pt x="356" y="2036"/>
                  </a:lnTo>
                  <a:lnTo>
                    <a:pt x="1" y="1637"/>
                  </a:lnTo>
                  <a:lnTo>
                    <a:pt x="1737" y="1"/>
                  </a:lnTo>
                  <a:lnTo>
                    <a:pt x="1737" y="1"/>
                  </a:lnTo>
                  <a:lnTo>
                    <a:pt x="2178" y="470"/>
                  </a:lnTo>
                  <a:lnTo>
                    <a:pt x="356" y="20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1523" y="2235"/>
                  </a:moveTo>
                  <a:lnTo>
                    <a:pt x="0" y="414"/>
                  </a:lnTo>
                  <a:lnTo>
                    <a:pt x="0" y="414"/>
                  </a:lnTo>
                  <a:lnTo>
                    <a:pt x="257" y="200"/>
                  </a:lnTo>
                  <a:lnTo>
                    <a:pt x="513" y="1"/>
                  </a:lnTo>
                  <a:lnTo>
                    <a:pt x="1950" y="1908"/>
                  </a:lnTo>
                  <a:lnTo>
                    <a:pt x="1950" y="1908"/>
                  </a:lnTo>
                  <a:lnTo>
                    <a:pt x="1523" y="223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2043588" y="3348425"/>
              <a:ext cx="45200" cy="58000"/>
            </a:xfrm>
            <a:custGeom>
              <a:avLst/>
              <a:gdLst/>
              <a:ahLst/>
              <a:cxnLst/>
              <a:rect l="l" t="t" r="r" b="b"/>
              <a:pathLst>
                <a:path w="1808" h="2320" fill="none" extrusionOk="0">
                  <a:moveTo>
                    <a:pt x="442" y="2320"/>
                  </a:moveTo>
                  <a:lnTo>
                    <a:pt x="442" y="2320"/>
                  </a:lnTo>
                  <a:lnTo>
                    <a:pt x="0" y="2021"/>
                  </a:lnTo>
                  <a:lnTo>
                    <a:pt x="1267" y="0"/>
                  </a:lnTo>
                  <a:lnTo>
                    <a:pt x="1267" y="0"/>
                  </a:lnTo>
                  <a:lnTo>
                    <a:pt x="1808" y="356"/>
                  </a:lnTo>
                  <a:lnTo>
                    <a:pt x="442" y="23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1025" y="2420"/>
                  </a:moveTo>
                  <a:lnTo>
                    <a:pt x="1" y="257"/>
                  </a:lnTo>
                  <a:lnTo>
                    <a:pt x="1" y="257"/>
                  </a:lnTo>
                  <a:lnTo>
                    <a:pt x="598" y="1"/>
                  </a:lnTo>
                  <a:lnTo>
                    <a:pt x="1509" y="2192"/>
                  </a:lnTo>
                  <a:lnTo>
                    <a:pt x="1509" y="2192"/>
                  </a:lnTo>
                  <a:lnTo>
                    <a:pt x="1025" y="24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1983113" y="3313900"/>
              <a:ext cx="33825" cy="61225"/>
            </a:xfrm>
            <a:custGeom>
              <a:avLst/>
              <a:gdLst/>
              <a:ahLst/>
              <a:cxnLst/>
              <a:rect l="l" t="t" r="r" b="b"/>
              <a:pathLst>
                <a:path w="1353" h="2449" fill="none" extrusionOk="0">
                  <a:moveTo>
                    <a:pt x="513" y="2449"/>
                  </a:moveTo>
                  <a:lnTo>
                    <a:pt x="513" y="2449"/>
                  </a:lnTo>
                  <a:lnTo>
                    <a:pt x="0" y="2278"/>
                  </a:lnTo>
                  <a:lnTo>
                    <a:pt x="726" y="1"/>
                  </a:lnTo>
                  <a:lnTo>
                    <a:pt x="726" y="1"/>
                  </a:lnTo>
                  <a:lnTo>
                    <a:pt x="1352" y="214"/>
                  </a:lnTo>
                  <a:lnTo>
                    <a:pt x="513" y="244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442" y="2448"/>
                  </a:moveTo>
                  <a:lnTo>
                    <a:pt x="1" y="115"/>
                  </a:lnTo>
                  <a:lnTo>
                    <a:pt x="1" y="115"/>
                  </a:lnTo>
                  <a:lnTo>
                    <a:pt x="314" y="58"/>
                  </a:lnTo>
                  <a:lnTo>
                    <a:pt x="641" y="1"/>
                  </a:lnTo>
                  <a:lnTo>
                    <a:pt x="969" y="2363"/>
                  </a:lnTo>
                  <a:lnTo>
                    <a:pt x="969" y="2363"/>
                  </a:lnTo>
                  <a:lnTo>
                    <a:pt x="442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1917663" y="3298975"/>
              <a:ext cx="19925" cy="60500"/>
            </a:xfrm>
            <a:custGeom>
              <a:avLst/>
              <a:gdLst/>
              <a:ahLst/>
              <a:cxnLst/>
              <a:rect l="l" t="t" r="r" b="b"/>
              <a:pathLst>
                <a:path w="797" h="2420" fill="none" extrusionOk="0">
                  <a:moveTo>
                    <a:pt x="541" y="2419"/>
                  </a:moveTo>
                  <a:lnTo>
                    <a:pt x="541" y="2419"/>
                  </a:lnTo>
                  <a:lnTo>
                    <a:pt x="0" y="237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797" y="57"/>
                  </a:lnTo>
                  <a:lnTo>
                    <a:pt x="541" y="24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851113" y="2915825"/>
              <a:ext cx="557500" cy="412350"/>
            </a:xfrm>
            <a:custGeom>
              <a:avLst/>
              <a:gdLst/>
              <a:ahLst/>
              <a:cxnLst/>
              <a:rect l="l" t="t" r="r" b="b"/>
              <a:pathLst>
                <a:path w="22300" h="16494" extrusionOk="0">
                  <a:moveTo>
                    <a:pt x="1" y="1"/>
                  </a:moveTo>
                  <a:lnTo>
                    <a:pt x="1" y="16493"/>
                  </a:lnTo>
                  <a:lnTo>
                    <a:pt x="3573" y="16493"/>
                  </a:lnTo>
                  <a:lnTo>
                    <a:pt x="3573" y="3587"/>
                  </a:lnTo>
                  <a:lnTo>
                    <a:pt x="22299" y="3587"/>
                  </a:lnTo>
                  <a:lnTo>
                    <a:pt x="222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851113" y="3935050"/>
              <a:ext cx="557500" cy="412325"/>
            </a:xfrm>
            <a:custGeom>
              <a:avLst/>
              <a:gdLst/>
              <a:ahLst/>
              <a:cxnLst/>
              <a:rect l="l" t="t" r="r" b="b"/>
              <a:pathLst>
                <a:path w="22300" h="16493" extrusionOk="0">
                  <a:moveTo>
                    <a:pt x="1" y="0"/>
                  </a:moveTo>
                  <a:lnTo>
                    <a:pt x="1" y="16493"/>
                  </a:lnTo>
                  <a:lnTo>
                    <a:pt x="22299" y="16493"/>
                  </a:lnTo>
                  <a:lnTo>
                    <a:pt x="22299" y="12907"/>
                  </a:lnTo>
                  <a:lnTo>
                    <a:pt x="3573" y="12907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2427438" y="2915825"/>
              <a:ext cx="557125" cy="412350"/>
            </a:xfrm>
            <a:custGeom>
              <a:avLst/>
              <a:gdLst/>
              <a:ahLst/>
              <a:cxnLst/>
              <a:rect l="l" t="t" r="r" b="b"/>
              <a:pathLst>
                <a:path w="22285" h="16494" extrusionOk="0">
                  <a:moveTo>
                    <a:pt x="0" y="1"/>
                  </a:moveTo>
                  <a:lnTo>
                    <a:pt x="0" y="3587"/>
                  </a:lnTo>
                  <a:lnTo>
                    <a:pt x="18713" y="3587"/>
                  </a:lnTo>
                  <a:lnTo>
                    <a:pt x="18713" y="16493"/>
                  </a:lnTo>
                  <a:lnTo>
                    <a:pt x="22284" y="16493"/>
                  </a:lnTo>
                  <a:lnTo>
                    <a:pt x="222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2427438" y="3935050"/>
              <a:ext cx="557125" cy="412325"/>
            </a:xfrm>
            <a:custGeom>
              <a:avLst/>
              <a:gdLst/>
              <a:ahLst/>
              <a:cxnLst/>
              <a:rect l="l" t="t" r="r" b="b"/>
              <a:pathLst>
                <a:path w="22285" h="16493" extrusionOk="0">
                  <a:moveTo>
                    <a:pt x="18713" y="0"/>
                  </a:moveTo>
                  <a:lnTo>
                    <a:pt x="18713" y="12907"/>
                  </a:lnTo>
                  <a:lnTo>
                    <a:pt x="0" y="12907"/>
                  </a:lnTo>
                  <a:lnTo>
                    <a:pt x="0" y="16493"/>
                  </a:lnTo>
                  <a:lnTo>
                    <a:pt x="22284" y="16493"/>
                  </a:lnTo>
                  <a:lnTo>
                    <a:pt x="222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1581463" y="3255575"/>
              <a:ext cx="389575" cy="389575"/>
            </a:xfrm>
            <a:custGeom>
              <a:avLst/>
              <a:gdLst/>
              <a:ahLst/>
              <a:cxnLst/>
              <a:rect l="l" t="t" r="r" b="b"/>
              <a:pathLst>
                <a:path w="15583" h="15583" extrusionOk="0">
                  <a:moveTo>
                    <a:pt x="10986" y="1836"/>
                  </a:moveTo>
                  <a:lnTo>
                    <a:pt x="11314" y="4198"/>
                  </a:lnTo>
                  <a:lnTo>
                    <a:pt x="10787" y="4283"/>
                  </a:lnTo>
                  <a:lnTo>
                    <a:pt x="10346" y="1950"/>
                  </a:lnTo>
                  <a:lnTo>
                    <a:pt x="10659" y="1893"/>
                  </a:lnTo>
                  <a:lnTo>
                    <a:pt x="10986" y="1836"/>
                  </a:lnTo>
                  <a:close/>
                  <a:moveTo>
                    <a:pt x="7841" y="2704"/>
                  </a:moveTo>
                  <a:lnTo>
                    <a:pt x="8752" y="4895"/>
                  </a:lnTo>
                  <a:lnTo>
                    <a:pt x="8268" y="5123"/>
                  </a:lnTo>
                  <a:lnTo>
                    <a:pt x="7244" y="2960"/>
                  </a:lnTo>
                  <a:lnTo>
                    <a:pt x="7841" y="2704"/>
                  </a:lnTo>
                  <a:close/>
                  <a:moveTo>
                    <a:pt x="5010" y="4312"/>
                  </a:moveTo>
                  <a:lnTo>
                    <a:pt x="6447" y="6219"/>
                  </a:lnTo>
                  <a:lnTo>
                    <a:pt x="6020" y="6546"/>
                  </a:lnTo>
                  <a:lnTo>
                    <a:pt x="4497" y="4725"/>
                  </a:lnTo>
                  <a:lnTo>
                    <a:pt x="4754" y="4511"/>
                  </a:lnTo>
                  <a:lnTo>
                    <a:pt x="5010" y="4312"/>
                  </a:lnTo>
                  <a:close/>
                  <a:moveTo>
                    <a:pt x="2662" y="6574"/>
                  </a:moveTo>
                  <a:lnTo>
                    <a:pt x="4526" y="8069"/>
                  </a:lnTo>
                  <a:lnTo>
                    <a:pt x="4199" y="8496"/>
                  </a:lnTo>
                  <a:lnTo>
                    <a:pt x="2278" y="7101"/>
                  </a:lnTo>
                  <a:lnTo>
                    <a:pt x="2662" y="6574"/>
                  </a:lnTo>
                  <a:close/>
                  <a:moveTo>
                    <a:pt x="954" y="9364"/>
                  </a:moveTo>
                  <a:lnTo>
                    <a:pt x="3131" y="10345"/>
                  </a:lnTo>
                  <a:lnTo>
                    <a:pt x="2918" y="10829"/>
                  </a:lnTo>
                  <a:lnTo>
                    <a:pt x="698" y="9961"/>
                  </a:lnTo>
                  <a:lnTo>
                    <a:pt x="954" y="9364"/>
                  </a:lnTo>
                  <a:close/>
                  <a:moveTo>
                    <a:pt x="7386" y="0"/>
                  </a:moveTo>
                  <a:lnTo>
                    <a:pt x="7002" y="29"/>
                  </a:lnTo>
                  <a:lnTo>
                    <a:pt x="6603" y="86"/>
                  </a:lnTo>
                  <a:lnTo>
                    <a:pt x="6219" y="157"/>
                  </a:lnTo>
                  <a:lnTo>
                    <a:pt x="5849" y="242"/>
                  </a:lnTo>
                  <a:lnTo>
                    <a:pt x="5479" y="342"/>
                  </a:lnTo>
                  <a:lnTo>
                    <a:pt x="5109" y="470"/>
                  </a:lnTo>
                  <a:lnTo>
                    <a:pt x="4754" y="612"/>
                  </a:lnTo>
                  <a:lnTo>
                    <a:pt x="4412" y="769"/>
                  </a:lnTo>
                  <a:lnTo>
                    <a:pt x="4085" y="939"/>
                  </a:lnTo>
                  <a:lnTo>
                    <a:pt x="3757" y="1124"/>
                  </a:lnTo>
                  <a:lnTo>
                    <a:pt x="3430" y="1324"/>
                  </a:lnTo>
                  <a:lnTo>
                    <a:pt x="3131" y="1537"/>
                  </a:lnTo>
                  <a:lnTo>
                    <a:pt x="2833" y="1779"/>
                  </a:lnTo>
                  <a:lnTo>
                    <a:pt x="2548" y="2021"/>
                  </a:lnTo>
                  <a:lnTo>
                    <a:pt x="2278" y="2277"/>
                  </a:lnTo>
                  <a:lnTo>
                    <a:pt x="2021" y="2547"/>
                  </a:lnTo>
                  <a:lnTo>
                    <a:pt x="1780" y="2832"/>
                  </a:lnTo>
                  <a:lnTo>
                    <a:pt x="1552" y="3131"/>
                  </a:lnTo>
                  <a:lnTo>
                    <a:pt x="1324" y="3430"/>
                  </a:lnTo>
                  <a:lnTo>
                    <a:pt x="1125" y="3743"/>
                  </a:lnTo>
                  <a:lnTo>
                    <a:pt x="940" y="4070"/>
                  </a:lnTo>
                  <a:lnTo>
                    <a:pt x="769" y="4412"/>
                  </a:lnTo>
                  <a:lnTo>
                    <a:pt x="613" y="4753"/>
                  </a:lnTo>
                  <a:lnTo>
                    <a:pt x="470" y="5109"/>
                  </a:lnTo>
                  <a:lnTo>
                    <a:pt x="357" y="5465"/>
                  </a:lnTo>
                  <a:lnTo>
                    <a:pt x="243" y="5835"/>
                  </a:lnTo>
                  <a:lnTo>
                    <a:pt x="157" y="6219"/>
                  </a:lnTo>
                  <a:lnTo>
                    <a:pt x="86" y="6603"/>
                  </a:lnTo>
                  <a:lnTo>
                    <a:pt x="43" y="6987"/>
                  </a:lnTo>
                  <a:lnTo>
                    <a:pt x="15" y="7386"/>
                  </a:lnTo>
                  <a:lnTo>
                    <a:pt x="1" y="7784"/>
                  </a:lnTo>
                  <a:lnTo>
                    <a:pt x="15" y="8140"/>
                  </a:lnTo>
                  <a:lnTo>
                    <a:pt x="29" y="8496"/>
                  </a:lnTo>
                  <a:lnTo>
                    <a:pt x="72" y="8837"/>
                  </a:lnTo>
                  <a:lnTo>
                    <a:pt x="129" y="9179"/>
                  </a:lnTo>
                  <a:lnTo>
                    <a:pt x="200" y="9520"/>
                  </a:lnTo>
                  <a:lnTo>
                    <a:pt x="271" y="9847"/>
                  </a:lnTo>
                  <a:lnTo>
                    <a:pt x="371" y="10175"/>
                  </a:lnTo>
                  <a:lnTo>
                    <a:pt x="485" y="10502"/>
                  </a:lnTo>
                  <a:lnTo>
                    <a:pt x="613" y="10815"/>
                  </a:lnTo>
                  <a:lnTo>
                    <a:pt x="741" y="11114"/>
                  </a:lnTo>
                  <a:lnTo>
                    <a:pt x="897" y="11413"/>
                  </a:lnTo>
                  <a:lnTo>
                    <a:pt x="1054" y="11712"/>
                  </a:lnTo>
                  <a:lnTo>
                    <a:pt x="1225" y="11996"/>
                  </a:lnTo>
                  <a:lnTo>
                    <a:pt x="1410" y="12266"/>
                  </a:lnTo>
                  <a:lnTo>
                    <a:pt x="1609" y="12537"/>
                  </a:lnTo>
                  <a:lnTo>
                    <a:pt x="1822" y="12793"/>
                  </a:lnTo>
                  <a:lnTo>
                    <a:pt x="2349" y="12878"/>
                  </a:lnTo>
                  <a:lnTo>
                    <a:pt x="2292" y="13305"/>
                  </a:lnTo>
                  <a:lnTo>
                    <a:pt x="2562" y="13561"/>
                  </a:lnTo>
                  <a:lnTo>
                    <a:pt x="2833" y="13803"/>
                  </a:lnTo>
                  <a:lnTo>
                    <a:pt x="3131" y="14031"/>
                  </a:lnTo>
                  <a:lnTo>
                    <a:pt x="3444" y="14244"/>
                  </a:lnTo>
                  <a:lnTo>
                    <a:pt x="3757" y="14458"/>
                  </a:lnTo>
                  <a:lnTo>
                    <a:pt x="4085" y="14643"/>
                  </a:lnTo>
                  <a:lnTo>
                    <a:pt x="4412" y="14814"/>
                  </a:lnTo>
                  <a:lnTo>
                    <a:pt x="4768" y="14970"/>
                  </a:lnTo>
                  <a:lnTo>
                    <a:pt x="5109" y="15112"/>
                  </a:lnTo>
                  <a:lnTo>
                    <a:pt x="5479" y="15226"/>
                  </a:lnTo>
                  <a:lnTo>
                    <a:pt x="5849" y="15326"/>
                  </a:lnTo>
                  <a:lnTo>
                    <a:pt x="6219" y="15426"/>
                  </a:lnTo>
                  <a:lnTo>
                    <a:pt x="6603" y="15482"/>
                  </a:lnTo>
                  <a:lnTo>
                    <a:pt x="7002" y="15539"/>
                  </a:lnTo>
                  <a:lnTo>
                    <a:pt x="7386" y="15568"/>
                  </a:lnTo>
                  <a:lnTo>
                    <a:pt x="7785" y="15582"/>
                  </a:lnTo>
                  <a:lnTo>
                    <a:pt x="8268" y="15568"/>
                  </a:lnTo>
                  <a:lnTo>
                    <a:pt x="8724" y="15525"/>
                  </a:lnTo>
                  <a:lnTo>
                    <a:pt x="8667" y="15255"/>
                  </a:lnTo>
                  <a:lnTo>
                    <a:pt x="8624" y="14984"/>
                  </a:lnTo>
                  <a:lnTo>
                    <a:pt x="8610" y="14714"/>
                  </a:lnTo>
                  <a:lnTo>
                    <a:pt x="8596" y="14444"/>
                  </a:lnTo>
                  <a:lnTo>
                    <a:pt x="8610" y="14202"/>
                  </a:lnTo>
                  <a:lnTo>
                    <a:pt x="8624" y="13974"/>
                  </a:lnTo>
                  <a:lnTo>
                    <a:pt x="8653" y="13732"/>
                  </a:lnTo>
                  <a:lnTo>
                    <a:pt x="8695" y="13504"/>
                  </a:lnTo>
                  <a:lnTo>
                    <a:pt x="8738" y="13291"/>
                  </a:lnTo>
                  <a:lnTo>
                    <a:pt x="8809" y="13063"/>
                  </a:lnTo>
                  <a:lnTo>
                    <a:pt x="8880" y="12850"/>
                  </a:lnTo>
                  <a:lnTo>
                    <a:pt x="8966" y="12651"/>
                  </a:lnTo>
                  <a:lnTo>
                    <a:pt x="9051" y="12437"/>
                  </a:lnTo>
                  <a:lnTo>
                    <a:pt x="9151" y="12238"/>
                  </a:lnTo>
                  <a:lnTo>
                    <a:pt x="9264" y="12053"/>
                  </a:lnTo>
                  <a:lnTo>
                    <a:pt x="9378" y="11868"/>
                  </a:lnTo>
                  <a:lnTo>
                    <a:pt x="9521" y="11683"/>
                  </a:lnTo>
                  <a:lnTo>
                    <a:pt x="9649" y="11512"/>
                  </a:lnTo>
                  <a:lnTo>
                    <a:pt x="9791" y="11342"/>
                  </a:lnTo>
                  <a:lnTo>
                    <a:pt x="9947" y="11185"/>
                  </a:lnTo>
                  <a:lnTo>
                    <a:pt x="10104" y="11028"/>
                  </a:lnTo>
                  <a:lnTo>
                    <a:pt x="10275" y="10886"/>
                  </a:lnTo>
                  <a:lnTo>
                    <a:pt x="10446" y="10744"/>
                  </a:lnTo>
                  <a:lnTo>
                    <a:pt x="10631" y="10616"/>
                  </a:lnTo>
                  <a:lnTo>
                    <a:pt x="10816" y="10502"/>
                  </a:lnTo>
                  <a:lnTo>
                    <a:pt x="11015" y="10388"/>
                  </a:lnTo>
                  <a:lnTo>
                    <a:pt x="11214" y="10289"/>
                  </a:lnTo>
                  <a:lnTo>
                    <a:pt x="11413" y="10189"/>
                  </a:lnTo>
                  <a:lnTo>
                    <a:pt x="11627" y="10104"/>
                  </a:lnTo>
                  <a:lnTo>
                    <a:pt x="11840" y="10032"/>
                  </a:lnTo>
                  <a:lnTo>
                    <a:pt x="12054" y="9975"/>
                  </a:lnTo>
                  <a:lnTo>
                    <a:pt x="12281" y="9919"/>
                  </a:lnTo>
                  <a:lnTo>
                    <a:pt x="12509" y="9876"/>
                  </a:lnTo>
                  <a:lnTo>
                    <a:pt x="12737" y="9847"/>
                  </a:lnTo>
                  <a:lnTo>
                    <a:pt x="12978" y="9833"/>
                  </a:lnTo>
                  <a:lnTo>
                    <a:pt x="13477" y="9833"/>
                  </a:lnTo>
                  <a:lnTo>
                    <a:pt x="13733" y="9862"/>
                  </a:lnTo>
                  <a:lnTo>
                    <a:pt x="13989" y="9890"/>
                  </a:lnTo>
                  <a:lnTo>
                    <a:pt x="14231" y="9947"/>
                  </a:lnTo>
                  <a:lnTo>
                    <a:pt x="14487" y="10004"/>
                  </a:lnTo>
                  <a:lnTo>
                    <a:pt x="14715" y="10075"/>
                  </a:lnTo>
                  <a:lnTo>
                    <a:pt x="14956" y="10160"/>
                  </a:lnTo>
                  <a:lnTo>
                    <a:pt x="15184" y="10260"/>
                  </a:lnTo>
                  <a:lnTo>
                    <a:pt x="15269" y="9975"/>
                  </a:lnTo>
                  <a:lnTo>
                    <a:pt x="15355" y="9677"/>
                  </a:lnTo>
                  <a:lnTo>
                    <a:pt x="15426" y="9364"/>
                  </a:lnTo>
                  <a:lnTo>
                    <a:pt x="15483" y="9065"/>
                  </a:lnTo>
                  <a:lnTo>
                    <a:pt x="15526" y="8752"/>
                  </a:lnTo>
                  <a:lnTo>
                    <a:pt x="15554" y="8424"/>
                  </a:lnTo>
                  <a:lnTo>
                    <a:pt x="15583" y="8111"/>
                  </a:lnTo>
                  <a:lnTo>
                    <a:pt x="15583" y="7784"/>
                  </a:lnTo>
                  <a:lnTo>
                    <a:pt x="15583" y="7471"/>
                  </a:lnTo>
                  <a:lnTo>
                    <a:pt x="15554" y="7144"/>
                  </a:lnTo>
                  <a:lnTo>
                    <a:pt x="15526" y="6831"/>
                  </a:lnTo>
                  <a:lnTo>
                    <a:pt x="15483" y="6532"/>
                  </a:lnTo>
                  <a:lnTo>
                    <a:pt x="15426" y="6219"/>
                  </a:lnTo>
                  <a:lnTo>
                    <a:pt x="15355" y="5920"/>
                  </a:lnTo>
                  <a:lnTo>
                    <a:pt x="15284" y="5621"/>
                  </a:lnTo>
                  <a:lnTo>
                    <a:pt x="15184" y="5336"/>
                  </a:lnTo>
                  <a:lnTo>
                    <a:pt x="15084" y="5038"/>
                  </a:lnTo>
                  <a:lnTo>
                    <a:pt x="14971" y="4767"/>
                  </a:lnTo>
                  <a:lnTo>
                    <a:pt x="14857" y="4483"/>
                  </a:lnTo>
                  <a:lnTo>
                    <a:pt x="14715" y="4212"/>
                  </a:lnTo>
                  <a:lnTo>
                    <a:pt x="14572" y="3956"/>
                  </a:lnTo>
                  <a:lnTo>
                    <a:pt x="14430" y="3700"/>
                  </a:lnTo>
                  <a:lnTo>
                    <a:pt x="14259" y="3444"/>
                  </a:lnTo>
                  <a:lnTo>
                    <a:pt x="14088" y="3202"/>
                  </a:lnTo>
                  <a:lnTo>
                    <a:pt x="13989" y="4155"/>
                  </a:lnTo>
                  <a:lnTo>
                    <a:pt x="13448" y="4113"/>
                  </a:lnTo>
                  <a:lnTo>
                    <a:pt x="13548" y="2533"/>
                  </a:lnTo>
                  <a:lnTo>
                    <a:pt x="13277" y="2249"/>
                  </a:lnTo>
                  <a:lnTo>
                    <a:pt x="12978" y="1978"/>
                  </a:lnTo>
                  <a:lnTo>
                    <a:pt x="12680" y="1722"/>
                  </a:lnTo>
                  <a:lnTo>
                    <a:pt x="12367" y="1480"/>
                  </a:lnTo>
                  <a:lnTo>
                    <a:pt x="12039" y="1252"/>
                  </a:lnTo>
                  <a:lnTo>
                    <a:pt x="11698" y="1039"/>
                  </a:lnTo>
                  <a:lnTo>
                    <a:pt x="11342" y="854"/>
                  </a:lnTo>
                  <a:lnTo>
                    <a:pt x="10986" y="683"/>
                  </a:lnTo>
                  <a:lnTo>
                    <a:pt x="10616" y="527"/>
                  </a:lnTo>
                  <a:lnTo>
                    <a:pt x="10232" y="384"/>
                  </a:lnTo>
                  <a:lnTo>
                    <a:pt x="9848" y="271"/>
                  </a:lnTo>
                  <a:lnTo>
                    <a:pt x="9449" y="171"/>
                  </a:lnTo>
                  <a:lnTo>
                    <a:pt x="9051" y="100"/>
                  </a:lnTo>
                  <a:lnTo>
                    <a:pt x="8638" y="43"/>
                  </a:lnTo>
                  <a:lnTo>
                    <a:pt x="8211" y="0"/>
                  </a:lnTo>
                  <a:close/>
                </a:path>
              </a:pathLst>
            </a:custGeom>
            <a:solidFill>
              <a:srgbClr val="453E3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220" y="1466"/>
                  </a:moveTo>
                  <a:lnTo>
                    <a:pt x="0" y="598"/>
                  </a:lnTo>
                  <a:lnTo>
                    <a:pt x="0" y="598"/>
                  </a:lnTo>
                  <a:lnTo>
                    <a:pt x="256" y="1"/>
                  </a:lnTo>
                  <a:lnTo>
                    <a:pt x="2433" y="982"/>
                  </a:lnTo>
                  <a:lnTo>
                    <a:pt x="2433" y="982"/>
                  </a:lnTo>
                  <a:lnTo>
                    <a:pt x="2220" y="146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1922" y="1922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385" y="0"/>
                  </a:lnTo>
                  <a:lnTo>
                    <a:pt x="2249" y="1495"/>
                  </a:lnTo>
                  <a:lnTo>
                    <a:pt x="2249" y="1495"/>
                  </a:lnTo>
                  <a:lnTo>
                    <a:pt x="1922" y="19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1523" y="2235"/>
                  </a:moveTo>
                  <a:lnTo>
                    <a:pt x="0" y="414"/>
                  </a:lnTo>
                  <a:lnTo>
                    <a:pt x="0" y="414"/>
                  </a:lnTo>
                  <a:lnTo>
                    <a:pt x="257" y="200"/>
                  </a:lnTo>
                  <a:lnTo>
                    <a:pt x="513" y="1"/>
                  </a:lnTo>
                  <a:lnTo>
                    <a:pt x="1950" y="1908"/>
                  </a:lnTo>
                  <a:lnTo>
                    <a:pt x="1950" y="1908"/>
                  </a:lnTo>
                  <a:lnTo>
                    <a:pt x="1523" y="223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1025" y="2420"/>
                  </a:moveTo>
                  <a:lnTo>
                    <a:pt x="1" y="257"/>
                  </a:lnTo>
                  <a:lnTo>
                    <a:pt x="1" y="257"/>
                  </a:lnTo>
                  <a:lnTo>
                    <a:pt x="598" y="1"/>
                  </a:lnTo>
                  <a:lnTo>
                    <a:pt x="1509" y="2192"/>
                  </a:lnTo>
                  <a:lnTo>
                    <a:pt x="1509" y="2192"/>
                  </a:lnTo>
                  <a:lnTo>
                    <a:pt x="1025" y="24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442" y="2448"/>
                  </a:moveTo>
                  <a:lnTo>
                    <a:pt x="1" y="115"/>
                  </a:lnTo>
                  <a:lnTo>
                    <a:pt x="1" y="115"/>
                  </a:lnTo>
                  <a:lnTo>
                    <a:pt x="314" y="58"/>
                  </a:lnTo>
                  <a:lnTo>
                    <a:pt x="641" y="1"/>
                  </a:lnTo>
                  <a:lnTo>
                    <a:pt x="969" y="2363"/>
                  </a:lnTo>
                  <a:lnTo>
                    <a:pt x="969" y="2363"/>
                  </a:lnTo>
                  <a:lnTo>
                    <a:pt x="442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1581463" y="3255575"/>
              <a:ext cx="389575" cy="389575"/>
            </a:xfrm>
            <a:custGeom>
              <a:avLst/>
              <a:gdLst/>
              <a:ahLst/>
              <a:cxnLst/>
              <a:rect l="l" t="t" r="r" b="b"/>
              <a:pathLst>
                <a:path w="15583" h="15583" fill="none" extrusionOk="0">
                  <a:moveTo>
                    <a:pt x="7785" y="0"/>
                  </a:moveTo>
                  <a:lnTo>
                    <a:pt x="7785" y="0"/>
                  </a:lnTo>
                  <a:lnTo>
                    <a:pt x="7386" y="0"/>
                  </a:lnTo>
                  <a:lnTo>
                    <a:pt x="7002" y="29"/>
                  </a:lnTo>
                  <a:lnTo>
                    <a:pt x="6603" y="86"/>
                  </a:lnTo>
                  <a:lnTo>
                    <a:pt x="6219" y="157"/>
                  </a:lnTo>
                  <a:lnTo>
                    <a:pt x="5849" y="242"/>
                  </a:lnTo>
                  <a:lnTo>
                    <a:pt x="5479" y="342"/>
                  </a:lnTo>
                  <a:lnTo>
                    <a:pt x="5109" y="470"/>
                  </a:lnTo>
                  <a:lnTo>
                    <a:pt x="4754" y="612"/>
                  </a:lnTo>
                  <a:lnTo>
                    <a:pt x="4412" y="769"/>
                  </a:lnTo>
                  <a:lnTo>
                    <a:pt x="4085" y="939"/>
                  </a:lnTo>
                  <a:lnTo>
                    <a:pt x="3757" y="1124"/>
                  </a:lnTo>
                  <a:lnTo>
                    <a:pt x="3430" y="1324"/>
                  </a:lnTo>
                  <a:lnTo>
                    <a:pt x="3131" y="1537"/>
                  </a:lnTo>
                  <a:lnTo>
                    <a:pt x="2833" y="1779"/>
                  </a:lnTo>
                  <a:lnTo>
                    <a:pt x="2548" y="2021"/>
                  </a:lnTo>
                  <a:lnTo>
                    <a:pt x="2278" y="2277"/>
                  </a:lnTo>
                  <a:lnTo>
                    <a:pt x="2021" y="2547"/>
                  </a:lnTo>
                  <a:lnTo>
                    <a:pt x="1780" y="2832"/>
                  </a:lnTo>
                  <a:lnTo>
                    <a:pt x="1552" y="3131"/>
                  </a:lnTo>
                  <a:lnTo>
                    <a:pt x="1324" y="3430"/>
                  </a:lnTo>
                  <a:lnTo>
                    <a:pt x="1125" y="3743"/>
                  </a:lnTo>
                  <a:lnTo>
                    <a:pt x="940" y="4070"/>
                  </a:lnTo>
                  <a:lnTo>
                    <a:pt x="769" y="4412"/>
                  </a:lnTo>
                  <a:lnTo>
                    <a:pt x="613" y="4753"/>
                  </a:lnTo>
                  <a:lnTo>
                    <a:pt x="470" y="5109"/>
                  </a:lnTo>
                  <a:lnTo>
                    <a:pt x="357" y="5465"/>
                  </a:lnTo>
                  <a:lnTo>
                    <a:pt x="243" y="5835"/>
                  </a:lnTo>
                  <a:lnTo>
                    <a:pt x="157" y="6219"/>
                  </a:lnTo>
                  <a:lnTo>
                    <a:pt x="86" y="6603"/>
                  </a:lnTo>
                  <a:lnTo>
                    <a:pt x="43" y="6987"/>
                  </a:lnTo>
                  <a:lnTo>
                    <a:pt x="15" y="7386"/>
                  </a:lnTo>
                  <a:lnTo>
                    <a:pt x="1" y="7784"/>
                  </a:lnTo>
                  <a:lnTo>
                    <a:pt x="1" y="7784"/>
                  </a:lnTo>
                  <a:lnTo>
                    <a:pt x="15" y="8140"/>
                  </a:lnTo>
                  <a:lnTo>
                    <a:pt x="29" y="8496"/>
                  </a:lnTo>
                  <a:lnTo>
                    <a:pt x="72" y="8837"/>
                  </a:lnTo>
                  <a:lnTo>
                    <a:pt x="129" y="9179"/>
                  </a:lnTo>
                  <a:lnTo>
                    <a:pt x="200" y="9520"/>
                  </a:lnTo>
                  <a:lnTo>
                    <a:pt x="271" y="9847"/>
                  </a:lnTo>
                  <a:lnTo>
                    <a:pt x="371" y="10175"/>
                  </a:lnTo>
                  <a:lnTo>
                    <a:pt x="485" y="10502"/>
                  </a:lnTo>
                  <a:lnTo>
                    <a:pt x="613" y="10815"/>
                  </a:lnTo>
                  <a:lnTo>
                    <a:pt x="741" y="11114"/>
                  </a:lnTo>
                  <a:lnTo>
                    <a:pt x="897" y="11413"/>
                  </a:lnTo>
                  <a:lnTo>
                    <a:pt x="1054" y="11712"/>
                  </a:lnTo>
                  <a:lnTo>
                    <a:pt x="1225" y="11996"/>
                  </a:lnTo>
                  <a:lnTo>
                    <a:pt x="1410" y="12266"/>
                  </a:lnTo>
                  <a:lnTo>
                    <a:pt x="1609" y="12537"/>
                  </a:lnTo>
                  <a:lnTo>
                    <a:pt x="1822" y="12793"/>
                  </a:lnTo>
                  <a:lnTo>
                    <a:pt x="2349" y="12878"/>
                  </a:lnTo>
                  <a:lnTo>
                    <a:pt x="2349" y="12878"/>
                  </a:lnTo>
                  <a:lnTo>
                    <a:pt x="2292" y="13305"/>
                  </a:lnTo>
                  <a:lnTo>
                    <a:pt x="2292" y="13305"/>
                  </a:lnTo>
                  <a:lnTo>
                    <a:pt x="2562" y="13561"/>
                  </a:lnTo>
                  <a:lnTo>
                    <a:pt x="2833" y="13803"/>
                  </a:lnTo>
                  <a:lnTo>
                    <a:pt x="3131" y="14031"/>
                  </a:lnTo>
                  <a:lnTo>
                    <a:pt x="3444" y="14244"/>
                  </a:lnTo>
                  <a:lnTo>
                    <a:pt x="3757" y="14458"/>
                  </a:lnTo>
                  <a:lnTo>
                    <a:pt x="4085" y="14643"/>
                  </a:lnTo>
                  <a:lnTo>
                    <a:pt x="4412" y="14814"/>
                  </a:lnTo>
                  <a:lnTo>
                    <a:pt x="4768" y="14970"/>
                  </a:lnTo>
                  <a:lnTo>
                    <a:pt x="5109" y="15112"/>
                  </a:lnTo>
                  <a:lnTo>
                    <a:pt x="5479" y="15226"/>
                  </a:lnTo>
                  <a:lnTo>
                    <a:pt x="5849" y="15326"/>
                  </a:lnTo>
                  <a:lnTo>
                    <a:pt x="6219" y="15426"/>
                  </a:lnTo>
                  <a:lnTo>
                    <a:pt x="6603" y="15482"/>
                  </a:lnTo>
                  <a:lnTo>
                    <a:pt x="7002" y="15539"/>
                  </a:lnTo>
                  <a:lnTo>
                    <a:pt x="7386" y="15568"/>
                  </a:lnTo>
                  <a:lnTo>
                    <a:pt x="7785" y="15582"/>
                  </a:lnTo>
                  <a:lnTo>
                    <a:pt x="7785" y="15582"/>
                  </a:lnTo>
                  <a:lnTo>
                    <a:pt x="8268" y="15568"/>
                  </a:lnTo>
                  <a:lnTo>
                    <a:pt x="8724" y="15525"/>
                  </a:lnTo>
                  <a:lnTo>
                    <a:pt x="8724" y="15525"/>
                  </a:lnTo>
                  <a:lnTo>
                    <a:pt x="8667" y="15255"/>
                  </a:lnTo>
                  <a:lnTo>
                    <a:pt x="8624" y="14984"/>
                  </a:lnTo>
                  <a:lnTo>
                    <a:pt x="8610" y="14714"/>
                  </a:lnTo>
                  <a:lnTo>
                    <a:pt x="8596" y="14444"/>
                  </a:lnTo>
                  <a:lnTo>
                    <a:pt x="8596" y="14444"/>
                  </a:lnTo>
                  <a:lnTo>
                    <a:pt x="8610" y="14202"/>
                  </a:lnTo>
                  <a:lnTo>
                    <a:pt x="8624" y="13974"/>
                  </a:lnTo>
                  <a:lnTo>
                    <a:pt x="8653" y="13732"/>
                  </a:lnTo>
                  <a:lnTo>
                    <a:pt x="8695" y="13504"/>
                  </a:lnTo>
                  <a:lnTo>
                    <a:pt x="8738" y="13291"/>
                  </a:lnTo>
                  <a:lnTo>
                    <a:pt x="8809" y="13063"/>
                  </a:lnTo>
                  <a:lnTo>
                    <a:pt x="8880" y="12850"/>
                  </a:lnTo>
                  <a:lnTo>
                    <a:pt x="8966" y="12651"/>
                  </a:lnTo>
                  <a:lnTo>
                    <a:pt x="9051" y="12437"/>
                  </a:lnTo>
                  <a:lnTo>
                    <a:pt x="9151" y="12238"/>
                  </a:lnTo>
                  <a:lnTo>
                    <a:pt x="9264" y="12053"/>
                  </a:lnTo>
                  <a:lnTo>
                    <a:pt x="9378" y="11868"/>
                  </a:lnTo>
                  <a:lnTo>
                    <a:pt x="9521" y="11683"/>
                  </a:lnTo>
                  <a:lnTo>
                    <a:pt x="9649" y="11512"/>
                  </a:lnTo>
                  <a:lnTo>
                    <a:pt x="9791" y="11342"/>
                  </a:lnTo>
                  <a:lnTo>
                    <a:pt x="9947" y="11185"/>
                  </a:lnTo>
                  <a:lnTo>
                    <a:pt x="10104" y="11028"/>
                  </a:lnTo>
                  <a:lnTo>
                    <a:pt x="10275" y="10886"/>
                  </a:lnTo>
                  <a:lnTo>
                    <a:pt x="10446" y="10744"/>
                  </a:lnTo>
                  <a:lnTo>
                    <a:pt x="10631" y="10616"/>
                  </a:lnTo>
                  <a:lnTo>
                    <a:pt x="10816" y="10502"/>
                  </a:lnTo>
                  <a:lnTo>
                    <a:pt x="11015" y="10388"/>
                  </a:lnTo>
                  <a:lnTo>
                    <a:pt x="11214" y="10289"/>
                  </a:lnTo>
                  <a:lnTo>
                    <a:pt x="11413" y="10189"/>
                  </a:lnTo>
                  <a:lnTo>
                    <a:pt x="11627" y="10104"/>
                  </a:lnTo>
                  <a:lnTo>
                    <a:pt x="11840" y="10032"/>
                  </a:lnTo>
                  <a:lnTo>
                    <a:pt x="12054" y="9975"/>
                  </a:lnTo>
                  <a:lnTo>
                    <a:pt x="12281" y="9919"/>
                  </a:lnTo>
                  <a:lnTo>
                    <a:pt x="12509" y="9876"/>
                  </a:lnTo>
                  <a:lnTo>
                    <a:pt x="12737" y="9847"/>
                  </a:lnTo>
                  <a:lnTo>
                    <a:pt x="12978" y="9833"/>
                  </a:lnTo>
                  <a:lnTo>
                    <a:pt x="13206" y="9833"/>
                  </a:lnTo>
                  <a:lnTo>
                    <a:pt x="13206" y="9833"/>
                  </a:lnTo>
                  <a:lnTo>
                    <a:pt x="13477" y="9833"/>
                  </a:lnTo>
                  <a:lnTo>
                    <a:pt x="13733" y="9862"/>
                  </a:lnTo>
                  <a:lnTo>
                    <a:pt x="13989" y="9890"/>
                  </a:lnTo>
                  <a:lnTo>
                    <a:pt x="14231" y="9947"/>
                  </a:lnTo>
                  <a:lnTo>
                    <a:pt x="14487" y="10004"/>
                  </a:lnTo>
                  <a:lnTo>
                    <a:pt x="14715" y="10075"/>
                  </a:lnTo>
                  <a:lnTo>
                    <a:pt x="14956" y="10160"/>
                  </a:lnTo>
                  <a:lnTo>
                    <a:pt x="15184" y="10260"/>
                  </a:lnTo>
                  <a:lnTo>
                    <a:pt x="15184" y="10260"/>
                  </a:lnTo>
                  <a:lnTo>
                    <a:pt x="15269" y="9975"/>
                  </a:lnTo>
                  <a:lnTo>
                    <a:pt x="15355" y="9677"/>
                  </a:lnTo>
                  <a:lnTo>
                    <a:pt x="15426" y="9364"/>
                  </a:lnTo>
                  <a:lnTo>
                    <a:pt x="15483" y="9065"/>
                  </a:lnTo>
                  <a:lnTo>
                    <a:pt x="15526" y="8752"/>
                  </a:lnTo>
                  <a:lnTo>
                    <a:pt x="15554" y="8424"/>
                  </a:lnTo>
                  <a:lnTo>
                    <a:pt x="15583" y="8111"/>
                  </a:lnTo>
                  <a:lnTo>
                    <a:pt x="15583" y="7784"/>
                  </a:lnTo>
                  <a:lnTo>
                    <a:pt x="15583" y="7784"/>
                  </a:lnTo>
                  <a:lnTo>
                    <a:pt x="15583" y="7471"/>
                  </a:lnTo>
                  <a:lnTo>
                    <a:pt x="15554" y="7144"/>
                  </a:lnTo>
                  <a:lnTo>
                    <a:pt x="15526" y="6831"/>
                  </a:lnTo>
                  <a:lnTo>
                    <a:pt x="15483" y="6532"/>
                  </a:lnTo>
                  <a:lnTo>
                    <a:pt x="15426" y="6219"/>
                  </a:lnTo>
                  <a:lnTo>
                    <a:pt x="15355" y="5920"/>
                  </a:lnTo>
                  <a:lnTo>
                    <a:pt x="15284" y="5621"/>
                  </a:lnTo>
                  <a:lnTo>
                    <a:pt x="15184" y="5336"/>
                  </a:lnTo>
                  <a:lnTo>
                    <a:pt x="15084" y="5038"/>
                  </a:lnTo>
                  <a:lnTo>
                    <a:pt x="14971" y="4767"/>
                  </a:lnTo>
                  <a:lnTo>
                    <a:pt x="14857" y="4483"/>
                  </a:lnTo>
                  <a:lnTo>
                    <a:pt x="14715" y="4212"/>
                  </a:lnTo>
                  <a:lnTo>
                    <a:pt x="14572" y="3956"/>
                  </a:lnTo>
                  <a:lnTo>
                    <a:pt x="14430" y="3700"/>
                  </a:lnTo>
                  <a:lnTo>
                    <a:pt x="14259" y="3444"/>
                  </a:lnTo>
                  <a:lnTo>
                    <a:pt x="14088" y="3202"/>
                  </a:lnTo>
                  <a:lnTo>
                    <a:pt x="13989" y="4155"/>
                  </a:lnTo>
                  <a:lnTo>
                    <a:pt x="13989" y="4155"/>
                  </a:lnTo>
                  <a:lnTo>
                    <a:pt x="13448" y="4113"/>
                  </a:lnTo>
                  <a:lnTo>
                    <a:pt x="13548" y="2533"/>
                  </a:lnTo>
                  <a:lnTo>
                    <a:pt x="13548" y="2533"/>
                  </a:lnTo>
                  <a:lnTo>
                    <a:pt x="13277" y="2249"/>
                  </a:lnTo>
                  <a:lnTo>
                    <a:pt x="12978" y="1978"/>
                  </a:lnTo>
                  <a:lnTo>
                    <a:pt x="12680" y="1722"/>
                  </a:lnTo>
                  <a:lnTo>
                    <a:pt x="12367" y="1480"/>
                  </a:lnTo>
                  <a:lnTo>
                    <a:pt x="12039" y="1252"/>
                  </a:lnTo>
                  <a:lnTo>
                    <a:pt x="11698" y="1039"/>
                  </a:lnTo>
                  <a:lnTo>
                    <a:pt x="11342" y="854"/>
                  </a:lnTo>
                  <a:lnTo>
                    <a:pt x="10986" y="683"/>
                  </a:lnTo>
                  <a:lnTo>
                    <a:pt x="10616" y="527"/>
                  </a:lnTo>
                  <a:lnTo>
                    <a:pt x="10232" y="384"/>
                  </a:lnTo>
                  <a:lnTo>
                    <a:pt x="9848" y="271"/>
                  </a:lnTo>
                  <a:lnTo>
                    <a:pt x="9449" y="171"/>
                  </a:lnTo>
                  <a:lnTo>
                    <a:pt x="9051" y="100"/>
                  </a:lnTo>
                  <a:lnTo>
                    <a:pt x="8638" y="43"/>
                  </a:lnTo>
                  <a:lnTo>
                    <a:pt x="8211" y="0"/>
                  </a:lnTo>
                  <a:lnTo>
                    <a:pt x="77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1598913" y="3301450"/>
              <a:ext cx="334775" cy="286775"/>
            </a:xfrm>
            <a:custGeom>
              <a:avLst/>
              <a:gdLst/>
              <a:ahLst/>
              <a:cxnLst/>
              <a:rect l="l" t="t" r="r" b="b"/>
              <a:pathLst>
                <a:path w="13391" h="11471" extrusionOk="0">
                  <a:moveTo>
                    <a:pt x="12850" y="698"/>
                  </a:moveTo>
                  <a:lnTo>
                    <a:pt x="12750" y="2278"/>
                  </a:lnTo>
                  <a:lnTo>
                    <a:pt x="13291" y="2320"/>
                  </a:lnTo>
                  <a:lnTo>
                    <a:pt x="13390" y="1367"/>
                  </a:lnTo>
                  <a:lnTo>
                    <a:pt x="13134" y="1025"/>
                  </a:lnTo>
                  <a:lnTo>
                    <a:pt x="12850" y="698"/>
                  </a:lnTo>
                  <a:close/>
                  <a:moveTo>
                    <a:pt x="10288" y="1"/>
                  </a:moveTo>
                  <a:lnTo>
                    <a:pt x="9961" y="58"/>
                  </a:lnTo>
                  <a:lnTo>
                    <a:pt x="9648" y="115"/>
                  </a:lnTo>
                  <a:lnTo>
                    <a:pt x="10089" y="2448"/>
                  </a:lnTo>
                  <a:lnTo>
                    <a:pt x="10616" y="2363"/>
                  </a:lnTo>
                  <a:lnTo>
                    <a:pt x="10288" y="1"/>
                  </a:lnTo>
                  <a:close/>
                  <a:moveTo>
                    <a:pt x="7143" y="869"/>
                  </a:moveTo>
                  <a:lnTo>
                    <a:pt x="6546" y="1125"/>
                  </a:lnTo>
                  <a:lnTo>
                    <a:pt x="7570" y="3288"/>
                  </a:lnTo>
                  <a:lnTo>
                    <a:pt x="8054" y="3060"/>
                  </a:lnTo>
                  <a:lnTo>
                    <a:pt x="7143" y="869"/>
                  </a:lnTo>
                  <a:close/>
                  <a:moveTo>
                    <a:pt x="4312" y="2477"/>
                  </a:moveTo>
                  <a:lnTo>
                    <a:pt x="4056" y="2676"/>
                  </a:lnTo>
                  <a:lnTo>
                    <a:pt x="3799" y="2890"/>
                  </a:lnTo>
                  <a:lnTo>
                    <a:pt x="5322" y="4711"/>
                  </a:lnTo>
                  <a:lnTo>
                    <a:pt x="5749" y="4384"/>
                  </a:lnTo>
                  <a:lnTo>
                    <a:pt x="4312" y="2477"/>
                  </a:lnTo>
                  <a:close/>
                  <a:moveTo>
                    <a:pt x="1964" y="4739"/>
                  </a:moveTo>
                  <a:lnTo>
                    <a:pt x="1580" y="5266"/>
                  </a:lnTo>
                  <a:lnTo>
                    <a:pt x="3501" y="6661"/>
                  </a:lnTo>
                  <a:lnTo>
                    <a:pt x="3828" y="6234"/>
                  </a:lnTo>
                  <a:lnTo>
                    <a:pt x="1964" y="4739"/>
                  </a:lnTo>
                  <a:close/>
                  <a:moveTo>
                    <a:pt x="256" y="7529"/>
                  </a:moveTo>
                  <a:lnTo>
                    <a:pt x="0" y="8126"/>
                  </a:lnTo>
                  <a:lnTo>
                    <a:pt x="2220" y="8994"/>
                  </a:lnTo>
                  <a:lnTo>
                    <a:pt x="2433" y="8510"/>
                  </a:lnTo>
                  <a:lnTo>
                    <a:pt x="256" y="7529"/>
                  </a:lnTo>
                  <a:close/>
                  <a:moveTo>
                    <a:pt x="1124" y="10958"/>
                  </a:moveTo>
                  <a:lnTo>
                    <a:pt x="1352" y="11214"/>
                  </a:lnTo>
                  <a:lnTo>
                    <a:pt x="1594" y="11470"/>
                  </a:lnTo>
                  <a:lnTo>
                    <a:pt x="1651" y="11043"/>
                  </a:lnTo>
                  <a:lnTo>
                    <a:pt x="1124" y="109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1627013" y="3575375"/>
              <a:ext cx="13175" cy="12850"/>
            </a:xfrm>
            <a:custGeom>
              <a:avLst/>
              <a:gdLst/>
              <a:ahLst/>
              <a:cxnLst/>
              <a:rect l="l" t="t" r="r" b="b"/>
              <a:pathLst>
                <a:path w="527" h="51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8" y="257"/>
                  </a:lnTo>
                  <a:lnTo>
                    <a:pt x="470" y="513"/>
                  </a:lnTo>
                  <a:lnTo>
                    <a:pt x="470" y="513"/>
                  </a:lnTo>
                  <a:lnTo>
                    <a:pt x="527" y="8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56" y="1"/>
                  </a:moveTo>
                  <a:lnTo>
                    <a:pt x="256" y="1"/>
                  </a:lnTo>
                  <a:lnTo>
                    <a:pt x="0" y="598"/>
                  </a:lnTo>
                  <a:lnTo>
                    <a:pt x="2220" y="1466"/>
                  </a:lnTo>
                  <a:lnTo>
                    <a:pt x="2220" y="1466"/>
                  </a:lnTo>
                  <a:lnTo>
                    <a:pt x="2433" y="982"/>
                  </a:lnTo>
                  <a:lnTo>
                    <a:pt x="2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7" name="Google Shape;407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385" y="0"/>
                  </a:moveTo>
                  <a:lnTo>
                    <a:pt x="385" y="0"/>
                  </a:lnTo>
                  <a:lnTo>
                    <a:pt x="1" y="527"/>
                  </a:lnTo>
                  <a:lnTo>
                    <a:pt x="1922" y="1922"/>
                  </a:lnTo>
                  <a:lnTo>
                    <a:pt x="1922" y="1922"/>
                  </a:lnTo>
                  <a:lnTo>
                    <a:pt x="2249" y="1495"/>
                  </a:lnTo>
                  <a:lnTo>
                    <a:pt x="3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8" name="Google Shape;408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513" y="1"/>
                  </a:moveTo>
                  <a:lnTo>
                    <a:pt x="513" y="1"/>
                  </a:lnTo>
                  <a:lnTo>
                    <a:pt x="257" y="200"/>
                  </a:lnTo>
                  <a:lnTo>
                    <a:pt x="0" y="414"/>
                  </a:lnTo>
                  <a:lnTo>
                    <a:pt x="1523" y="2235"/>
                  </a:lnTo>
                  <a:lnTo>
                    <a:pt x="1523" y="2235"/>
                  </a:lnTo>
                  <a:lnTo>
                    <a:pt x="1950" y="1908"/>
                  </a:lnTo>
                  <a:lnTo>
                    <a:pt x="51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9" name="Google Shape;409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598" y="1"/>
                  </a:moveTo>
                  <a:lnTo>
                    <a:pt x="598" y="1"/>
                  </a:lnTo>
                  <a:lnTo>
                    <a:pt x="1" y="257"/>
                  </a:lnTo>
                  <a:lnTo>
                    <a:pt x="1025" y="2420"/>
                  </a:lnTo>
                  <a:lnTo>
                    <a:pt x="1025" y="2420"/>
                  </a:lnTo>
                  <a:lnTo>
                    <a:pt x="1509" y="2192"/>
                  </a:lnTo>
                  <a:lnTo>
                    <a:pt x="59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0" name="Google Shape;410;p18"/>
            <p:cNvSpPr/>
            <p:nvPr/>
          </p:nvSpPr>
          <p:spPr>
            <a:xfrm>
              <a:off x="1917663" y="3318900"/>
              <a:ext cx="16025" cy="40575"/>
            </a:xfrm>
            <a:custGeom>
              <a:avLst/>
              <a:gdLst/>
              <a:ahLst/>
              <a:cxnLst/>
              <a:rect l="l" t="t" r="r" b="b"/>
              <a:pathLst>
                <a:path w="641" h="1623" fill="none" extrusionOk="0">
                  <a:moveTo>
                    <a:pt x="100" y="0"/>
                  </a:moveTo>
                  <a:lnTo>
                    <a:pt x="0" y="1580"/>
                  </a:lnTo>
                  <a:lnTo>
                    <a:pt x="0" y="1580"/>
                  </a:lnTo>
                  <a:lnTo>
                    <a:pt x="541" y="1622"/>
                  </a:lnTo>
                  <a:lnTo>
                    <a:pt x="640" y="669"/>
                  </a:lnTo>
                  <a:lnTo>
                    <a:pt x="640" y="669"/>
                  </a:lnTo>
                  <a:lnTo>
                    <a:pt x="384" y="327"/>
                  </a:lnTo>
                  <a:lnTo>
                    <a:pt x="10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1" name="Google Shape;411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641" y="1"/>
                  </a:moveTo>
                  <a:lnTo>
                    <a:pt x="641" y="1"/>
                  </a:lnTo>
                  <a:lnTo>
                    <a:pt x="314" y="58"/>
                  </a:lnTo>
                  <a:lnTo>
                    <a:pt x="1" y="115"/>
                  </a:lnTo>
                  <a:lnTo>
                    <a:pt x="442" y="2448"/>
                  </a:lnTo>
                  <a:lnTo>
                    <a:pt x="442" y="2448"/>
                  </a:lnTo>
                  <a:lnTo>
                    <a:pt x="969" y="2363"/>
                  </a:lnTo>
                  <a:lnTo>
                    <a:pt x="6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12" name="Google Shape;412;p18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dirty="0"/>
              <a:t>HuggingFace</a:t>
            </a:r>
            <a:endParaRPr dirty="0"/>
          </a:p>
        </p:txBody>
      </p:sp>
      <p:sp>
        <p:nvSpPr>
          <p:cNvPr id="413" name="Google Shape;413;p18"/>
          <p:cNvSpPr/>
          <p:nvPr/>
        </p:nvSpPr>
        <p:spPr>
          <a:xfrm>
            <a:off x="2395117" y="4668533"/>
            <a:ext cx="307867" cy="307400"/>
          </a:xfrm>
          <a:custGeom>
            <a:avLst/>
            <a:gdLst/>
            <a:ahLst/>
            <a:cxnLst/>
            <a:rect l="l" t="t" r="r" b="b"/>
            <a:pathLst>
              <a:path w="9236" h="9222" extrusionOk="0">
                <a:moveTo>
                  <a:pt x="4383" y="0"/>
                </a:move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5" y="4838"/>
                </a:lnTo>
                <a:lnTo>
                  <a:pt x="29" y="5080"/>
                </a:lnTo>
                <a:lnTo>
                  <a:pt x="58" y="5308"/>
                </a:lnTo>
                <a:lnTo>
                  <a:pt x="100" y="5536"/>
                </a:lnTo>
                <a:lnTo>
                  <a:pt x="143" y="5763"/>
                </a:lnTo>
                <a:lnTo>
                  <a:pt x="214" y="5977"/>
                </a:lnTo>
                <a:lnTo>
                  <a:pt x="285" y="6190"/>
                </a:lnTo>
                <a:lnTo>
                  <a:pt x="371" y="6404"/>
                </a:lnTo>
                <a:lnTo>
                  <a:pt x="456" y="6603"/>
                </a:lnTo>
                <a:lnTo>
                  <a:pt x="556" y="6802"/>
                </a:lnTo>
                <a:lnTo>
                  <a:pt x="669" y="7001"/>
                </a:lnTo>
                <a:lnTo>
                  <a:pt x="783" y="7186"/>
                </a:lnTo>
                <a:lnTo>
                  <a:pt x="926" y="7371"/>
                </a:lnTo>
                <a:lnTo>
                  <a:pt x="1054" y="7542"/>
                </a:lnTo>
                <a:lnTo>
                  <a:pt x="1196" y="7713"/>
                </a:lnTo>
                <a:lnTo>
                  <a:pt x="1352" y="7869"/>
                </a:lnTo>
                <a:lnTo>
                  <a:pt x="1509" y="8026"/>
                </a:lnTo>
                <a:lnTo>
                  <a:pt x="1680" y="8168"/>
                </a:lnTo>
                <a:lnTo>
                  <a:pt x="1851" y="8310"/>
                </a:lnTo>
                <a:lnTo>
                  <a:pt x="2036" y="8439"/>
                </a:lnTo>
                <a:lnTo>
                  <a:pt x="2221" y="8552"/>
                </a:lnTo>
                <a:lnTo>
                  <a:pt x="2420" y="8666"/>
                </a:lnTo>
                <a:lnTo>
                  <a:pt x="2619" y="8766"/>
                </a:lnTo>
                <a:lnTo>
                  <a:pt x="2818" y="8865"/>
                </a:lnTo>
                <a:lnTo>
                  <a:pt x="3032" y="8937"/>
                </a:lnTo>
                <a:lnTo>
                  <a:pt x="3245" y="9008"/>
                </a:lnTo>
                <a:lnTo>
                  <a:pt x="3459" y="9079"/>
                </a:lnTo>
                <a:lnTo>
                  <a:pt x="3686" y="9122"/>
                </a:lnTo>
                <a:lnTo>
                  <a:pt x="3914" y="9164"/>
                </a:lnTo>
                <a:lnTo>
                  <a:pt x="4142" y="9193"/>
                </a:lnTo>
                <a:lnTo>
                  <a:pt x="4383" y="9221"/>
                </a:lnTo>
                <a:lnTo>
                  <a:pt x="4853" y="9221"/>
                </a:lnTo>
                <a:lnTo>
                  <a:pt x="5095" y="9193"/>
                </a:lnTo>
                <a:lnTo>
                  <a:pt x="5323" y="9164"/>
                </a:lnTo>
                <a:lnTo>
                  <a:pt x="5550" y="9122"/>
                </a:lnTo>
                <a:lnTo>
                  <a:pt x="5764" y="9079"/>
                </a:lnTo>
                <a:lnTo>
                  <a:pt x="5991" y="9008"/>
                </a:lnTo>
                <a:lnTo>
                  <a:pt x="6205" y="8937"/>
                </a:lnTo>
                <a:lnTo>
                  <a:pt x="6418" y="8865"/>
                </a:lnTo>
                <a:lnTo>
                  <a:pt x="6618" y="8766"/>
                </a:lnTo>
                <a:lnTo>
                  <a:pt x="6817" y="8666"/>
                </a:lnTo>
                <a:lnTo>
                  <a:pt x="7002" y="8552"/>
                </a:lnTo>
                <a:lnTo>
                  <a:pt x="7201" y="8439"/>
                </a:lnTo>
                <a:lnTo>
                  <a:pt x="7372" y="8310"/>
                </a:lnTo>
                <a:lnTo>
                  <a:pt x="7557" y="8168"/>
                </a:lnTo>
                <a:lnTo>
                  <a:pt x="7713" y="8026"/>
                </a:lnTo>
                <a:lnTo>
                  <a:pt x="7884" y="7869"/>
                </a:lnTo>
                <a:lnTo>
                  <a:pt x="8026" y="7713"/>
                </a:lnTo>
                <a:lnTo>
                  <a:pt x="8183" y="7542"/>
                </a:lnTo>
                <a:lnTo>
                  <a:pt x="8311" y="7371"/>
                </a:lnTo>
                <a:lnTo>
                  <a:pt x="8439" y="7186"/>
                </a:lnTo>
                <a:lnTo>
                  <a:pt x="8567" y="7001"/>
                </a:lnTo>
                <a:lnTo>
                  <a:pt x="8667" y="6802"/>
                </a:lnTo>
                <a:lnTo>
                  <a:pt x="8780" y="6603"/>
                </a:lnTo>
                <a:lnTo>
                  <a:pt x="8866" y="6404"/>
                </a:lnTo>
                <a:lnTo>
                  <a:pt x="8951" y="6190"/>
                </a:lnTo>
                <a:lnTo>
                  <a:pt x="9022" y="5977"/>
                </a:lnTo>
                <a:lnTo>
                  <a:pt x="9079" y="5763"/>
                </a:lnTo>
                <a:lnTo>
                  <a:pt x="9136" y="5536"/>
                </a:lnTo>
                <a:lnTo>
                  <a:pt x="9179" y="5308"/>
                </a:lnTo>
                <a:lnTo>
                  <a:pt x="9207" y="5080"/>
                </a:lnTo>
                <a:lnTo>
                  <a:pt x="9222" y="4838"/>
                </a:lnTo>
                <a:lnTo>
                  <a:pt x="9236" y="4611"/>
                </a:lnTo>
                <a:lnTo>
                  <a:pt x="9222" y="4369"/>
                </a:lnTo>
                <a:lnTo>
                  <a:pt x="9207" y="4141"/>
                </a:lnTo>
                <a:lnTo>
                  <a:pt x="9179" y="3899"/>
                </a:lnTo>
                <a:lnTo>
                  <a:pt x="9136" y="3671"/>
                </a:lnTo>
                <a:lnTo>
                  <a:pt x="9079" y="3458"/>
                </a:lnTo>
                <a:lnTo>
                  <a:pt x="9022" y="3230"/>
                </a:lnTo>
                <a:lnTo>
                  <a:pt x="8951" y="3017"/>
                </a:lnTo>
                <a:lnTo>
                  <a:pt x="8866" y="2818"/>
                </a:lnTo>
                <a:lnTo>
                  <a:pt x="8780" y="2604"/>
                </a:lnTo>
                <a:lnTo>
                  <a:pt x="8667" y="2405"/>
                </a:lnTo>
                <a:lnTo>
                  <a:pt x="8567" y="2220"/>
                </a:lnTo>
                <a:lnTo>
                  <a:pt x="8439" y="2035"/>
                </a:lnTo>
                <a:lnTo>
                  <a:pt x="8311" y="1850"/>
                </a:lnTo>
                <a:lnTo>
                  <a:pt x="8183" y="1679"/>
                </a:lnTo>
                <a:lnTo>
                  <a:pt x="8026" y="1509"/>
                </a:lnTo>
                <a:lnTo>
                  <a:pt x="7884" y="1352"/>
                </a:lnTo>
                <a:lnTo>
                  <a:pt x="7713" y="1195"/>
                </a:lnTo>
                <a:lnTo>
                  <a:pt x="7557" y="1053"/>
                </a:lnTo>
                <a:lnTo>
                  <a:pt x="7372" y="911"/>
                </a:lnTo>
                <a:lnTo>
                  <a:pt x="7201" y="783"/>
                </a:lnTo>
                <a:lnTo>
                  <a:pt x="7002" y="669"/>
                </a:lnTo>
                <a:lnTo>
                  <a:pt x="6817" y="555"/>
                </a:lnTo>
                <a:lnTo>
                  <a:pt x="6618" y="456"/>
                </a:lnTo>
                <a:lnTo>
                  <a:pt x="6418" y="356"/>
                </a:lnTo>
                <a:lnTo>
                  <a:pt x="6205" y="271"/>
                </a:lnTo>
                <a:lnTo>
                  <a:pt x="5991" y="199"/>
                </a:lnTo>
                <a:lnTo>
                  <a:pt x="5764" y="142"/>
                </a:lnTo>
                <a:lnTo>
                  <a:pt x="5550" y="86"/>
                </a:lnTo>
                <a:lnTo>
                  <a:pt x="5323" y="43"/>
                </a:lnTo>
                <a:lnTo>
                  <a:pt x="5095" y="14"/>
                </a:lnTo>
                <a:lnTo>
                  <a:pt x="485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14" name="Google Shape;414;p18"/>
          <p:cNvSpPr/>
          <p:nvPr/>
        </p:nvSpPr>
        <p:spPr>
          <a:xfrm>
            <a:off x="2395117" y="4668533"/>
            <a:ext cx="307867" cy="307400"/>
          </a:xfrm>
          <a:custGeom>
            <a:avLst/>
            <a:gdLst/>
            <a:ahLst/>
            <a:cxnLst/>
            <a:rect l="l" t="t" r="r" b="b"/>
            <a:pathLst>
              <a:path w="9236" h="9222" fill="none" extrusionOk="0">
                <a:moveTo>
                  <a:pt x="9236" y="4611"/>
                </a:moveTo>
                <a:lnTo>
                  <a:pt x="9236" y="4611"/>
                </a:lnTo>
                <a:lnTo>
                  <a:pt x="9222" y="4838"/>
                </a:lnTo>
                <a:lnTo>
                  <a:pt x="9207" y="5080"/>
                </a:lnTo>
                <a:lnTo>
                  <a:pt x="9179" y="5308"/>
                </a:lnTo>
                <a:lnTo>
                  <a:pt x="9136" y="5536"/>
                </a:lnTo>
                <a:lnTo>
                  <a:pt x="9079" y="5763"/>
                </a:lnTo>
                <a:lnTo>
                  <a:pt x="9022" y="5977"/>
                </a:lnTo>
                <a:lnTo>
                  <a:pt x="8951" y="6190"/>
                </a:lnTo>
                <a:lnTo>
                  <a:pt x="8866" y="6404"/>
                </a:lnTo>
                <a:lnTo>
                  <a:pt x="8780" y="6603"/>
                </a:lnTo>
                <a:lnTo>
                  <a:pt x="8667" y="6802"/>
                </a:lnTo>
                <a:lnTo>
                  <a:pt x="8567" y="7001"/>
                </a:lnTo>
                <a:lnTo>
                  <a:pt x="8439" y="7186"/>
                </a:lnTo>
                <a:lnTo>
                  <a:pt x="8311" y="7371"/>
                </a:lnTo>
                <a:lnTo>
                  <a:pt x="8183" y="7542"/>
                </a:lnTo>
                <a:lnTo>
                  <a:pt x="8026" y="7713"/>
                </a:lnTo>
                <a:lnTo>
                  <a:pt x="7884" y="7869"/>
                </a:lnTo>
                <a:lnTo>
                  <a:pt x="7713" y="8026"/>
                </a:lnTo>
                <a:lnTo>
                  <a:pt x="7557" y="8168"/>
                </a:lnTo>
                <a:lnTo>
                  <a:pt x="7372" y="8310"/>
                </a:lnTo>
                <a:lnTo>
                  <a:pt x="7201" y="8439"/>
                </a:lnTo>
                <a:lnTo>
                  <a:pt x="7002" y="8552"/>
                </a:lnTo>
                <a:lnTo>
                  <a:pt x="6817" y="8666"/>
                </a:lnTo>
                <a:lnTo>
                  <a:pt x="6618" y="8766"/>
                </a:lnTo>
                <a:lnTo>
                  <a:pt x="6418" y="8865"/>
                </a:lnTo>
                <a:lnTo>
                  <a:pt x="6205" y="8937"/>
                </a:lnTo>
                <a:lnTo>
                  <a:pt x="5991" y="9008"/>
                </a:lnTo>
                <a:lnTo>
                  <a:pt x="5764" y="9079"/>
                </a:lnTo>
                <a:lnTo>
                  <a:pt x="5550" y="9122"/>
                </a:lnTo>
                <a:lnTo>
                  <a:pt x="5323" y="9164"/>
                </a:lnTo>
                <a:lnTo>
                  <a:pt x="5095" y="9193"/>
                </a:lnTo>
                <a:lnTo>
                  <a:pt x="4853" y="9221"/>
                </a:lnTo>
                <a:lnTo>
                  <a:pt x="4611" y="9221"/>
                </a:lnTo>
                <a:lnTo>
                  <a:pt x="4611" y="9221"/>
                </a:lnTo>
                <a:lnTo>
                  <a:pt x="4383" y="9221"/>
                </a:lnTo>
                <a:lnTo>
                  <a:pt x="4142" y="9193"/>
                </a:lnTo>
                <a:lnTo>
                  <a:pt x="3914" y="9164"/>
                </a:lnTo>
                <a:lnTo>
                  <a:pt x="3686" y="9122"/>
                </a:lnTo>
                <a:lnTo>
                  <a:pt x="3459" y="9079"/>
                </a:lnTo>
                <a:lnTo>
                  <a:pt x="3245" y="9008"/>
                </a:lnTo>
                <a:lnTo>
                  <a:pt x="3032" y="8937"/>
                </a:lnTo>
                <a:lnTo>
                  <a:pt x="2818" y="8865"/>
                </a:lnTo>
                <a:lnTo>
                  <a:pt x="2619" y="8766"/>
                </a:lnTo>
                <a:lnTo>
                  <a:pt x="2420" y="8666"/>
                </a:lnTo>
                <a:lnTo>
                  <a:pt x="2221" y="8552"/>
                </a:lnTo>
                <a:lnTo>
                  <a:pt x="2036" y="8439"/>
                </a:lnTo>
                <a:lnTo>
                  <a:pt x="1851" y="8310"/>
                </a:lnTo>
                <a:lnTo>
                  <a:pt x="1680" y="8168"/>
                </a:lnTo>
                <a:lnTo>
                  <a:pt x="1509" y="8026"/>
                </a:lnTo>
                <a:lnTo>
                  <a:pt x="1352" y="7869"/>
                </a:lnTo>
                <a:lnTo>
                  <a:pt x="1196" y="7713"/>
                </a:lnTo>
                <a:lnTo>
                  <a:pt x="1054" y="7542"/>
                </a:lnTo>
                <a:lnTo>
                  <a:pt x="926" y="7371"/>
                </a:lnTo>
                <a:lnTo>
                  <a:pt x="783" y="7186"/>
                </a:lnTo>
                <a:lnTo>
                  <a:pt x="669" y="7001"/>
                </a:lnTo>
                <a:lnTo>
                  <a:pt x="556" y="6802"/>
                </a:lnTo>
                <a:lnTo>
                  <a:pt x="456" y="6603"/>
                </a:lnTo>
                <a:lnTo>
                  <a:pt x="371" y="6404"/>
                </a:lnTo>
                <a:lnTo>
                  <a:pt x="285" y="6190"/>
                </a:lnTo>
                <a:lnTo>
                  <a:pt x="214" y="5977"/>
                </a:lnTo>
                <a:lnTo>
                  <a:pt x="143" y="5763"/>
                </a:lnTo>
                <a:lnTo>
                  <a:pt x="100" y="5536"/>
                </a:lnTo>
                <a:lnTo>
                  <a:pt x="58" y="5308"/>
                </a:lnTo>
                <a:lnTo>
                  <a:pt x="29" y="5080"/>
                </a:lnTo>
                <a:lnTo>
                  <a:pt x="15" y="4838"/>
                </a:lnTo>
                <a:lnTo>
                  <a:pt x="1" y="4611"/>
                </a:lnTo>
                <a:lnTo>
                  <a:pt x="1" y="4611"/>
                </a:lnTo>
                <a:lnTo>
                  <a:pt x="15" y="4369"/>
                </a:lnTo>
                <a:lnTo>
                  <a:pt x="29" y="4141"/>
                </a:lnTo>
                <a:lnTo>
                  <a:pt x="58" y="3899"/>
                </a:lnTo>
                <a:lnTo>
                  <a:pt x="100" y="3671"/>
                </a:lnTo>
                <a:lnTo>
                  <a:pt x="143" y="3458"/>
                </a:lnTo>
                <a:lnTo>
                  <a:pt x="214" y="3230"/>
                </a:lnTo>
                <a:lnTo>
                  <a:pt x="285" y="3017"/>
                </a:lnTo>
                <a:lnTo>
                  <a:pt x="371" y="2818"/>
                </a:lnTo>
                <a:lnTo>
                  <a:pt x="456" y="2604"/>
                </a:lnTo>
                <a:lnTo>
                  <a:pt x="556" y="2405"/>
                </a:lnTo>
                <a:lnTo>
                  <a:pt x="669" y="2220"/>
                </a:lnTo>
                <a:lnTo>
                  <a:pt x="783" y="2035"/>
                </a:lnTo>
                <a:lnTo>
                  <a:pt x="926" y="1850"/>
                </a:lnTo>
                <a:lnTo>
                  <a:pt x="1054" y="1679"/>
                </a:lnTo>
                <a:lnTo>
                  <a:pt x="1196" y="1509"/>
                </a:lnTo>
                <a:lnTo>
                  <a:pt x="1352" y="1352"/>
                </a:lnTo>
                <a:lnTo>
                  <a:pt x="1509" y="1195"/>
                </a:lnTo>
                <a:lnTo>
                  <a:pt x="1680" y="1053"/>
                </a:lnTo>
                <a:lnTo>
                  <a:pt x="1851" y="911"/>
                </a:lnTo>
                <a:lnTo>
                  <a:pt x="2036" y="783"/>
                </a:lnTo>
                <a:lnTo>
                  <a:pt x="2221" y="669"/>
                </a:lnTo>
                <a:lnTo>
                  <a:pt x="2420" y="555"/>
                </a:lnTo>
                <a:lnTo>
                  <a:pt x="2619" y="456"/>
                </a:lnTo>
                <a:lnTo>
                  <a:pt x="2818" y="356"/>
                </a:lnTo>
                <a:lnTo>
                  <a:pt x="3032" y="271"/>
                </a:lnTo>
                <a:lnTo>
                  <a:pt x="3245" y="199"/>
                </a:lnTo>
                <a:lnTo>
                  <a:pt x="3459" y="142"/>
                </a:lnTo>
                <a:lnTo>
                  <a:pt x="3686" y="86"/>
                </a:lnTo>
                <a:lnTo>
                  <a:pt x="3914" y="43"/>
                </a:lnTo>
                <a:lnTo>
                  <a:pt x="4142" y="14"/>
                </a:lnTo>
                <a:lnTo>
                  <a:pt x="4383" y="0"/>
                </a:lnTo>
                <a:lnTo>
                  <a:pt x="4611" y="0"/>
                </a:lnTo>
                <a:lnTo>
                  <a:pt x="4611" y="0"/>
                </a:lnTo>
                <a:lnTo>
                  <a:pt x="4853" y="0"/>
                </a:lnTo>
                <a:lnTo>
                  <a:pt x="5095" y="14"/>
                </a:lnTo>
                <a:lnTo>
                  <a:pt x="5323" y="43"/>
                </a:lnTo>
                <a:lnTo>
                  <a:pt x="5550" y="86"/>
                </a:lnTo>
                <a:lnTo>
                  <a:pt x="5764" y="142"/>
                </a:lnTo>
                <a:lnTo>
                  <a:pt x="5991" y="199"/>
                </a:lnTo>
                <a:lnTo>
                  <a:pt x="6205" y="271"/>
                </a:lnTo>
                <a:lnTo>
                  <a:pt x="6418" y="356"/>
                </a:lnTo>
                <a:lnTo>
                  <a:pt x="6618" y="456"/>
                </a:lnTo>
                <a:lnTo>
                  <a:pt x="6817" y="555"/>
                </a:lnTo>
                <a:lnTo>
                  <a:pt x="7002" y="669"/>
                </a:lnTo>
                <a:lnTo>
                  <a:pt x="7201" y="783"/>
                </a:lnTo>
                <a:lnTo>
                  <a:pt x="7372" y="911"/>
                </a:lnTo>
                <a:lnTo>
                  <a:pt x="7557" y="1053"/>
                </a:lnTo>
                <a:lnTo>
                  <a:pt x="7713" y="1195"/>
                </a:lnTo>
                <a:lnTo>
                  <a:pt x="7884" y="1352"/>
                </a:lnTo>
                <a:lnTo>
                  <a:pt x="8026" y="1509"/>
                </a:lnTo>
                <a:lnTo>
                  <a:pt x="8183" y="1679"/>
                </a:lnTo>
                <a:lnTo>
                  <a:pt x="8311" y="1850"/>
                </a:lnTo>
                <a:lnTo>
                  <a:pt x="8439" y="2035"/>
                </a:lnTo>
                <a:lnTo>
                  <a:pt x="8567" y="2220"/>
                </a:lnTo>
                <a:lnTo>
                  <a:pt x="8667" y="2405"/>
                </a:lnTo>
                <a:lnTo>
                  <a:pt x="8780" y="2604"/>
                </a:lnTo>
                <a:lnTo>
                  <a:pt x="8866" y="2818"/>
                </a:lnTo>
                <a:lnTo>
                  <a:pt x="8951" y="3017"/>
                </a:lnTo>
                <a:lnTo>
                  <a:pt x="9022" y="3230"/>
                </a:lnTo>
                <a:lnTo>
                  <a:pt x="9079" y="3458"/>
                </a:lnTo>
                <a:lnTo>
                  <a:pt x="9136" y="3671"/>
                </a:lnTo>
                <a:lnTo>
                  <a:pt x="9179" y="3899"/>
                </a:lnTo>
                <a:lnTo>
                  <a:pt x="9207" y="4141"/>
                </a:lnTo>
                <a:lnTo>
                  <a:pt x="9222" y="4369"/>
                </a:lnTo>
                <a:lnTo>
                  <a:pt x="9236" y="4611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15" name="Google Shape;415;p18"/>
          <p:cNvSpPr/>
          <p:nvPr/>
        </p:nvSpPr>
        <p:spPr>
          <a:xfrm>
            <a:off x="2395117" y="4668534"/>
            <a:ext cx="219667" cy="189767"/>
          </a:xfrm>
          <a:custGeom>
            <a:avLst/>
            <a:gdLst/>
            <a:ahLst/>
            <a:cxnLst/>
            <a:rect l="l" t="t" r="r" b="b"/>
            <a:pathLst>
              <a:path w="6590" h="5693" extrusionOk="0">
                <a:moveTo>
                  <a:pt x="4383" y="0"/>
                </a:move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5" y="4881"/>
                </a:lnTo>
                <a:lnTo>
                  <a:pt x="29" y="5151"/>
                </a:lnTo>
                <a:lnTo>
                  <a:pt x="72" y="5422"/>
                </a:lnTo>
                <a:lnTo>
                  <a:pt x="129" y="5692"/>
                </a:lnTo>
                <a:lnTo>
                  <a:pt x="413" y="5649"/>
                </a:lnTo>
                <a:lnTo>
                  <a:pt x="684" y="5607"/>
                </a:lnTo>
                <a:lnTo>
                  <a:pt x="968" y="5550"/>
                </a:lnTo>
                <a:lnTo>
                  <a:pt x="1239" y="5479"/>
                </a:lnTo>
                <a:lnTo>
                  <a:pt x="1509" y="5393"/>
                </a:lnTo>
                <a:lnTo>
                  <a:pt x="1765" y="5308"/>
                </a:lnTo>
                <a:lnTo>
                  <a:pt x="2021" y="5208"/>
                </a:lnTo>
                <a:lnTo>
                  <a:pt x="2277" y="5109"/>
                </a:lnTo>
                <a:lnTo>
                  <a:pt x="2534" y="4995"/>
                </a:lnTo>
                <a:lnTo>
                  <a:pt x="2775" y="4881"/>
                </a:lnTo>
                <a:lnTo>
                  <a:pt x="3017" y="4739"/>
                </a:lnTo>
                <a:lnTo>
                  <a:pt x="3259" y="4611"/>
                </a:lnTo>
                <a:lnTo>
                  <a:pt x="3487" y="4468"/>
                </a:lnTo>
                <a:lnTo>
                  <a:pt x="3700" y="4312"/>
                </a:lnTo>
                <a:lnTo>
                  <a:pt x="3928" y="4141"/>
                </a:lnTo>
                <a:lnTo>
                  <a:pt x="4142" y="3985"/>
                </a:lnTo>
                <a:lnTo>
                  <a:pt x="4341" y="3800"/>
                </a:lnTo>
                <a:lnTo>
                  <a:pt x="4540" y="3615"/>
                </a:lnTo>
                <a:lnTo>
                  <a:pt x="4739" y="3430"/>
                </a:lnTo>
                <a:lnTo>
                  <a:pt x="4924" y="3230"/>
                </a:lnTo>
                <a:lnTo>
                  <a:pt x="5109" y="3031"/>
                </a:lnTo>
                <a:lnTo>
                  <a:pt x="5280" y="2818"/>
                </a:lnTo>
                <a:lnTo>
                  <a:pt x="5451" y="2604"/>
                </a:lnTo>
                <a:lnTo>
                  <a:pt x="5607" y="2391"/>
                </a:lnTo>
                <a:lnTo>
                  <a:pt x="5750" y="2163"/>
                </a:lnTo>
                <a:lnTo>
                  <a:pt x="5906" y="1935"/>
                </a:lnTo>
                <a:lnTo>
                  <a:pt x="6034" y="1694"/>
                </a:lnTo>
                <a:lnTo>
                  <a:pt x="6162" y="1452"/>
                </a:lnTo>
                <a:lnTo>
                  <a:pt x="6276" y="1210"/>
                </a:lnTo>
                <a:lnTo>
                  <a:pt x="6390" y="954"/>
                </a:lnTo>
                <a:lnTo>
                  <a:pt x="6489" y="697"/>
                </a:lnTo>
                <a:lnTo>
                  <a:pt x="6589" y="427"/>
                </a:lnTo>
                <a:lnTo>
                  <a:pt x="6361" y="327"/>
                </a:lnTo>
                <a:lnTo>
                  <a:pt x="6120" y="242"/>
                </a:lnTo>
                <a:lnTo>
                  <a:pt x="5892" y="171"/>
                </a:lnTo>
                <a:lnTo>
                  <a:pt x="5636" y="114"/>
                </a:lnTo>
                <a:lnTo>
                  <a:pt x="5394" y="57"/>
                </a:lnTo>
                <a:lnTo>
                  <a:pt x="5138" y="29"/>
                </a:lnTo>
                <a:lnTo>
                  <a:pt x="4882" y="0"/>
                </a:lnTo>
                <a:close/>
              </a:path>
            </a:pathLst>
          </a:custGeom>
          <a:solidFill>
            <a:srgbClr val="D53F2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16" name="Google Shape;416;p18"/>
          <p:cNvSpPr/>
          <p:nvPr/>
        </p:nvSpPr>
        <p:spPr>
          <a:xfrm>
            <a:off x="2395117" y="4668534"/>
            <a:ext cx="219667" cy="189767"/>
          </a:xfrm>
          <a:custGeom>
            <a:avLst/>
            <a:gdLst/>
            <a:ahLst/>
            <a:cxnLst/>
            <a:rect l="l" t="t" r="r" b="b"/>
            <a:pathLst>
              <a:path w="6590" h="5693" fill="none" extrusionOk="0">
                <a:moveTo>
                  <a:pt x="4611" y="0"/>
                </a:moveTo>
                <a:lnTo>
                  <a:pt x="4611" y="0"/>
                </a:lnTo>
                <a:lnTo>
                  <a:pt x="4383" y="0"/>
                </a:ln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" y="4611"/>
                </a:lnTo>
                <a:lnTo>
                  <a:pt x="15" y="4881"/>
                </a:lnTo>
                <a:lnTo>
                  <a:pt x="29" y="5151"/>
                </a:lnTo>
                <a:lnTo>
                  <a:pt x="72" y="5422"/>
                </a:lnTo>
                <a:lnTo>
                  <a:pt x="129" y="5692"/>
                </a:lnTo>
                <a:lnTo>
                  <a:pt x="129" y="5692"/>
                </a:lnTo>
                <a:lnTo>
                  <a:pt x="413" y="5649"/>
                </a:lnTo>
                <a:lnTo>
                  <a:pt x="684" y="5607"/>
                </a:lnTo>
                <a:lnTo>
                  <a:pt x="968" y="5550"/>
                </a:lnTo>
                <a:lnTo>
                  <a:pt x="1239" y="5479"/>
                </a:lnTo>
                <a:lnTo>
                  <a:pt x="1509" y="5393"/>
                </a:lnTo>
                <a:lnTo>
                  <a:pt x="1765" y="5308"/>
                </a:lnTo>
                <a:lnTo>
                  <a:pt x="2021" y="5208"/>
                </a:lnTo>
                <a:lnTo>
                  <a:pt x="2277" y="5109"/>
                </a:lnTo>
                <a:lnTo>
                  <a:pt x="2534" y="4995"/>
                </a:lnTo>
                <a:lnTo>
                  <a:pt x="2775" y="4881"/>
                </a:lnTo>
                <a:lnTo>
                  <a:pt x="3017" y="4739"/>
                </a:lnTo>
                <a:lnTo>
                  <a:pt x="3259" y="4611"/>
                </a:lnTo>
                <a:lnTo>
                  <a:pt x="3487" y="4468"/>
                </a:lnTo>
                <a:lnTo>
                  <a:pt x="3700" y="4312"/>
                </a:lnTo>
                <a:lnTo>
                  <a:pt x="3928" y="4141"/>
                </a:lnTo>
                <a:lnTo>
                  <a:pt x="4142" y="3985"/>
                </a:lnTo>
                <a:lnTo>
                  <a:pt x="4341" y="3800"/>
                </a:lnTo>
                <a:lnTo>
                  <a:pt x="4540" y="3615"/>
                </a:lnTo>
                <a:lnTo>
                  <a:pt x="4739" y="3430"/>
                </a:lnTo>
                <a:lnTo>
                  <a:pt x="4924" y="3230"/>
                </a:lnTo>
                <a:lnTo>
                  <a:pt x="5109" y="3031"/>
                </a:lnTo>
                <a:lnTo>
                  <a:pt x="5280" y="2818"/>
                </a:lnTo>
                <a:lnTo>
                  <a:pt x="5451" y="2604"/>
                </a:lnTo>
                <a:lnTo>
                  <a:pt x="5607" y="2391"/>
                </a:lnTo>
                <a:lnTo>
                  <a:pt x="5750" y="2163"/>
                </a:lnTo>
                <a:lnTo>
                  <a:pt x="5906" y="1935"/>
                </a:lnTo>
                <a:lnTo>
                  <a:pt x="6034" y="1694"/>
                </a:lnTo>
                <a:lnTo>
                  <a:pt x="6162" y="1452"/>
                </a:lnTo>
                <a:lnTo>
                  <a:pt x="6276" y="1210"/>
                </a:lnTo>
                <a:lnTo>
                  <a:pt x="6390" y="954"/>
                </a:lnTo>
                <a:lnTo>
                  <a:pt x="6489" y="697"/>
                </a:lnTo>
                <a:lnTo>
                  <a:pt x="6589" y="427"/>
                </a:lnTo>
                <a:lnTo>
                  <a:pt x="6589" y="427"/>
                </a:lnTo>
                <a:lnTo>
                  <a:pt x="6361" y="327"/>
                </a:lnTo>
                <a:lnTo>
                  <a:pt x="6120" y="242"/>
                </a:lnTo>
                <a:lnTo>
                  <a:pt x="5892" y="171"/>
                </a:lnTo>
                <a:lnTo>
                  <a:pt x="5636" y="114"/>
                </a:lnTo>
                <a:lnTo>
                  <a:pt x="5394" y="57"/>
                </a:lnTo>
                <a:lnTo>
                  <a:pt x="5138" y="29"/>
                </a:lnTo>
                <a:lnTo>
                  <a:pt x="4882" y="0"/>
                </a:lnTo>
                <a:lnTo>
                  <a:pt x="4611" y="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17" name="Google Shape;417;p18"/>
          <p:cNvSpPr/>
          <p:nvPr/>
        </p:nvSpPr>
        <p:spPr>
          <a:xfrm>
            <a:off x="2552701" y="1847867"/>
            <a:ext cx="3054367" cy="3003533"/>
          </a:xfrm>
          <a:custGeom>
            <a:avLst/>
            <a:gdLst/>
            <a:ahLst/>
            <a:cxnLst/>
            <a:rect l="l" t="t" r="r" b="b"/>
            <a:pathLst>
              <a:path w="91631" h="90106" extrusionOk="0">
                <a:moveTo>
                  <a:pt x="0" y="90106"/>
                </a:moveTo>
                <a:lnTo>
                  <a:pt x="84773" y="0"/>
                </a:lnTo>
                <a:lnTo>
                  <a:pt x="91631" y="16192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</p:sp>
      <p:grpSp>
        <p:nvGrpSpPr>
          <p:cNvPr id="418" name="Google Shape;418;p18"/>
          <p:cNvGrpSpPr/>
          <p:nvPr/>
        </p:nvGrpSpPr>
        <p:grpSpPr>
          <a:xfrm>
            <a:off x="5281417" y="1642100"/>
            <a:ext cx="6301184" cy="866800"/>
            <a:chOff x="3961063" y="1231575"/>
            <a:chExt cx="4725888" cy="650100"/>
          </a:xfrm>
        </p:grpSpPr>
        <p:sp>
          <p:nvSpPr>
            <p:cNvPr id="419" name="Google Shape;419;p18"/>
            <p:cNvSpPr/>
            <p:nvPr/>
          </p:nvSpPr>
          <p:spPr>
            <a:xfrm>
              <a:off x="5010150" y="123157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E99B27">
                <a:alpha val="1254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3961063" y="132442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21" name="Google Shape;421;p18"/>
          <p:cNvGrpSpPr/>
          <p:nvPr/>
        </p:nvGrpSpPr>
        <p:grpSpPr>
          <a:xfrm>
            <a:off x="5260200" y="1854315"/>
            <a:ext cx="6119030" cy="442399"/>
            <a:chOff x="3945150" y="1390738"/>
            <a:chExt cx="4589273" cy="331800"/>
          </a:xfrm>
        </p:grpSpPr>
        <p:sp>
          <p:nvSpPr>
            <p:cNvPr id="422" name="Google Shape;422;p18"/>
            <p:cNvSpPr txBox="1"/>
            <p:nvPr/>
          </p:nvSpPr>
          <p:spPr>
            <a:xfrm>
              <a:off x="6553223" y="1390738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/>
              <a:r>
                <a:rPr lang="en-US" sz="2400" dirty="0"/>
                <a:t>Call models via managed APIs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3" name="Google Shape;423;p18"/>
            <p:cNvSpPr txBox="1"/>
            <p:nvPr/>
          </p:nvSpPr>
          <p:spPr>
            <a:xfrm>
              <a:off x="3945150" y="1390738"/>
              <a:ext cx="2130000" cy="305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IN" sz="24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Inference Providers</a:t>
              </a:r>
              <a:endParaRPr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24" name="Google Shape;424;p18"/>
          <p:cNvSpPr/>
          <p:nvPr/>
        </p:nvSpPr>
        <p:spPr>
          <a:xfrm>
            <a:off x="2565400" y="3149601"/>
            <a:ext cx="2987667" cy="1689100"/>
          </a:xfrm>
          <a:custGeom>
            <a:avLst/>
            <a:gdLst/>
            <a:ahLst/>
            <a:cxnLst/>
            <a:rect l="l" t="t" r="r" b="b"/>
            <a:pathLst>
              <a:path w="89630" h="50673" extrusionOk="0">
                <a:moveTo>
                  <a:pt x="0" y="50673"/>
                </a:moveTo>
                <a:lnTo>
                  <a:pt x="85820" y="0"/>
                </a:lnTo>
                <a:lnTo>
                  <a:pt x="89630" y="17145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</p:sp>
      <p:sp>
        <p:nvSpPr>
          <p:cNvPr id="425" name="Google Shape;425;p18"/>
          <p:cNvSpPr/>
          <p:nvPr/>
        </p:nvSpPr>
        <p:spPr>
          <a:xfrm>
            <a:off x="2603500" y="4445001"/>
            <a:ext cx="2965467" cy="615967"/>
          </a:xfrm>
          <a:custGeom>
            <a:avLst/>
            <a:gdLst/>
            <a:ahLst/>
            <a:cxnLst/>
            <a:rect l="l" t="t" r="r" b="b"/>
            <a:pathLst>
              <a:path w="88964" h="18479" extrusionOk="0">
                <a:moveTo>
                  <a:pt x="0" y="11430"/>
                </a:moveTo>
                <a:lnTo>
                  <a:pt x="88964" y="0"/>
                </a:lnTo>
                <a:lnTo>
                  <a:pt x="88964" y="18479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</p:sp>
      <p:grpSp>
        <p:nvGrpSpPr>
          <p:cNvPr id="426" name="Google Shape;426;p18"/>
          <p:cNvGrpSpPr/>
          <p:nvPr/>
        </p:nvGrpSpPr>
        <p:grpSpPr>
          <a:xfrm>
            <a:off x="5281417" y="4317167"/>
            <a:ext cx="6301184" cy="866800"/>
            <a:chOff x="3961063" y="3237875"/>
            <a:chExt cx="4725888" cy="650100"/>
          </a:xfrm>
        </p:grpSpPr>
        <p:sp>
          <p:nvSpPr>
            <p:cNvPr id="427" name="Google Shape;427;p18"/>
            <p:cNvSpPr/>
            <p:nvPr/>
          </p:nvSpPr>
          <p:spPr>
            <a:xfrm>
              <a:off x="5010150" y="323787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8027EA">
                <a:alpha val="1254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3961063" y="333072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29" name="Google Shape;429;p18"/>
          <p:cNvGrpSpPr/>
          <p:nvPr/>
        </p:nvGrpSpPr>
        <p:grpSpPr>
          <a:xfrm>
            <a:off x="5370902" y="4529359"/>
            <a:ext cx="6008328" cy="496344"/>
            <a:chOff x="4028177" y="3397022"/>
            <a:chExt cx="4506247" cy="372258"/>
          </a:xfrm>
        </p:grpSpPr>
        <p:sp>
          <p:nvSpPr>
            <p:cNvPr id="430" name="Google Shape;430;p18"/>
            <p:cNvSpPr txBox="1"/>
            <p:nvPr/>
          </p:nvSpPr>
          <p:spPr>
            <a:xfrm>
              <a:off x="5695978" y="3397022"/>
              <a:ext cx="2838446" cy="372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/>
              <a:r>
                <a:rPr lang="en-US" sz="2400" dirty="0"/>
                <a:t>Host your own AI model app on </a:t>
              </a:r>
              <a:r>
                <a:rPr lang="en-US" sz="2400" dirty="0" err="1"/>
                <a:t>HuggingFace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1" name="Google Shape;431;p18"/>
            <p:cNvSpPr txBox="1"/>
            <p:nvPr/>
          </p:nvSpPr>
          <p:spPr>
            <a:xfrm>
              <a:off x="4028177" y="3397024"/>
              <a:ext cx="2129999" cy="3447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IN" sz="24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Own Space (</a:t>
              </a:r>
              <a:r>
                <a:rPr lang="en-IN" sz="2400" b="1" dirty="0" err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Gradio</a:t>
              </a:r>
              <a:r>
                <a:rPr lang="en-IN" sz="24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)</a:t>
              </a:r>
              <a:endParaRPr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32" name="Google Shape;432;p18"/>
          <p:cNvGrpSpPr/>
          <p:nvPr/>
        </p:nvGrpSpPr>
        <p:grpSpPr>
          <a:xfrm>
            <a:off x="5281417" y="2979633"/>
            <a:ext cx="6301184" cy="866800"/>
            <a:chOff x="3961063" y="2234725"/>
            <a:chExt cx="4725888" cy="650100"/>
          </a:xfrm>
        </p:grpSpPr>
        <p:sp>
          <p:nvSpPr>
            <p:cNvPr id="433" name="Google Shape;433;p18"/>
            <p:cNvSpPr/>
            <p:nvPr/>
          </p:nvSpPr>
          <p:spPr>
            <a:xfrm>
              <a:off x="5010150" y="223472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EA4827">
                <a:alpha val="1254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3961063" y="232757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35" name="Google Shape;435;p18"/>
          <p:cNvGrpSpPr/>
          <p:nvPr/>
        </p:nvGrpSpPr>
        <p:grpSpPr>
          <a:xfrm>
            <a:off x="5513330" y="3191832"/>
            <a:ext cx="5865901" cy="442400"/>
            <a:chOff x="4134997" y="2393875"/>
            <a:chExt cx="4399426" cy="331800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6264997" y="2393881"/>
              <a:ext cx="2269426" cy="3317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/>
              <a:r>
                <a:rPr lang="en-US" sz="2400" dirty="0"/>
                <a:t>Use models through public demos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4134997" y="239387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IN" sz="24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Existing Spaces</a:t>
              </a:r>
            </a:p>
          </p:txBody>
        </p:sp>
      </p:grpSp>
      <p:sp>
        <p:nvSpPr>
          <p:cNvPr id="438" name="Google Shape;438;p18"/>
          <p:cNvSpPr/>
          <p:nvPr/>
        </p:nvSpPr>
        <p:spPr>
          <a:xfrm>
            <a:off x="2597167" y="4826001"/>
            <a:ext cx="2978133" cy="1562100"/>
          </a:xfrm>
          <a:custGeom>
            <a:avLst/>
            <a:gdLst/>
            <a:ahLst/>
            <a:cxnLst/>
            <a:rect l="l" t="t" r="r" b="b"/>
            <a:pathLst>
              <a:path w="89344" h="46863" extrusionOk="0">
                <a:moveTo>
                  <a:pt x="0" y="0"/>
                </a:moveTo>
                <a:lnTo>
                  <a:pt x="89344" y="28956"/>
                </a:lnTo>
                <a:lnTo>
                  <a:pt x="87249" y="46863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</p:sp>
      <p:grpSp>
        <p:nvGrpSpPr>
          <p:cNvPr id="439" name="Google Shape;439;p18"/>
          <p:cNvGrpSpPr/>
          <p:nvPr/>
        </p:nvGrpSpPr>
        <p:grpSpPr>
          <a:xfrm>
            <a:off x="5281417" y="5654700"/>
            <a:ext cx="6301184" cy="866800"/>
            <a:chOff x="3961063" y="4241025"/>
            <a:chExt cx="4725888" cy="650100"/>
          </a:xfrm>
        </p:grpSpPr>
        <p:sp>
          <p:nvSpPr>
            <p:cNvPr id="440" name="Google Shape;440;p18"/>
            <p:cNvSpPr/>
            <p:nvPr/>
          </p:nvSpPr>
          <p:spPr>
            <a:xfrm>
              <a:off x="5010150" y="424102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3961063" y="433387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42" name="Google Shape;442;p18"/>
          <p:cNvGrpSpPr/>
          <p:nvPr/>
        </p:nvGrpSpPr>
        <p:grpSpPr>
          <a:xfrm>
            <a:off x="5358240" y="5866894"/>
            <a:ext cx="6020990" cy="439767"/>
            <a:chOff x="4018680" y="4400167"/>
            <a:chExt cx="4515743" cy="329825"/>
          </a:xfrm>
        </p:grpSpPr>
        <p:sp>
          <p:nvSpPr>
            <p:cNvPr id="443" name="Google Shape;443;p18"/>
            <p:cNvSpPr txBox="1"/>
            <p:nvPr/>
          </p:nvSpPr>
          <p:spPr>
            <a:xfrm>
              <a:off x="6264998" y="4400167"/>
              <a:ext cx="2269425" cy="329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/>
              <a:r>
                <a:rPr lang="en-US" sz="2400" dirty="0"/>
                <a:t>Download and run on your machine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4" name="Google Shape;444;p18"/>
            <p:cNvSpPr txBox="1"/>
            <p:nvPr/>
          </p:nvSpPr>
          <p:spPr>
            <a:xfrm>
              <a:off x="4018680" y="4400167"/>
              <a:ext cx="2072382" cy="329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IN" sz="24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Run Models Locally</a:t>
              </a:r>
              <a:endParaRPr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45" name="Google Shape;445;p18"/>
          <p:cNvSpPr/>
          <p:nvPr/>
        </p:nvSpPr>
        <p:spPr>
          <a:xfrm>
            <a:off x="2395133" y="4668300"/>
            <a:ext cx="308000" cy="308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44"/>
          <p:cNvSpPr txBox="1">
            <a:spLocks noGrp="1"/>
          </p:cNvSpPr>
          <p:nvPr>
            <p:ph type="title"/>
          </p:nvPr>
        </p:nvSpPr>
        <p:spPr>
          <a:xfrm>
            <a:off x="586098" y="356783"/>
            <a:ext cx="10972800" cy="49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dirty="0"/>
              <a:t>HuggingFace</a:t>
            </a:r>
            <a:endParaRPr dirty="0"/>
          </a:p>
        </p:txBody>
      </p:sp>
      <p:sp>
        <p:nvSpPr>
          <p:cNvPr id="2259" name="Google Shape;2259;p44"/>
          <p:cNvSpPr/>
          <p:nvPr/>
        </p:nvSpPr>
        <p:spPr>
          <a:xfrm>
            <a:off x="6502400" y="3416300"/>
            <a:ext cx="5092800" cy="2892800"/>
          </a:xfrm>
          <a:prstGeom prst="roundRect">
            <a:avLst>
              <a:gd name="adj" fmla="val 16667"/>
            </a:avLst>
          </a:prstGeom>
          <a:solidFill>
            <a:srgbClr val="EA4827">
              <a:alpha val="250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2260" name="Google Shape;2260;p44"/>
          <p:cNvSpPr/>
          <p:nvPr/>
        </p:nvSpPr>
        <p:spPr>
          <a:xfrm>
            <a:off x="609567" y="3416300"/>
            <a:ext cx="5092800" cy="2892800"/>
          </a:xfrm>
          <a:prstGeom prst="roundRect">
            <a:avLst>
              <a:gd name="adj" fmla="val 16667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261" name="Google Shape;2261;p44"/>
          <p:cNvGrpSpPr/>
          <p:nvPr/>
        </p:nvGrpSpPr>
        <p:grpSpPr>
          <a:xfrm>
            <a:off x="909042" y="3448832"/>
            <a:ext cx="4762414" cy="3039187"/>
            <a:chOff x="682650" y="2136176"/>
            <a:chExt cx="3343200" cy="1475122"/>
          </a:xfrm>
        </p:grpSpPr>
        <p:sp>
          <p:nvSpPr>
            <p:cNvPr id="2262" name="Google Shape;2262;p44"/>
            <p:cNvSpPr txBox="1"/>
            <p:nvPr/>
          </p:nvSpPr>
          <p:spPr>
            <a:xfrm>
              <a:off x="707553" y="21361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24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Advantages</a:t>
              </a:r>
              <a:endParaRPr sz="24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63" name="Google Shape;2263;p44"/>
            <p:cNvSpPr txBox="1"/>
            <p:nvPr/>
          </p:nvSpPr>
          <p:spPr>
            <a:xfrm>
              <a:off x="682650" y="2477898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Fast setup, no infrastructure needed</a:t>
              </a: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Managed scaling and updates</a:t>
              </a: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Access to many popular models</a:t>
              </a: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Simple API and SDK usage</a:t>
              </a: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Suitable for quick experiments</a:t>
              </a:r>
            </a:p>
          </p:txBody>
        </p:sp>
      </p:grpSp>
      <p:grpSp>
        <p:nvGrpSpPr>
          <p:cNvPr id="2264" name="Google Shape;2264;p44"/>
          <p:cNvGrpSpPr/>
          <p:nvPr/>
        </p:nvGrpSpPr>
        <p:grpSpPr>
          <a:xfrm>
            <a:off x="6502400" y="3444856"/>
            <a:ext cx="5835295" cy="2528094"/>
            <a:chOff x="4933036" y="2154828"/>
            <a:chExt cx="3343200" cy="1076573"/>
          </a:xfrm>
        </p:grpSpPr>
        <p:sp>
          <p:nvSpPr>
            <p:cNvPr id="2265" name="Google Shape;2265;p44"/>
            <p:cNvSpPr txBox="1"/>
            <p:nvPr/>
          </p:nvSpPr>
          <p:spPr>
            <a:xfrm>
              <a:off x="5096703" y="2154828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24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Disadvantages</a:t>
              </a:r>
              <a:endParaRPr sz="24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66" name="Google Shape;2266;p44"/>
            <p:cNvSpPr txBox="1"/>
            <p:nvPr/>
          </p:nvSpPr>
          <p:spPr>
            <a:xfrm>
              <a:off x="4933036" y="2514328"/>
              <a:ext cx="3343200" cy="7170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346286" indent="-342900">
                <a:buSzPts val="1400"/>
                <a:buFont typeface="Arial" panose="020B0604020202020204" pitchFamily="34" charset="0"/>
                <a:buChar char="•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Not all models are supported</a:t>
              </a:r>
            </a:p>
            <a:p>
              <a:pPr marL="346286" indent="-342900">
                <a:buSzPts val="1400"/>
                <a:buFont typeface="Arial" panose="020B0604020202020204" pitchFamily="34" charset="0"/>
                <a:buChar char="•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Limited model parameter control</a:t>
              </a:r>
            </a:p>
            <a:p>
              <a:pPr marL="346286" indent="-342900">
                <a:buSzPts val="1400"/>
                <a:buFont typeface="Arial" panose="020B0604020202020204" pitchFamily="34" charset="0"/>
                <a:buChar char="•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Shared infrastructure constraints</a:t>
              </a:r>
            </a:p>
            <a:p>
              <a:pPr marL="346286" indent="-342900">
                <a:buSzPts val="1400"/>
                <a:buFont typeface="Arial" panose="020B0604020202020204" pitchFamily="34" charset="0"/>
                <a:buChar char="•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Costs increase with usage</a:t>
              </a:r>
            </a:p>
            <a:p>
              <a:pPr marL="346286" indent="-342900">
                <a:buSzPts val="1400"/>
                <a:buFont typeface="Arial" panose="020B0604020202020204" pitchFamily="34" charset="0"/>
                <a:buChar char="•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Not ideal for strict SLAs or compliance</a:t>
              </a:r>
            </a:p>
          </p:txBody>
        </p:sp>
      </p:grpSp>
      <p:grpSp>
        <p:nvGrpSpPr>
          <p:cNvPr id="2267" name="Google Shape;2267;p44"/>
          <p:cNvGrpSpPr/>
          <p:nvPr/>
        </p:nvGrpSpPr>
        <p:grpSpPr>
          <a:xfrm>
            <a:off x="5098356" y="3564466"/>
            <a:ext cx="452337" cy="452337"/>
            <a:chOff x="1492675" y="4992125"/>
            <a:chExt cx="481825" cy="481825"/>
          </a:xfrm>
        </p:grpSpPr>
        <p:sp>
          <p:nvSpPr>
            <p:cNvPr id="2268" name="Google Shape;2268;p44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>
                <a:solidFill>
                  <a:srgbClr val="435D74"/>
                </a:solidFill>
              </a:endParaRPr>
            </a:p>
          </p:txBody>
        </p:sp>
        <p:sp>
          <p:nvSpPr>
            <p:cNvPr id="2269" name="Google Shape;2269;p44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270" name="Google Shape;2270;p44"/>
          <p:cNvGrpSpPr/>
          <p:nvPr/>
        </p:nvGrpSpPr>
        <p:grpSpPr>
          <a:xfrm>
            <a:off x="10971469" y="3564466"/>
            <a:ext cx="452337" cy="452337"/>
            <a:chOff x="2085525" y="4992125"/>
            <a:chExt cx="481825" cy="481825"/>
          </a:xfrm>
        </p:grpSpPr>
        <p:sp>
          <p:nvSpPr>
            <p:cNvPr id="2271" name="Google Shape;2271;p44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72" name="Google Shape;2272;p44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2273" name="Google Shape;2273;p44"/>
          <p:cNvSpPr/>
          <p:nvPr/>
        </p:nvSpPr>
        <p:spPr>
          <a:xfrm>
            <a:off x="1625600" y="1600100"/>
            <a:ext cx="8956800" cy="710000"/>
          </a:xfrm>
          <a:prstGeom prst="roundRect">
            <a:avLst>
              <a:gd name="adj" fmla="val 50000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74" name="Google Shape;2274;p44"/>
          <p:cNvSpPr txBox="1"/>
          <p:nvPr/>
        </p:nvSpPr>
        <p:spPr>
          <a:xfrm>
            <a:off x="2936600" y="1728733"/>
            <a:ext cx="63344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Inference Providers</a:t>
            </a:r>
            <a:endParaRPr lang="en-IN" sz="24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2275" name="Google Shape;2275;p44"/>
          <p:cNvCxnSpPr>
            <a:stCxn id="2273" idx="2"/>
            <a:endCxn id="2260" idx="0"/>
          </p:cNvCxnSpPr>
          <p:nvPr/>
        </p:nvCxnSpPr>
        <p:spPr>
          <a:xfrm rot="5400000">
            <a:off x="4076800" y="1389300"/>
            <a:ext cx="1106400" cy="29480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6" name="Google Shape;2276;p44"/>
          <p:cNvCxnSpPr>
            <a:stCxn id="2273" idx="2"/>
            <a:endCxn id="2259" idx="0"/>
          </p:cNvCxnSpPr>
          <p:nvPr/>
        </p:nvCxnSpPr>
        <p:spPr>
          <a:xfrm rot="-5400000" flipH="1">
            <a:off x="7023200" y="1390900"/>
            <a:ext cx="1106400" cy="29448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77" name="Google Shape;2277;p44"/>
          <p:cNvGrpSpPr/>
          <p:nvPr/>
        </p:nvGrpSpPr>
        <p:grpSpPr>
          <a:xfrm>
            <a:off x="9851645" y="1191211"/>
            <a:ext cx="1730771" cy="1527663"/>
            <a:chOff x="3268225" y="2120225"/>
            <a:chExt cx="1107575" cy="977600"/>
          </a:xfrm>
        </p:grpSpPr>
        <p:sp>
          <p:nvSpPr>
            <p:cNvPr id="2278" name="Google Shape;2278;p44"/>
            <p:cNvSpPr/>
            <p:nvPr/>
          </p:nvSpPr>
          <p:spPr>
            <a:xfrm>
              <a:off x="3783725" y="2149375"/>
              <a:ext cx="30450" cy="180600"/>
            </a:xfrm>
            <a:custGeom>
              <a:avLst/>
              <a:gdLst/>
              <a:ahLst/>
              <a:cxnLst/>
              <a:rect l="l" t="t" r="r" b="b"/>
              <a:pathLst>
                <a:path w="1218" h="7224" extrusionOk="0">
                  <a:moveTo>
                    <a:pt x="616" y="0"/>
                  </a:moveTo>
                  <a:lnTo>
                    <a:pt x="487" y="13"/>
                  </a:lnTo>
                  <a:lnTo>
                    <a:pt x="372" y="39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02"/>
                  </a:lnTo>
                  <a:lnTo>
                    <a:pt x="1" y="6622"/>
                  </a:lnTo>
                  <a:lnTo>
                    <a:pt x="14" y="6737"/>
                  </a:lnTo>
                  <a:lnTo>
                    <a:pt x="52" y="6853"/>
                  </a:lnTo>
                  <a:lnTo>
                    <a:pt x="103" y="6955"/>
                  </a:lnTo>
                  <a:lnTo>
                    <a:pt x="180" y="7045"/>
                  </a:lnTo>
                  <a:lnTo>
                    <a:pt x="270" y="7122"/>
                  </a:lnTo>
                  <a:lnTo>
                    <a:pt x="372" y="7173"/>
                  </a:lnTo>
                  <a:lnTo>
                    <a:pt x="487" y="7211"/>
                  </a:lnTo>
                  <a:lnTo>
                    <a:pt x="616" y="7224"/>
                  </a:lnTo>
                  <a:lnTo>
                    <a:pt x="731" y="7211"/>
                  </a:lnTo>
                  <a:lnTo>
                    <a:pt x="846" y="7173"/>
                  </a:lnTo>
                  <a:lnTo>
                    <a:pt x="949" y="7122"/>
                  </a:lnTo>
                  <a:lnTo>
                    <a:pt x="1038" y="7045"/>
                  </a:lnTo>
                  <a:lnTo>
                    <a:pt x="1115" y="6955"/>
                  </a:lnTo>
                  <a:lnTo>
                    <a:pt x="1166" y="6853"/>
                  </a:lnTo>
                  <a:lnTo>
                    <a:pt x="1205" y="6737"/>
                  </a:lnTo>
                  <a:lnTo>
                    <a:pt x="1218" y="6622"/>
                  </a:lnTo>
                  <a:lnTo>
                    <a:pt x="1218" y="602"/>
                  </a:lnTo>
                  <a:lnTo>
                    <a:pt x="1205" y="487"/>
                  </a:lnTo>
                  <a:lnTo>
                    <a:pt x="1166" y="372"/>
                  </a:lnTo>
                  <a:lnTo>
                    <a:pt x="1115" y="269"/>
                  </a:lnTo>
                  <a:lnTo>
                    <a:pt x="1038" y="180"/>
                  </a:lnTo>
                  <a:lnTo>
                    <a:pt x="949" y="103"/>
                  </a:lnTo>
                  <a:lnTo>
                    <a:pt x="846" y="39"/>
                  </a:lnTo>
                  <a:lnTo>
                    <a:pt x="731" y="13"/>
                  </a:lnTo>
                  <a:lnTo>
                    <a:pt x="6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79" name="Google Shape;2279;p44"/>
            <p:cNvSpPr/>
            <p:nvPr/>
          </p:nvSpPr>
          <p:spPr>
            <a:xfrm>
              <a:off x="3953425" y="2135275"/>
              <a:ext cx="226425" cy="251075"/>
            </a:xfrm>
            <a:custGeom>
              <a:avLst/>
              <a:gdLst/>
              <a:ahLst/>
              <a:cxnLst/>
              <a:rect l="l" t="t" r="r" b="b"/>
              <a:pathLst>
                <a:path w="9057" h="10043" extrusionOk="0">
                  <a:moveTo>
                    <a:pt x="4791" y="1"/>
                  </a:moveTo>
                  <a:lnTo>
                    <a:pt x="4663" y="14"/>
                  </a:lnTo>
                  <a:lnTo>
                    <a:pt x="4548" y="52"/>
                  </a:lnTo>
                  <a:lnTo>
                    <a:pt x="4445" y="103"/>
                  </a:lnTo>
                  <a:lnTo>
                    <a:pt x="4356" y="180"/>
                  </a:lnTo>
                  <a:lnTo>
                    <a:pt x="4292" y="270"/>
                  </a:lnTo>
                  <a:lnTo>
                    <a:pt x="4228" y="372"/>
                  </a:lnTo>
                  <a:lnTo>
                    <a:pt x="4189" y="487"/>
                  </a:lnTo>
                  <a:lnTo>
                    <a:pt x="4176" y="616"/>
                  </a:lnTo>
                  <a:lnTo>
                    <a:pt x="4176" y="4394"/>
                  </a:lnTo>
                  <a:lnTo>
                    <a:pt x="155" y="9030"/>
                  </a:lnTo>
                  <a:lnTo>
                    <a:pt x="78" y="9133"/>
                  </a:lnTo>
                  <a:lnTo>
                    <a:pt x="27" y="9235"/>
                  </a:lnTo>
                  <a:lnTo>
                    <a:pt x="1" y="9351"/>
                  </a:lnTo>
                  <a:lnTo>
                    <a:pt x="1" y="9479"/>
                  </a:lnTo>
                  <a:lnTo>
                    <a:pt x="14" y="9581"/>
                  </a:lnTo>
                  <a:lnTo>
                    <a:pt x="65" y="9696"/>
                  </a:lnTo>
                  <a:lnTo>
                    <a:pt x="129" y="9799"/>
                  </a:lnTo>
                  <a:lnTo>
                    <a:pt x="206" y="9888"/>
                  </a:lnTo>
                  <a:lnTo>
                    <a:pt x="296" y="9953"/>
                  </a:lnTo>
                  <a:lnTo>
                    <a:pt x="398" y="10004"/>
                  </a:lnTo>
                  <a:lnTo>
                    <a:pt x="500" y="10029"/>
                  </a:lnTo>
                  <a:lnTo>
                    <a:pt x="603" y="10042"/>
                  </a:lnTo>
                  <a:lnTo>
                    <a:pt x="731" y="10029"/>
                  </a:lnTo>
                  <a:lnTo>
                    <a:pt x="859" y="9991"/>
                  </a:lnTo>
                  <a:lnTo>
                    <a:pt x="962" y="9914"/>
                  </a:lnTo>
                  <a:lnTo>
                    <a:pt x="1064" y="9824"/>
                  </a:lnTo>
                  <a:lnTo>
                    <a:pt x="5252" y="5021"/>
                  </a:lnTo>
                  <a:lnTo>
                    <a:pt x="5316" y="4932"/>
                  </a:lnTo>
                  <a:lnTo>
                    <a:pt x="5355" y="4829"/>
                  </a:lnTo>
                  <a:lnTo>
                    <a:pt x="5380" y="4727"/>
                  </a:lnTo>
                  <a:lnTo>
                    <a:pt x="5393" y="4624"/>
                  </a:lnTo>
                  <a:lnTo>
                    <a:pt x="5393" y="1218"/>
                  </a:lnTo>
                  <a:lnTo>
                    <a:pt x="8441" y="1218"/>
                  </a:lnTo>
                  <a:lnTo>
                    <a:pt x="8569" y="1205"/>
                  </a:lnTo>
                  <a:lnTo>
                    <a:pt x="8685" y="1166"/>
                  </a:lnTo>
                  <a:lnTo>
                    <a:pt x="8787" y="1115"/>
                  </a:lnTo>
                  <a:lnTo>
                    <a:pt x="8877" y="1038"/>
                  </a:lnTo>
                  <a:lnTo>
                    <a:pt x="8941" y="949"/>
                  </a:lnTo>
                  <a:lnTo>
                    <a:pt x="9005" y="846"/>
                  </a:lnTo>
                  <a:lnTo>
                    <a:pt x="9043" y="731"/>
                  </a:lnTo>
                  <a:lnTo>
                    <a:pt x="9056" y="616"/>
                  </a:lnTo>
                  <a:lnTo>
                    <a:pt x="9043" y="487"/>
                  </a:lnTo>
                  <a:lnTo>
                    <a:pt x="9005" y="372"/>
                  </a:lnTo>
                  <a:lnTo>
                    <a:pt x="8941" y="270"/>
                  </a:lnTo>
                  <a:lnTo>
                    <a:pt x="8877" y="180"/>
                  </a:lnTo>
                  <a:lnTo>
                    <a:pt x="8787" y="103"/>
                  </a:lnTo>
                  <a:lnTo>
                    <a:pt x="8685" y="52"/>
                  </a:lnTo>
                  <a:lnTo>
                    <a:pt x="8569" y="14"/>
                  </a:lnTo>
                  <a:lnTo>
                    <a:pt x="84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0" name="Google Shape;2280;p44"/>
            <p:cNvSpPr/>
            <p:nvPr/>
          </p:nvSpPr>
          <p:spPr>
            <a:xfrm>
              <a:off x="4051425" y="2316525"/>
              <a:ext cx="108875" cy="208450"/>
            </a:xfrm>
            <a:custGeom>
              <a:avLst/>
              <a:gdLst/>
              <a:ahLst/>
              <a:cxnLst/>
              <a:rect l="l" t="t" r="r" b="b"/>
              <a:pathLst>
                <a:path w="4355" h="8338" extrusionOk="0">
                  <a:moveTo>
                    <a:pt x="3625" y="0"/>
                  </a:moveTo>
                  <a:lnTo>
                    <a:pt x="3509" y="38"/>
                  </a:lnTo>
                  <a:lnTo>
                    <a:pt x="3407" y="103"/>
                  </a:lnTo>
                  <a:lnTo>
                    <a:pt x="3317" y="167"/>
                  </a:lnTo>
                  <a:lnTo>
                    <a:pt x="3241" y="256"/>
                  </a:lnTo>
                  <a:lnTo>
                    <a:pt x="3189" y="359"/>
                  </a:lnTo>
                  <a:lnTo>
                    <a:pt x="3151" y="474"/>
                  </a:lnTo>
                  <a:lnTo>
                    <a:pt x="3138" y="602"/>
                  </a:lnTo>
                  <a:lnTo>
                    <a:pt x="3138" y="4572"/>
                  </a:lnTo>
                  <a:lnTo>
                    <a:pt x="192" y="7288"/>
                  </a:lnTo>
                  <a:lnTo>
                    <a:pt x="115" y="7377"/>
                  </a:lnTo>
                  <a:lnTo>
                    <a:pt x="51" y="7480"/>
                  </a:lnTo>
                  <a:lnTo>
                    <a:pt x="13" y="7595"/>
                  </a:lnTo>
                  <a:lnTo>
                    <a:pt x="0" y="7710"/>
                  </a:lnTo>
                  <a:lnTo>
                    <a:pt x="0" y="7826"/>
                  </a:lnTo>
                  <a:lnTo>
                    <a:pt x="39" y="7941"/>
                  </a:lnTo>
                  <a:lnTo>
                    <a:pt x="90" y="8043"/>
                  </a:lnTo>
                  <a:lnTo>
                    <a:pt x="154" y="8146"/>
                  </a:lnTo>
                  <a:lnTo>
                    <a:pt x="256" y="8223"/>
                  </a:lnTo>
                  <a:lnTo>
                    <a:pt x="372" y="8287"/>
                  </a:lnTo>
                  <a:lnTo>
                    <a:pt x="487" y="8325"/>
                  </a:lnTo>
                  <a:lnTo>
                    <a:pt x="602" y="8338"/>
                  </a:lnTo>
                  <a:lnTo>
                    <a:pt x="717" y="8325"/>
                  </a:lnTo>
                  <a:lnTo>
                    <a:pt x="820" y="8300"/>
                  </a:lnTo>
                  <a:lnTo>
                    <a:pt x="922" y="8248"/>
                  </a:lnTo>
                  <a:lnTo>
                    <a:pt x="1012" y="8172"/>
                  </a:lnTo>
                  <a:lnTo>
                    <a:pt x="4150" y="5277"/>
                  </a:lnTo>
                  <a:lnTo>
                    <a:pt x="4240" y="5187"/>
                  </a:lnTo>
                  <a:lnTo>
                    <a:pt x="4304" y="5072"/>
                  </a:lnTo>
                  <a:lnTo>
                    <a:pt x="4342" y="4957"/>
                  </a:lnTo>
                  <a:lnTo>
                    <a:pt x="4355" y="4829"/>
                  </a:lnTo>
                  <a:lnTo>
                    <a:pt x="4355" y="602"/>
                  </a:lnTo>
                  <a:lnTo>
                    <a:pt x="4342" y="474"/>
                  </a:lnTo>
                  <a:lnTo>
                    <a:pt x="4304" y="359"/>
                  </a:lnTo>
                  <a:lnTo>
                    <a:pt x="4252" y="256"/>
                  </a:lnTo>
                  <a:lnTo>
                    <a:pt x="4175" y="167"/>
                  </a:lnTo>
                  <a:lnTo>
                    <a:pt x="4086" y="103"/>
                  </a:lnTo>
                  <a:lnTo>
                    <a:pt x="3983" y="38"/>
                  </a:lnTo>
                  <a:lnTo>
                    <a:pt x="38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1" name="Google Shape;2281;p44"/>
            <p:cNvSpPr/>
            <p:nvPr/>
          </p:nvSpPr>
          <p:spPr>
            <a:xfrm>
              <a:off x="4057825" y="2603100"/>
              <a:ext cx="302925" cy="116900"/>
            </a:xfrm>
            <a:custGeom>
              <a:avLst/>
              <a:gdLst/>
              <a:ahLst/>
              <a:cxnLst/>
              <a:rect l="l" t="t" r="r" b="b"/>
              <a:pathLst>
                <a:path w="12117" h="4676" extrusionOk="0">
                  <a:moveTo>
                    <a:pt x="615" y="0"/>
                  </a:moveTo>
                  <a:lnTo>
                    <a:pt x="487" y="13"/>
                  </a:lnTo>
                  <a:lnTo>
                    <a:pt x="372" y="51"/>
                  </a:lnTo>
                  <a:lnTo>
                    <a:pt x="269" y="103"/>
                  </a:lnTo>
                  <a:lnTo>
                    <a:pt x="180" y="179"/>
                  </a:lnTo>
                  <a:lnTo>
                    <a:pt x="116" y="269"/>
                  </a:lnTo>
                  <a:lnTo>
                    <a:pt x="52" y="372"/>
                  </a:lnTo>
                  <a:lnTo>
                    <a:pt x="13" y="487"/>
                  </a:lnTo>
                  <a:lnTo>
                    <a:pt x="0" y="615"/>
                  </a:lnTo>
                  <a:lnTo>
                    <a:pt x="13" y="730"/>
                  </a:lnTo>
                  <a:lnTo>
                    <a:pt x="52" y="845"/>
                  </a:lnTo>
                  <a:lnTo>
                    <a:pt x="116" y="948"/>
                  </a:lnTo>
                  <a:lnTo>
                    <a:pt x="180" y="1038"/>
                  </a:lnTo>
                  <a:lnTo>
                    <a:pt x="269" y="1114"/>
                  </a:lnTo>
                  <a:lnTo>
                    <a:pt x="372" y="1166"/>
                  </a:lnTo>
                  <a:lnTo>
                    <a:pt x="487" y="1204"/>
                  </a:lnTo>
                  <a:lnTo>
                    <a:pt x="615" y="1217"/>
                  </a:lnTo>
                  <a:lnTo>
                    <a:pt x="6225" y="1217"/>
                  </a:lnTo>
                  <a:lnTo>
                    <a:pt x="6225" y="4060"/>
                  </a:lnTo>
                  <a:lnTo>
                    <a:pt x="6238" y="4188"/>
                  </a:lnTo>
                  <a:lnTo>
                    <a:pt x="6263" y="4304"/>
                  </a:lnTo>
                  <a:lnTo>
                    <a:pt x="6327" y="4406"/>
                  </a:lnTo>
                  <a:lnTo>
                    <a:pt x="6404" y="4496"/>
                  </a:lnTo>
                  <a:lnTo>
                    <a:pt x="6494" y="4573"/>
                  </a:lnTo>
                  <a:lnTo>
                    <a:pt x="6596" y="4624"/>
                  </a:lnTo>
                  <a:lnTo>
                    <a:pt x="6712" y="4662"/>
                  </a:lnTo>
                  <a:lnTo>
                    <a:pt x="6827" y="4675"/>
                  </a:lnTo>
                  <a:lnTo>
                    <a:pt x="11502" y="4675"/>
                  </a:lnTo>
                  <a:lnTo>
                    <a:pt x="11630" y="4662"/>
                  </a:lnTo>
                  <a:lnTo>
                    <a:pt x="11745" y="4624"/>
                  </a:lnTo>
                  <a:lnTo>
                    <a:pt x="11848" y="4573"/>
                  </a:lnTo>
                  <a:lnTo>
                    <a:pt x="11937" y="4496"/>
                  </a:lnTo>
                  <a:lnTo>
                    <a:pt x="12014" y="4406"/>
                  </a:lnTo>
                  <a:lnTo>
                    <a:pt x="12065" y="4304"/>
                  </a:lnTo>
                  <a:lnTo>
                    <a:pt x="12104" y="4188"/>
                  </a:lnTo>
                  <a:lnTo>
                    <a:pt x="12117" y="4060"/>
                  </a:lnTo>
                  <a:lnTo>
                    <a:pt x="12104" y="3945"/>
                  </a:lnTo>
                  <a:lnTo>
                    <a:pt x="12065" y="3830"/>
                  </a:lnTo>
                  <a:lnTo>
                    <a:pt x="12014" y="3727"/>
                  </a:lnTo>
                  <a:lnTo>
                    <a:pt x="11937" y="3638"/>
                  </a:lnTo>
                  <a:lnTo>
                    <a:pt x="11848" y="3561"/>
                  </a:lnTo>
                  <a:lnTo>
                    <a:pt x="11745" y="3509"/>
                  </a:lnTo>
                  <a:lnTo>
                    <a:pt x="11630" y="3471"/>
                  </a:lnTo>
                  <a:lnTo>
                    <a:pt x="11502" y="3458"/>
                  </a:lnTo>
                  <a:lnTo>
                    <a:pt x="7442" y="3458"/>
                  </a:lnTo>
                  <a:lnTo>
                    <a:pt x="7442" y="615"/>
                  </a:lnTo>
                  <a:lnTo>
                    <a:pt x="7429" y="487"/>
                  </a:lnTo>
                  <a:lnTo>
                    <a:pt x="7390" y="372"/>
                  </a:lnTo>
                  <a:lnTo>
                    <a:pt x="7326" y="269"/>
                  </a:lnTo>
                  <a:lnTo>
                    <a:pt x="7262" y="179"/>
                  </a:lnTo>
                  <a:lnTo>
                    <a:pt x="7173" y="103"/>
                  </a:lnTo>
                  <a:lnTo>
                    <a:pt x="7070" y="51"/>
                  </a:lnTo>
                  <a:lnTo>
                    <a:pt x="6955" y="13"/>
                  </a:lnTo>
                  <a:lnTo>
                    <a:pt x="68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2" name="Google Shape;2282;p44"/>
            <p:cNvSpPr/>
            <p:nvPr/>
          </p:nvSpPr>
          <p:spPr>
            <a:xfrm>
              <a:off x="4025475" y="2700750"/>
              <a:ext cx="248825" cy="167175"/>
            </a:xfrm>
            <a:custGeom>
              <a:avLst/>
              <a:gdLst/>
              <a:ahLst/>
              <a:cxnLst/>
              <a:rect l="l" t="t" r="r" b="b"/>
              <a:pathLst>
                <a:path w="9953" h="6687" extrusionOk="0">
                  <a:moveTo>
                    <a:pt x="590" y="1"/>
                  </a:moveTo>
                  <a:lnTo>
                    <a:pt x="475" y="13"/>
                  </a:lnTo>
                  <a:lnTo>
                    <a:pt x="359" y="52"/>
                  </a:lnTo>
                  <a:lnTo>
                    <a:pt x="257" y="103"/>
                  </a:lnTo>
                  <a:lnTo>
                    <a:pt x="167" y="180"/>
                  </a:lnTo>
                  <a:lnTo>
                    <a:pt x="90" y="282"/>
                  </a:lnTo>
                  <a:lnTo>
                    <a:pt x="39" y="398"/>
                  </a:lnTo>
                  <a:lnTo>
                    <a:pt x="13" y="513"/>
                  </a:lnTo>
                  <a:lnTo>
                    <a:pt x="1" y="628"/>
                  </a:lnTo>
                  <a:lnTo>
                    <a:pt x="13" y="743"/>
                  </a:lnTo>
                  <a:lnTo>
                    <a:pt x="52" y="846"/>
                  </a:lnTo>
                  <a:lnTo>
                    <a:pt x="116" y="948"/>
                  </a:lnTo>
                  <a:lnTo>
                    <a:pt x="193" y="1038"/>
                  </a:lnTo>
                  <a:lnTo>
                    <a:pt x="282" y="1115"/>
                  </a:lnTo>
                  <a:lnTo>
                    <a:pt x="9030" y="6597"/>
                  </a:lnTo>
                  <a:lnTo>
                    <a:pt x="9107" y="6635"/>
                  </a:lnTo>
                  <a:lnTo>
                    <a:pt x="9184" y="6661"/>
                  </a:lnTo>
                  <a:lnTo>
                    <a:pt x="9261" y="6686"/>
                  </a:lnTo>
                  <a:lnTo>
                    <a:pt x="9427" y="6686"/>
                  </a:lnTo>
                  <a:lnTo>
                    <a:pt x="9491" y="6673"/>
                  </a:lnTo>
                  <a:lnTo>
                    <a:pt x="9568" y="6648"/>
                  </a:lnTo>
                  <a:lnTo>
                    <a:pt x="9632" y="6609"/>
                  </a:lnTo>
                  <a:lnTo>
                    <a:pt x="9696" y="6571"/>
                  </a:lnTo>
                  <a:lnTo>
                    <a:pt x="9760" y="6520"/>
                  </a:lnTo>
                  <a:lnTo>
                    <a:pt x="9812" y="6469"/>
                  </a:lnTo>
                  <a:lnTo>
                    <a:pt x="9863" y="6404"/>
                  </a:lnTo>
                  <a:lnTo>
                    <a:pt x="9914" y="6289"/>
                  </a:lnTo>
                  <a:lnTo>
                    <a:pt x="9952" y="6174"/>
                  </a:lnTo>
                  <a:lnTo>
                    <a:pt x="9952" y="6059"/>
                  </a:lnTo>
                  <a:lnTo>
                    <a:pt x="9940" y="5943"/>
                  </a:lnTo>
                  <a:lnTo>
                    <a:pt x="9901" y="5841"/>
                  </a:lnTo>
                  <a:lnTo>
                    <a:pt x="9850" y="5738"/>
                  </a:lnTo>
                  <a:lnTo>
                    <a:pt x="9773" y="5636"/>
                  </a:lnTo>
                  <a:lnTo>
                    <a:pt x="9671" y="5572"/>
                  </a:lnTo>
                  <a:lnTo>
                    <a:pt x="936" y="90"/>
                  </a:lnTo>
                  <a:lnTo>
                    <a:pt x="820" y="39"/>
                  </a:lnTo>
                  <a:lnTo>
                    <a:pt x="7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3" name="Google Shape;2283;p44"/>
            <p:cNvSpPr/>
            <p:nvPr/>
          </p:nvSpPr>
          <p:spPr>
            <a:xfrm>
              <a:off x="3967200" y="2775025"/>
              <a:ext cx="114650" cy="266750"/>
            </a:xfrm>
            <a:custGeom>
              <a:avLst/>
              <a:gdLst/>
              <a:ahLst/>
              <a:cxnLst/>
              <a:rect l="l" t="t" r="r" b="b"/>
              <a:pathLst>
                <a:path w="4586" h="10670" extrusionOk="0">
                  <a:moveTo>
                    <a:pt x="513" y="1"/>
                  </a:moveTo>
                  <a:lnTo>
                    <a:pt x="398" y="27"/>
                  </a:lnTo>
                  <a:lnTo>
                    <a:pt x="295" y="78"/>
                  </a:lnTo>
                  <a:lnTo>
                    <a:pt x="206" y="155"/>
                  </a:lnTo>
                  <a:lnTo>
                    <a:pt x="116" y="244"/>
                  </a:lnTo>
                  <a:lnTo>
                    <a:pt x="52" y="347"/>
                  </a:lnTo>
                  <a:lnTo>
                    <a:pt x="13" y="462"/>
                  </a:lnTo>
                  <a:lnTo>
                    <a:pt x="1" y="577"/>
                  </a:lnTo>
                  <a:lnTo>
                    <a:pt x="1" y="693"/>
                  </a:lnTo>
                  <a:lnTo>
                    <a:pt x="26" y="808"/>
                  </a:lnTo>
                  <a:lnTo>
                    <a:pt x="78" y="910"/>
                  </a:lnTo>
                  <a:lnTo>
                    <a:pt x="154" y="1013"/>
                  </a:lnTo>
                  <a:lnTo>
                    <a:pt x="244" y="1090"/>
                  </a:lnTo>
                  <a:lnTo>
                    <a:pt x="3369" y="3421"/>
                  </a:lnTo>
                  <a:lnTo>
                    <a:pt x="3369" y="10055"/>
                  </a:lnTo>
                  <a:lnTo>
                    <a:pt x="3382" y="10183"/>
                  </a:lnTo>
                  <a:lnTo>
                    <a:pt x="3420" y="10299"/>
                  </a:lnTo>
                  <a:lnTo>
                    <a:pt x="3472" y="10401"/>
                  </a:lnTo>
                  <a:lnTo>
                    <a:pt x="3548" y="10491"/>
                  </a:lnTo>
                  <a:lnTo>
                    <a:pt x="3638" y="10567"/>
                  </a:lnTo>
                  <a:lnTo>
                    <a:pt x="3741" y="10619"/>
                  </a:lnTo>
                  <a:lnTo>
                    <a:pt x="3856" y="10657"/>
                  </a:lnTo>
                  <a:lnTo>
                    <a:pt x="3971" y="10670"/>
                  </a:lnTo>
                  <a:lnTo>
                    <a:pt x="4099" y="10657"/>
                  </a:lnTo>
                  <a:lnTo>
                    <a:pt x="4214" y="10619"/>
                  </a:lnTo>
                  <a:lnTo>
                    <a:pt x="4317" y="10567"/>
                  </a:lnTo>
                  <a:lnTo>
                    <a:pt x="4407" y="10491"/>
                  </a:lnTo>
                  <a:lnTo>
                    <a:pt x="4483" y="10401"/>
                  </a:lnTo>
                  <a:lnTo>
                    <a:pt x="4535" y="10299"/>
                  </a:lnTo>
                  <a:lnTo>
                    <a:pt x="4573" y="10183"/>
                  </a:lnTo>
                  <a:lnTo>
                    <a:pt x="4586" y="10055"/>
                  </a:lnTo>
                  <a:lnTo>
                    <a:pt x="4586" y="3113"/>
                  </a:lnTo>
                  <a:lnTo>
                    <a:pt x="4573" y="3036"/>
                  </a:lnTo>
                  <a:lnTo>
                    <a:pt x="4560" y="2972"/>
                  </a:lnTo>
                  <a:lnTo>
                    <a:pt x="4547" y="2896"/>
                  </a:lnTo>
                  <a:lnTo>
                    <a:pt x="4522" y="2832"/>
                  </a:lnTo>
                  <a:lnTo>
                    <a:pt x="4483" y="2780"/>
                  </a:lnTo>
                  <a:lnTo>
                    <a:pt x="4445" y="2716"/>
                  </a:lnTo>
                  <a:lnTo>
                    <a:pt x="4394" y="2665"/>
                  </a:lnTo>
                  <a:lnTo>
                    <a:pt x="4330" y="2627"/>
                  </a:lnTo>
                  <a:lnTo>
                    <a:pt x="961" y="116"/>
                  </a:lnTo>
                  <a:lnTo>
                    <a:pt x="859" y="52"/>
                  </a:lnTo>
                  <a:lnTo>
                    <a:pt x="744" y="14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4" name="Google Shape;2284;p44"/>
            <p:cNvSpPr/>
            <p:nvPr/>
          </p:nvSpPr>
          <p:spPr>
            <a:xfrm>
              <a:off x="3400125" y="2793925"/>
              <a:ext cx="254275" cy="218400"/>
            </a:xfrm>
            <a:custGeom>
              <a:avLst/>
              <a:gdLst/>
              <a:ahLst/>
              <a:cxnLst/>
              <a:rect l="l" t="t" r="r" b="b"/>
              <a:pathLst>
                <a:path w="10171" h="8736" extrusionOk="0">
                  <a:moveTo>
                    <a:pt x="9556" y="1"/>
                  </a:moveTo>
                  <a:lnTo>
                    <a:pt x="9440" y="13"/>
                  </a:lnTo>
                  <a:lnTo>
                    <a:pt x="9325" y="52"/>
                  </a:lnTo>
                  <a:lnTo>
                    <a:pt x="9223" y="103"/>
                  </a:lnTo>
                  <a:lnTo>
                    <a:pt x="9133" y="180"/>
                  </a:lnTo>
                  <a:lnTo>
                    <a:pt x="5483" y="3971"/>
                  </a:lnTo>
                  <a:lnTo>
                    <a:pt x="616" y="3971"/>
                  </a:lnTo>
                  <a:lnTo>
                    <a:pt x="488" y="3984"/>
                  </a:lnTo>
                  <a:lnTo>
                    <a:pt x="372" y="4022"/>
                  </a:lnTo>
                  <a:lnTo>
                    <a:pt x="270" y="4074"/>
                  </a:lnTo>
                  <a:lnTo>
                    <a:pt x="180" y="4150"/>
                  </a:lnTo>
                  <a:lnTo>
                    <a:pt x="103" y="4240"/>
                  </a:lnTo>
                  <a:lnTo>
                    <a:pt x="52" y="4343"/>
                  </a:lnTo>
                  <a:lnTo>
                    <a:pt x="14" y="4458"/>
                  </a:lnTo>
                  <a:lnTo>
                    <a:pt x="1" y="4573"/>
                  </a:lnTo>
                  <a:lnTo>
                    <a:pt x="1" y="8134"/>
                  </a:lnTo>
                  <a:lnTo>
                    <a:pt x="14" y="8249"/>
                  </a:lnTo>
                  <a:lnTo>
                    <a:pt x="52" y="8364"/>
                  </a:lnTo>
                  <a:lnTo>
                    <a:pt x="103" y="8467"/>
                  </a:lnTo>
                  <a:lnTo>
                    <a:pt x="180" y="8556"/>
                  </a:lnTo>
                  <a:lnTo>
                    <a:pt x="270" y="8633"/>
                  </a:lnTo>
                  <a:lnTo>
                    <a:pt x="372" y="8684"/>
                  </a:lnTo>
                  <a:lnTo>
                    <a:pt x="488" y="8723"/>
                  </a:lnTo>
                  <a:lnTo>
                    <a:pt x="616" y="8736"/>
                  </a:lnTo>
                  <a:lnTo>
                    <a:pt x="731" y="8723"/>
                  </a:lnTo>
                  <a:lnTo>
                    <a:pt x="846" y="8684"/>
                  </a:lnTo>
                  <a:lnTo>
                    <a:pt x="949" y="8633"/>
                  </a:lnTo>
                  <a:lnTo>
                    <a:pt x="1038" y="8556"/>
                  </a:lnTo>
                  <a:lnTo>
                    <a:pt x="1115" y="8467"/>
                  </a:lnTo>
                  <a:lnTo>
                    <a:pt x="1166" y="8364"/>
                  </a:lnTo>
                  <a:lnTo>
                    <a:pt x="1205" y="8249"/>
                  </a:lnTo>
                  <a:lnTo>
                    <a:pt x="1218" y="8134"/>
                  </a:lnTo>
                  <a:lnTo>
                    <a:pt x="1218" y="5188"/>
                  </a:lnTo>
                  <a:lnTo>
                    <a:pt x="5739" y="5188"/>
                  </a:lnTo>
                  <a:lnTo>
                    <a:pt x="5854" y="5175"/>
                  </a:lnTo>
                  <a:lnTo>
                    <a:pt x="5969" y="5137"/>
                  </a:lnTo>
                  <a:lnTo>
                    <a:pt x="6085" y="5073"/>
                  </a:lnTo>
                  <a:lnTo>
                    <a:pt x="6174" y="4996"/>
                  </a:lnTo>
                  <a:lnTo>
                    <a:pt x="10004" y="1025"/>
                  </a:lnTo>
                  <a:lnTo>
                    <a:pt x="10081" y="923"/>
                  </a:lnTo>
                  <a:lnTo>
                    <a:pt x="10132" y="820"/>
                  </a:lnTo>
                  <a:lnTo>
                    <a:pt x="10158" y="705"/>
                  </a:lnTo>
                  <a:lnTo>
                    <a:pt x="10170" y="590"/>
                  </a:lnTo>
                  <a:lnTo>
                    <a:pt x="10158" y="475"/>
                  </a:lnTo>
                  <a:lnTo>
                    <a:pt x="10119" y="359"/>
                  </a:lnTo>
                  <a:lnTo>
                    <a:pt x="10068" y="257"/>
                  </a:lnTo>
                  <a:lnTo>
                    <a:pt x="9991" y="167"/>
                  </a:lnTo>
                  <a:lnTo>
                    <a:pt x="9889" y="90"/>
                  </a:lnTo>
                  <a:lnTo>
                    <a:pt x="9786" y="39"/>
                  </a:lnTo>
                  <a:lnTo>
                    <a:pt x="96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5" name="Google Shape;2285;p44"/>
            <p:cNvSpPr/>
            <p:nvPr/>
          </p:nvSpPr>
          <p:spPr>
            <a:xfrm>
              <a:off x="3283275" y="2700750"/>
              <a:ext cx="289150" cy="104725"/>
            </a:xfrm>
            <a:custGeom>
              <a:avLst/>
              <a:gdLst/>
              <a:ahLst/>
              <a:cxnLst/>
              <a:rect l="l" t="t" r="r" b="b"/>
              <a:pathLst>
                <a:path w="11566" h="4189" extrusionOk="0">
                  <a:moveTo>
                    <a:pt x="10887" y="1"/>
                  </a:moveTo>
                  <a:lnTo>
                    <a:pt x="10771" y="26"/>
                  </a:lnTo>
                  <a:lnTo>
                    <a:pt x="10669" y="77"/>
                  </a:lnTo>
                  <a:lnTo>
                    <a:pt x="10567" y="141"/>
                  </a:lnTo>
                  <a:lnTo>
                    <a:pt x="7288" y="2972"/>
                  </a:lnTo>
                  <a:lnTo>
                    <a:pt x="602" y="2972"/>
                  </a:lnTo>
                  <a:lnTo>
                    <a:pt x="487" y="2985"/>
                  </a:lnTo>
                  <a:lnTo>
                    <a:pt x="372" y="3023"/>
                  </a:lnTo>
                  <a:lnTo>
                    <a:pt x="269" y="3074"/>
                  </a:lnTo>
                  <a:lnTo>
                    <a:pt x="179" y="3151"/>
                  </a:lnTo>
                  <a:lnTo>
                    <a:pt x="103" y="3241"/>
                  </a:lnTo>
                  <a:lnTo>
                    <a:pt x="51" y="3343"/>
                  </a:lnTo>
                  <a:lnTo>
                    <a:pt x="13" y="3459"/>
                  </a:lnTo>
                  <a:lnTo>
                    <a:pt x="0" y="3574"/>
                  </a:lnTo>
                  <a:lnTo>
                    <a:pt x="13" y="3702"/>
                  </a:lnTo>
                  <a:lnTo>
                    <a:pt x="51" y="3817"/>
                  </a:lnTo>
                  <a:lnTo>
                    <a:pt x="103" y="3920"/>
                  </a:lnTo>
                  <a:lnTo>
                    <a:pt x="179" y="4009"/>
                  </a:lnTo>
                  <a:lnTo>
                    <a:pt x="269" y="4073"/>
                  </a:lnTo>
                  <a:lnTo>
                    <a:pt x="372" y="4137"/>
                  </a:lnTo>
                  <a:lnTo>
                    <a:pt x="487" y="4176"/>
                  </a:lnTo>
                  <a:lnTo>
                    <a:pt x="602" y="4189"/>
                  </a:lnTo>
                  <a:lnTo>
                    <a:pt x="7518" y="4189"/>
                  </a:lnTo>
                  <a:lnTo>
                    <a:pt x="7621" y="4176"/>
                  </a:lnTo>
                  <a:lnTo>
                    <a:pt x="7723" y="4150"/>
                  </a:lnTo>
                  <a:lnTo>
                    <a:pt x="7826" y="4099"/>
                  </a:lnTo>
                  <a:lnTo>
                    <a:pt x="7915" y="4035"/>
                  </a:lnTo>
                  <a:lnTo>
                    <a:pt x="11361" y="1064"/>
                  </a:lnTo>
                  <a:lnTo>
                    <a:pt x="11450" y="974"/>
                  </a:lnTo>
                  <a:lnTo>
                    <a:pt x="11502" y="871"/>
                  </a:lnTo>
                  <a:lnTo>
                    <a:pt x="11553" y="769"/>
                  </a:lnTo>
                  <a:lnTo>
                    <a:pt x="11566" y="654"/>
                  </a:lnTo>
                  <a:lnTo>
                    <a:pt x="11566" y="526"/>
                  </a:lnTo>
                  <a:lnTo>
                    <a:pt x="11540" y="423"/>
                  </a:lnTo>
                  <a:lnTo>
                    <a:pt x="11489" y="308"/>
                  </a:lnTo>
                  <a:lnTo>
                    <a:pt x="11425" y="205"/>
                  </a:lnTo>
                  <a:lnTo>
                    <a:pt x="11335" y="129"/>
                  </a:lnTo>
                  <a:lnTo>
                    <a:pt x="11233" y="65"/>
                  </a:lnTo>
                  <a:lnTo>
                    <a:pt x="11117" y="13"/>
                  </a:lnTo>
                  <a:lnTo>
                    <a:pt x="110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6" name="Google Shape;2286;p44"/>
            <p:cNvSpPr/>
            <p:nvPr/>
          </p:nvSpPr>
          <p:spPr>
            <a:xfrm>
              <a:off x="3350175" y="2633825"/>
              <a:ext cx="192475" cy="30450"/>
            </a:xfrm>
            <a:custGeom>
              <a:avLst/>
              <a:gdLst/>
              <a:ahLst/>
              <a:cxnLst/>
              <a:rect l="l" t="t" r="r" b="b"/>
              <a:pathLst>
                <a:path w="7699" h="1218" extrusionOk="0">
                  <a:moveTo>
                    <a:pt x="603" y="1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70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03"/>
                  </a:lnTo>
                  <a:lnTo>
                    <a:pt x="14" y="731"/>
                  </a:lnTo>
                  <a:lnTo>
                    <a:pt x="52" y="846"/>
                  </a:lnTo>
                  <a:lnTo>
                    <a:pt x="103" y="948"/>
                  </a:lnTo>
                  <a:lnTo>
                    <a:pt x="180" y="1038"/>
                  </a:lnTo>
                  <a:lnTo>
                    <a:pt x="270" y="1115"/>
                  </a:lnTo>
                  <a:lnTo>
                    <a:pt x="372" y="1166"/>
                  </a:lnTo>
                  <a:lnTo>
                    <a:pt x="488" y="1205"/>
                  </a:lnTo>
                  <a:lnTo>
                    <a:pt x="603" y="1217"/>
                  </a:lnTo>
                  <a:lnTo>
                    <a:pt x="7084" y="1217"/>
                  </a:lnTo>
                  <a:lnTo>
                    <a:pt x="7212" y="1205"/>
                  </a:lnTo>
                  <a:lnTo>
                    <a:pt x="7327" y="1166"/>
                  </a:lnTo>
                  <a:lnTo>
                    <a:pt x="7429" y="1115"/>
                  </a:lnTo>
                  <a:lnTo>
                    <a:pt x="7519" y="1038"/>
                  </a:lnTo>
                  <a:lnTo>
                    <a:pt x="7596" y="948"/>
                  </a:lnTo>
                  <a:lnTo>
                    <a:pt x="7647" y="846"/>
                  </a:lnTo>
                  <a:lnTo>
                    <a:pt x="7686" y="731"/>
                  </a:lnTo>
                  <a:lnTo>
                    <a:pt x="7698" y="603"/>
                  </a:lnTo>
                  <a:lnTo>
                    <a:pt x="7686" y="487"/>
                  </a:lnTo>
                  <a:lnTo>
                    <a:pt x="7647" y="372"/>
                  </a:lnTo>
                  <a:lnTo>
                    <a:pt x="7596" y="270"/>
                  </a:lnTo>
                  <a:lnTo>
                    <a:pt x="7519" y="180"/>
                  </a:lnTo>
                  <a:lnTo>
                    <a:pt x="7429" y="103"/>
                  </a:lnTo>
                  <a:lnTo>
                    <a:pt x="7327" y="52"/>
                  </a:lnTo>
                  <a:lnTo>
                    <a:pt x="7212" y="13"/>
                  </a:lnTo>
                  <a:lnTo>
                    <a:pt x="70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7" name="Google Shape;2287;p44"/>
            <p:cNvSpPr/>
            <p:nvPr/>
          </p:nvSpPr>
          <p:spPr>
            <a:xfrm>
              <a:off x="3283275" y="2447150"/>
              <a:ext cx="256800" cy="130675"/>
            </a:xfrm>
            <a:custGeom>
              <a:avLst/>
              <a:gdLst/>
              <a:ahLst/>
              <a:cxnLst/>
              <a:rect l="l" t="t" r="r" b="b"/>
              <a:pathLst>
                <a:path w="10272" h="5227" extrusionOk="0">
                  <a:moveTo>
                    <a:pt x="615" y="1"/>
                  </a:moveTo>
                  <a:lnTo>
                    <a:pt x="500" y="13"/>
                  </a:lnTo>
                  <a:lnTo>
                    <a:pt x="384" y="39"/>
                  </a:lnTo>
                  <a:lnTo>
                    <a:pt x="282" y="103"/>
                  </a:lnTo>
                  <a:lnTo>
                    <a:pt x="192" y="167"/>
                  </a:lnTo>
                  <a:lnTo>
                    <a:pt x="115" y="257"/>
                  </a:lnTo>
                  <a:lnTo>
                    <a:pt x="51" y="359"/>
                  </a:lnTo>
                  <a:lnTo>
                    <a:pt x="13" y="487"/>
                  </a:lnTo>
                  <a:lnTo>
                    <a:pt x="0" y="603"/>
                  </a:lnTo>
                  <a:lnTo>
                    <a:pt x="13" y="718"/>
                  </a:lnTo>
                  <a:lnTo>
                    <a:pt x="39" y="833"/>
                  </a:lnTo>
                  <a:lnTo>
                    <a:pt x="90" y="936"/>
                  </a:lnTo>
                  <a:lnTo>
                    <a:pt x="167" y="1025"/>
                  </a:lnTo>
                  <a:lnTo>
                    <a:pt x="256" y="1102"/>
                  </a:lnTo>
                  <a:lnTo>
                    <a:pt x="359" y="1166"/>
                  </a:lnTo>
                  <a:lnTo>
                    <a:pt x="9414" y="5175"/>
                  </a:lnTo>
                  <a:lnTo>
                    <a:pt x="9542" y="5213"/>
                  </a:lnTo>
                  <a:lnTo>
                    <a:pt x="9670" y="5226"/>
                  </a:lnTo>
                  <a:lnTo>
                    <a:pt x="9747" y="5226"/>
                  </a:lnTo>
                  <a:lnTo>
                    <a:pt x="9837" y="5201"/>
                  </a:lnTo>
                  <a:lnTo>
                    <a:pt x="9913" y="5175"/>
                  </a:lnTo>
                  <a:lnTo>
                    <a:pt x="9990" y="5137"/>
                  </a:lnTo>
                  <a:lnTo>
                    <a:pt x="10067" y="5085"/>
                  </a:lnTo>
                  <a:lnTo>
                    <a:pt x="10118" y="5021"/>
                  </a:lnTo>
                  <a:lnTo>
                    <a:pt x="10182" y="4945"/>
                  </a:lnTo>
                  <a:lnTo>
                    <a:pt x="10221" y="4868"/>
                  </a:lnTo>
                  <a:lnTo>
                    <a:pt x="10259" y="4752"/>
                  </a:lnTo>
                  <a:lnTo>
                    <a:pt x="10272" y="4637"/>
                  </a:lnTo>
                  <a:lnTo>
                    <a:pt x="10259" y="4509"/>
                  </a:lnTo>
                  <a:lnTo>
                    <a:pt x="10234" y="4407"/>
                  </a:lnTo>
                  <a:lnTo>
                    <a:pt x="10182" y="4304"/>
                  </a:lnTo>
                  <a:lnTo>
                    <a:pt x="10105" y="4202"/>
                  </a:lnTo>
                  <a:lnTo>
                    <a:pt x="10016" y="4125"/>
                  </a:lnTo>
                  <a:lnTo>
                    <a:pt x="9913" y="4061"/>
                  </a:lnTo>
                  <a:lnTo>
                    <a:pt x="858" y="52"/>
                  </a:lnTo>
                  <a:lnTo>
                    <a:pt x="743" y="13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8" name="Google Shape;2288;p44"/>
            <p:cNvSpPr/>
            <p:nvPr/>
          </p:nvSpPr>
          <p:spPr>
            <a:xfrm>
              <a:off x="3366825" y="2191000"/>
              <a:ext cx="205600" cy="281150"/>
            </a:xfrm>
            <a:custGeom>
              <a:avLst/>
              <a:gdLst/>
              <a:ahLst/>
              <a:cxnLst/>
              <a:rect l="l" t="t" r="r" b="b"/>
              <a:pathLst>
                <a:path w="8224" h="11246" extrusionOk="0">
                  <a:moveTo>
                    <a:pt x="603" y="0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15"/>
                  </a:lnTo>
                  <a:lnTo>
                    <a:pt x="1" y="7198"/>
                  </a:lnTo>
                  <a:lnTo>
                    <a:pt x="1" y="7288"/>
                  </a:lnTo>
                  <a:lnTo>
                    <a:pt x="27" y="7365"/>
                  </a:lnTo>
                  <a:lnTo>
                    <a:pt x="52" y="7455"/>
                  </a:lnTo>
                  <a:lnTo>
                    <a:pt x="91" y="7519"/>
                  </a:lnTo>
                  <a:lnTo>
                    <a:pt x="142" y="7595"/>
                  </a:lnTo>
                  <a:lnTo>
                    <a:pt x="206" y="7647"/>
                  </a:lnTo>
                  <a:lnTo>
                    <a:pt x="270" y="7698"/>
                  </a:lnTo>
                  <a:lnTo>
                    <a:pt x="347" y="7749"/>
                  </a:lnTo>
                  <a:lnTo>
                    <a:pt x="7353" y="11182"/>
                  </a:lnTo>
                  <a:lnTo>
                    <a:pt x="7417" y="11207"/>
                  </a:lnTo>
                  <a:lnTo>
                    <a:pt x="7481" y="11220"/>
                  </a:lnTo>
                  <a:lnTo>
                    <a:pt x="7558" y="11233"/>
                  </a:lnTo>
                  <a:lnTo>
                    <a:pt x="7622" y="11246"/>
                  </a:lnTo>
                  <a:lnTo>
                    <a:pt x="7698" y="11233"/>
                  </a:lnTo>
                  <a:lnTo>
                    <a:pt x="7788" y="11220"/>
                  </a:lnTo>
                  <a:lnTo>
                    <a:pt x="7865" y="11194"/>
                  </a:lnTo>
                  <a:lnTo>
                    <a:pt x="7942" y="11156"/>
                  </a:lnTo>
                  <a:lnTo>
                    <a:pt x="8006" y="11105"/>
                  </a:lnTo>
                  <a:lnTo>
                    <a:pt x="8070" y="11041"/>
                  </a:lnTo>
                  <a:lnTo>
                    <a:pt x="8121" y="10977"/>
                  </a:lnTo>
                  <a:lnTo>
                    <a:pt x="8172" y="10900"/>
                  </a:lnTo>
                  <a:lnTo>
                    <a:pt x="8211" y="10785"/>
                  </a:lnTo>
                  <a:lnTo>
                    <a:pt x="8224" y="10669"/>
                  </a:lnTo>
                  <a:lnTo>
                    <a:pt x="8224" y="10554"/>
                  </a:lnTo>
                  <a:lnTo>
                    <a:pt x="8198" y="10439"/>
                  </a:lnTo>
                  <a:lnTo>
                    <a:pt x="8147" y="10336"/>
                  </a:lnTo>
                  <a:lnTo>
                    <a:pt x="8083" y="10234"/>
                  </a:lnTo>
                  <a:lnTo>
                    <a:pt x="7993" y="10157"/>
                  </a:lnTo>
                  <a:lnTo>
                    <a:pt x="7891" y="10093"/>
                  </a:lnTo>
                  <a:lnTo>
                    <a:pt x="1218" y="6827"/>
                  </a:lnTo>
                  <a:lnTo>
                    <a:pt x="1218" y="615"/>
                  </a:lnTo>
                  <a:lnTo>
                    <a:pt x="1205" y="487"/>
                  </a:lnTo>
                  <a:lnTo>
                    <a:pt x="1166" y="372"/>
                  </a:lnTo>
                  <a:lnTo>
                    <a:pt x="1115" y="269"/>
                  </a:lnTo>
                  <a:lnTo>
                    <a:pt x="1038" y="180"/>
                  </a:lnTo>
                  <a:lnTo>
                    <a:pt x="949" y="103"/>
                  </a:lnTo>
                  <a:lnTo>
                    <a:pt x="846" y="52"/>
                  </a:lnTo>
                  <a:lnTo>
                    <a:pt x="731" y="13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9" name="Google Shape;2289;p44"/>
            <p:cNvSpPr/>
            <p:nvPr/>
          </p:nvSpPr>
          <p:spPr>
            <a:xfrm>
              <a:off x="3483700" y="2207650"/>
              <a:ext cx="209125" cy="147950"/>
            </a:xfrm>
            <a:custGeom>
              <a:avLst/>
              <a:gdLst/>
              <a:ahLst/>
              <a:cxnLst/>
              <a:rect l="l" t="t" r="r" b="b"/>
              <a:pathLst>
                <a:path w="8365" h="5918" extrusionOk="0">
                  <a:moveTo>
                    <a:pt x="616" y="0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15"/>
                  </a:lnTo>
                  <a:lnTo>
                    <a:pt x="14" y="730"/>
                  </a:lnTo>
                  <a:lnTo>
                    <a:pt x="52" y="846"/>
                  </a:lnTo>
                  <a:lnTo>
                    <a:pt x="103" y="948"/>
                  </a:lnTo>
                  <a:lnTo>
                    <a:pt x="180" y="1038"/>
                  </a:lnTo>
                  <a:lnTo>
                    <a:pt x="270" y="1115"/>
                  </a:lnTo>
                  <a:lnTo>
                    <a:pt x="372" y="1166"/>
                  </a:lnTo>
                  <a:lnTo>
                    <a:pt x="488" y="1204"/>
                  </a:lnTo>
                  <a:lnTo>
                    <a:pt x="616" y="1217"/>
                  </a:lnTo>
                  <a:lnTo>
                    <a:pt x="3677" y="1217"/>
                  </a:lnTo>
                  <a:lnTo>
                    <a:pt x="3677" y="3625"/>
                  </a:lnTo>
                  <a:lnTo>
                    <a:pt x="3677" y="3702"/>
                  </a:lnTo>
                  <a:lnTo>
                    <a:pt x="3702" y="3792"/>
                  </a:lnTo>
                  <a:lnTo>
                    <a:pt x="3728" y="3868"/>
                  </a:lnTo>
                  <a:lnTo>
                    <a:pt x="3766" y="3945"/>
                  </a:lnTo>
                  <a:lnTo>
                    <a:pt x="3818" y="4009"/>
                  </a:lnTo>
                  <a:lnTo>
                    <a:pt x="3882" y="4073"/>
                  </a:lnTo>
                  <a:lnTo>
                    <a:pt x="3946" y="4125"/>
                  </a:lnTo>
                  <a:lnTo>
                    <a:pt x="4022" y="4163"/>
                  </a:lnTo>
                  <a:lnTo>
                    <a:pt x="7493" y="5854"/>
                  </a:lnTo>
                  <a:lnTo>
                    <a:pt x="7557" y="5892"/>
                  </a:lnTo>
                  <a:lnTo>
                    <a:pt x="7634" y="5905"/>
                  </a:lnTo>
                  <a:lnTo>
                    <a:pt x="7762" y="5918"/>
                  </a:lnTo>
                  <a:lnTo>
                    <a:pt x="7852" y="5918"/>
                  </a:lnTo>
                  <a:lnTo>
                    <a:pt x="7929" y="5892"/>
                  </a:lnTo>
                  <a:lnTo>
                    <a:pt x="8006" y="5866"/>
                  </a:lnTo>
                  <a:lnTo>
                    <a:pt x="8083" y="5828"/>
                  </a:lnTo>
                  <a:lnTo>
                    <a:pt x="8147" y="5777"/>
                  </a:lnTo>
                  <a:lnTo>
                    <a:pt x="8211" y="5726"/>
                  </a:lnTo>
                  <a:lnTo>
                    <a:pt x="8262" y="5661"/>
                  </a:lnTo>
                  <a:lnTo>
                    <a:pt x="8313" y="5585"/>
                  </a:lnTo>
                  <a:lnTo>
                    <a:pt x="8352" y="5469"/>
                  </a:lnTo>
                  <a:lnTo>
                    <a:pt x="8364" y="5341"/>
                  </a:lnTo>
                  <a:lnTo>
                    <a:pt x="8364" y="5226"/>
                  </a:lnTo>
                  <a:lnTo>
                    <a:pt x="8339" y="5111"/>
                  </a:lnTo>
                  <a:lnTo>
                    <a:pt x="8287" y="5008"/>
                  </a:lnTo>
                  <a:lnTo>
                    <a:pt x="8223" y="4919"/>
                  </a:lnTo>
                  <a:lnTo>
                    <a:pt x="8134" y="4829"/>
                  </a:lnTo>
                  <a:lnTo>
                    <a:pt x="8031" y="4765"/>
                  </a:lnTo>
                  <a:lnTo>
                    <a:pt x="4893" y="3241"/>
                  </a:lnTo>
                  <a:lnTo>
                    <a:pt x="4893" y="615"/>
                  </a:lnTo>
                  <a:lnTo>
                    <a:pt x="4881" y="487"/>
                  </a:lnTo>
                  <a:lnTo>
                    <a:pt x="4842" y="372"/>
                  </a:lnTo>
                  <a:lnTo>
                    <a:pt x="4791" y="269"/>
                  </a:lnTo>
                  <a:lnTo>
                    <a:pt x="4714" y="180"/>
                  </a:lnTo>
                  <a:lnTo>
                    <a:pt x="4624" y="103"/>
                  </a:lnTo>
                  <a:lnTo>
                    <a:pt x="4522" y="52"/>
                  </a:lnTo>
                  <a:lnTo>
                    <a:pt x="4407" y="13"/>
                  </a:lnTo>
                  <a:lnTo>
                    <a:pt x="42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0" name="Google Shape;2290;p44"/>
            <p:cNvSpPr/>
            <p:nvPr/>
          </p:nvSpPr>
          <p:spPr>
            <a:xfrm>
              <a:off x="3709450" y="2843550"/>
              <a:ext cx="166525" cy="254275"/>
            </a:xfrm>
            <a:custGeom>
              <a:avLst/>
              <a:gdLst/>
              <a:ahLst/>
              <a:cxnLst/>
              <a:rect l="l" t="t" r="r" b="b"/>
              <a:pathLst>
                <a:path w="6661" h="10171" extrusionOk="0">
                  <a:moveTo>
                    <a:pt x="0" y="1"/>
                  </a:moveTo>
                  <a:lnTo>
                    <a:pt x="0" y="6840"/>
                  </a:lnTo>
                  <a:lnTo>
                    <a:pt x="0" y="7007"/>
                  </a:lnTo>
                  <a:lnTo>
                    <a:pt x="13" y="7173"/>
                  </a:lnTo>
                  <a:lnTo>
                    <a:pt x="39" y="7340"/>
                  </a:lnTo>
                  <a:lnTo>
                    <a:pt x="64" y="7506"/>
                  </a:lnTo>
                  <a:lnTo>
                    <a:pt x="103" y="7673"/>
                  </a:lnTo>
                  <a:lnTo>
                    <a:pt x="154" y="7826"/>
                  </a:lnTo>
                  <a:lnTo>
                    <a:pt x="205" y="7980"/>
                  </a:lnTo>
                  <a:lnTo>
                    <a:pt x="256" y="8134"/>
                  </a:lnTo>
                  <a:lnTo>
                    <a:pt x="321" y="8275"/>
                  </a:lnTo>
                  <a:lnTo>
                    <a:pt x="397" y="8428"/>
                  </a:lnTo>
                  <a:lnTo>
                    <a:pt x="474" y="8557"/>
                  </a:lnTo>
                  <a:lnTo>
                    <a:pt x="564" y="8697"/>
                  </a:lnTo>
                  <a:lnTo>
                    <a:pt x="756" y="8954"/>
                  </a:lnTo>
                  <a:lnTo>
                    <a:pt x="974" y="9197"/>
                  </a:lnTo>
                  <a:lnTo>
                    <a:pt x="1204" y="9402"/>
                  </a:lnTo>
                  <a:lnTo>
                    <a:pt x="1460" y="9594"/>
                  </a:lnTo>
                  <a:lnTo>
                    <a:pt x="1601" y="9684"/>
                  </a:lnTo>
                  <a:lnTo>
                    <a:pt x="1742" y="9760"/>
                  </a:lnTo>
                  <a:lnTo>
                    <a:pt x="1883" y="9837"/>
                  </a:lnTo>
                  <a:lnTo>
                    <a:pt x="2037" y="9901"/>
                  </a:lnTo>
                  <a:lnTo>
                    <a:pt x="2178" y="9965"/>
                  </a:lnTo>
                  <a:lnTo>
                    <a:pt x="2344" y="10017"/>
                  </a:lnTo>
                  <a:lnTo>
                    <a:pt x="2498" y="10055"/>
                  </a:lnTo>
                  <a:lnTo>
                    <a:pt x="2652" y="10093"/>
                  </a:lnTo>
                  <a:lnTo>
                    <a:pt x="2818" y="10132"/>
                  </a:lnTo>
                  <a:lnTo>
                    <a:pt x="2985" y="10145"/>
                  </a:lnTo>
                  <a:lnTo>
                    <a:pt x="3151" y="10158"/>
                  </a:lnTo>
                  <a:lnTo>
                    <a:pt x="3330" y="10170"/>
                  </a:lnTo>
                  <a:lnTo>
                    <a:pt x="3497" y="10158"/>
                  </a:lnTo>
                  <a:lnTo>
                    <a:pt x="3663" y="10145"/>
                  </a:lnTo>
                  <a:lnTo>
                    <a:pt x="3830" y="10132"/>
                  </a:lnTo>
                  <a:lnTo>
                    <a:pt x="3996" y="10093"/>
                  </a:lnTo>
                  <a:lnTo>
                    <a:pt x="4163" y="10055"/>
                  </a:lnTo>
                  <a:lnTo>
                    <a:pt x="4317" y="10017"/>
                  </a:lnTo>
                  <a:lnTo>
                    <a:pt x="4470" y="9965"/>
                  </a:lnTo>
                  <a:lnTo>
                    <a:pt x="4624" y="9901"/>
                  </a:lnTo>
                  <a:lnTo>
                    <a:pt x="4778" y="9837"/>
                  </a:lnTo>
                  <a:lnTo>
                    <a:pt x="4919" y="9760"/>
                  </a:lnTo>
                  <a:lnTo>
                    <a:pt x="5059" y="9684"/>
                  </a:lnTo>
                  <a:lnTo>
                    <a:pt x="5188" y="9594"/>
                  </a:lnTo>
                  <a:lnTo>
                    <a:pt x="5444" y="9402"/>
                  </a:lnTo>
                  <a:lnTo>
                    <a:pt x="5687" y="9197"/>
                  </a:lnTo>
                  <a:lnTo>
                    <a:pt x="5892" y="8954"/>
                  </a:lnTo>
                  <a:lnTo>
                    <a:pt x="6084" y="8697"/>
                  </a:lnTo>
                  <a:lnTo>
                    <a:pt x="6174" y="8557"/>
                  </a:lnTo>
                  <a:lnTo>
                    <a:pt x="6251" y="8428"/>
                  </a:lnTo>
                  <a:lnTo>
                    <a:pt x="6327" y="8275"/>
                  </a:lnTo>
                  <a:lnTo>
                    <a:pt x="6391" y="8134"/>
                  </a:lnTo>
                  <a:lnTo>
                    <a:pt x="6455" y="7980"/>
                  </a:lnTo>
                  <a:lnTo>
                    <a:pt x="6507" y="7826"/>
                  </a:lnTo>
                  <a:lnTo>
                    <a:pt x="6558" y="7673"/>
                  </a:lnTo>
                  <a:lnTo>
                    <a:pt x="6596" y="7506"/>
                  </a:lnTo>
                  <a:lnTo>
                    <a:pt x="6622" y="7340"/>
                  </a:lnTo>
                  <a:lnTo>
                    <a:pt x="6635" y="7173"/>
                  </a:lnTo>
                  <a:lnTo>
                    <a:pt x="6648" y="7007"/>
                  </a:lnTo>
                  <a:lnTo>
                    <a:pt x="6660" y="6840"/>
                  </a:lnTo>
                  <a:lnTo>
                    <a:pt x="66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1" name="Google Shape;2291;p44"/>
            <p:cNvSpPr/>
            <p:nvPr/>
          </p:nvSpPr>
          <p:spPr>
            <a:xfrm>
              <a:off x="3669425" y="2834275"/>
              <a:ext cx="246250" cy="188625"/>
            </a:xfrm>
            <a:custGeom>
              <a:avLst/>
              <a:gdLst/>
              <a:ahLst/>
              <a:cxnLst/>
              <a:rect l="l" t="t" r="r" b="b"/>
              <a:pathLst>
                <a:path w="9850" h="7545" extrusionOk="0">
                  <a:moveTo>
                    <a:pt x="0" y="0"/>
                  </a:moveTo>
                  <a:lnTo>
                    <a:pt x="0" y="6648"/>
                  </a:lnTo>
                  <a:lnTo>
                    <a:pt x="13" y="6737"/>
                  </a:lnTo>
                  <a:lnTo>
                    <a:pt x="26" y="6827"/>
                  </a:lnTo>
                  <a:lnTo>
                    <a:pt x="52" y="6917"/>
                  </a:lnTo>
                  <a:lnTo>
                    <a:pt x="77" y="6994"/>
                  </a:lnTo>
                  <a:lnTo>
                    <a:pt x="116" y="7070"/>
                  </a:lnTo>
                  <a:lnTo>
                    <a:pt x="154" y="7147"/>
                  </a:lnTo>
                  <a:lnTo>
                    <a:pt x="205" y="7224"/>
                  </a:lnTo>
                  <a:lnTo>
                    <a:pt x="269" y="7275"/>
                  </a:lnTo>
                  <a:lnTo>
                    <a:pt x="333" y="7339"/>
                  </a:lnTo>
                  <a:lnTo>
                    <a:pt x="397" y="7391"/>
                  </a:lnTo>
                  <a:lnTo>
                    <a:pt x="474" y="7429"/>
                  </a:lnTo>
                  <a:lnTo>
                    <a:pt x="551" y="7467"/>
                  </a:lnTo>
                  <a:lnTo>
                    <a:pt x="628" y="7506"/>
                  </a:lnTo>
                  <a:lnTo>
                    <a:pt x="718" y="7519"/>
                  </a:lnTo>
                  <a:lnTo>
                    <a:pt x="807" y="7531"/>
                  </a:lnTo>
                  <a:lnTo>
                    <a:pt x="897" y="7544"/>
                  </a:lnTo>
                  <a:lnTo>
                    <a:pt x="8966" y="7544"/>
                  </a:lnTo>
                  <a:lnTo>
                    <a:pt x="9056" y="7531"/>
                  </a:lnTo>
                  <a:lnTo>
                    <a:pt x="9145" y="7519"/>
                  </a:lnTo>
                  <a:lnTo>
                    <a:pt x="9222" y="7506"/>
                  </a:lnTo>
                  <a:lnTo>
                    <a:pt x="9312" y="7467"/>
                  </a:lnTo>
                  <a:lnTo>
                    <a:pt x="9389" y="7429"/>
                  </a:lnTo>
                  <a:lnTo>
                    <a:pt x="9465" y="7391"/>
                  </a:lnTo>
                  <a:lnTo>
                    <a:pt x="9529" y="7339"/>
                  </a:lnTo>
                  <a:lnTo>
                    <a:pt x="9593" y="7275"/>
                  </a:lnTo>
                  <a:lnTo>
                    <a:pt x="9645" y="7224"/>
                  </a:lnTo>
                  <a:lnTo>
                    <a:pt x="9696" y="7147"/>
                  </a:lnTo>
                  <a:lnTo>
                    <a:pt x="9747" y="7070"/>
                  </a:lnTo>
                  <a:lnTo>
                    <a:pt x="9786" y="6994"/>
                  </a:lnTo>
                  <a:lnTo>
                    <a:pt x="9811" y="6917"/>
                  </a:lnTo>
                  <a:lnTo>
                    <a:pt x="9837" y="6827"/>
                  </a:lnTo>
                  <a:lnTo>
                    <a:pt x="9850" y="6737"/>
                  </a:lnTo>
                  <a:lnTo>
                    <a:pt x="9850" y="6648"/>
                  </a:lnTo>
                  <a:lnTo>
                    <a:pt x="98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2" name="Google Shape;2292;p44"/>
            <p:cNvSpPr/>
            <p:nvPr/>
          </p:nvSpPr>
          <p:spPr>
            <a:xfrm>
              <a:off x="3522125" y="2312350"/>
              <a:ext cx="548200" cy="548200"/>
            </a:xfrm>
            <a:custGeom>
              <a:avLst/>
              <a:gdLst/>
              <a:ahLst/>
              <a:cxnLst/>
              <a:rect l="l" t="t" r="r" b="b"/>
              <a:pathLst>
                <a:path w="21928" h="21928" extrusionOk="0">
                  <a:moveTo>
                    <a:pt x="10964" y="1"/>
                  </a:moveTo>
                  <a:lnTo>
                    <a:pt x="10401" y="13"/>
                  </a:lnTo>
                  <a:lnTo>
                    <a:pt x="9837" y="52"/>
                  </a:lnTo>
                  <a:lnTo>
                    <a:pt x="9286" y="116"/>
                  </a:lnTo>
                  <a:lnTo>
                    <a:pt x="8749" y="218"/>
                  </a:lnTo>
                  <a:lnTo>
                    <a:pt x="8223" y="334"/>
                  </a:lnTo>
                  <a:lnTo>
                    <a:pt x="7698" y="487"/>
                  </a:lnTo>
                  <a:lnTo>
                    <a:pt x="7186" y="654"/>
                  </a:lnTo>
                  <a:lnTo>
                    <a:pt x="6699" y="859"/>
                  </a:lnTo>
                  <a:lnTo>
                    <a:pt x="6213" y="1076"/>
                  </a:lnTo>
                  <a:lnTo>
                    <a:pt x="5739" y="1320"/>
                  </a:lnTo>
                  <a:lnTo>
                    <a:pt x="5278" y="1576"/>
                  </a:lnTo>
                  <a:lnTo>
                    <a:pt x="4829" y="1871"/>
                  </a:lnTo>
                  <a:lnTo>
                    <a:pt x="4407" y="2178"/>
                  </a:lnTo>
                  <a:lnTo>
                    <a:pt x="3984" y="2498"/>
                  </a:lnTo>
                  <a:lnTo>
                    <a:pt x="3587" y="2844"/>
                  </a:lnTo>
                  <a:lnTo>
                    <a:pt x="3203" y="3203"/>
                  </a:lnTo>
                  <a:lnTo>
                    <a:pt x="2844" y="3587"/>
                  </a:lnTo>
                  <a:lnTo>
                    <a:pt x="2498" y="3984"/>
                  </a:lnTo>
                  <a:lnTo>
                    <a:pt x="2178" y="4394"/>
                  </a:lnTo>
                  <a:lnTo>
                    <a:pt x="1871" y="4829"/>
                  </a:lnTo>
                  <a:lnTo>
                    <a:pt x="1589" y="5277"/>
                  </a:lnTo>
                  <a:lnTo>
                    <a:pt x="1320" y="5738"/>
                  </a:lnTo>
                  <a:lnTo>
                    <a:pt x="1077" y="6200"/>
                  </a:lnTo>
                  <a:lnTo>
                    <a:pt x="859" y="6686"/>
                  </a:lnTo>
                  <a:lnTo>
                    <a:pt x="667" y="7186"/>
                  </a:lnTo>
                  <a:lnTo>
                    <a:pt x="487" y="7698"/>
                  </a:lnTo>
                  <a:lnTo>
                    <a:pt x="347" y="8223"/>
                  </a:lnTo>
                  <a:lnTo>
                    <a:pt x="218" y="8748"/>
                  </a:lnTo>
                  <a:lnTo>
                    <a:pt x="129" y="9286"/>
                  </a:lnTo>
                  <a:lnTo>
                    <a:pt x="52" y="9837"/>
                  </a:lnTo>
                  <a:lnTo>
                    <a:pt x="14" y="10401"/>
                  </a:lnTo>
                  <a:lnTo>
                    <a:pt x="1" y="10964"/>
                  </a:lnTo>
                  <a:lnTo>
                    <a:pt x="14" y="11528"/>
                  </a:lnTo>
                  <a:lnTo>
                    <a:pt x="52" y="12078"/>
                  </a:lnTo>
                  <a:lnTo>
                    <a:pt x="129" y="12629"/>
                  </a:lnTo>
                  <a:lnTo>
                    <a:pt x="218" y="13167"/>
                  </a:lnTo>
                  <a:lnTo>
                    <a:pt x="347" y="13705"/>
                  </a:lnTo>
                  <a:lnTo>
                    <a:pt x="487" y="14217"/>
                  </a:lnTo>
                  <a:lnTo>
                    <a:pt x="667" y="14730"/>
                  </a:lnTo>
                  <a:lnTo>
                    <a:pt x="859" y="15229"/>
                  </a:lnTo>
                  <a:lnTo>
                    <a:pt x="1077" y="15716"/>
                  </a:lnTo>
                  <a:lnTo>
                    <a:pt x="1320" y="16190"/>
                  </a:lnTo>
                  <a:lnTo>
                    <a:pt x="1589" y="16651"/>
                  </a:lnTo>
                  <a:lnTo>
                    <a:pt x="1871" y="17086"/>
                  </a:lnTo>
                  <a:lnTo>
                    <a:pt x="2178" y="17522"/>
                  </a:lnTo>
                  <a:lnTo>
                    <a:pt x="2498" y="17932"/>
                  </a:lnTo>
                  <a:lnTo>
                    <a:pt x="2844" y="18329"/>
                  </a:lnTo>
                  <a:lnTo>
                    <a:pt x="3203" y="18713"/>
                  </a:lnTo>
                  <a:lnTo>
                    <a:pt x="3587" y="19072"/>
                  </a:lnTo>
                  <a:lnTo>
                    <a:pt x="3984" y="19417"/>
                  </a:lnTo>
                  <a:lnTo>
                    <a:pt x="4407" y="19750"/>
                  </a:lnTo>
                  <a:lnTo>
                    <a:pt x="4829" y="20058"/>
                  </a:lnTo>
                  <a:lnTo>
                    <a:pt x="5278" y="20339"/>
                  </a:lnTo>
                  <a:lnTo>
                    <a:pt x="5739" y="20596"/>
                  </a:lnTo>
                  <a:lnTo>
                    <a:pt x="6213" y="20839"/>
                  </a:lnTo>
                  <a:lnTo>
                    <a:pt x="6699" y="21070"/>
                  </a:lnTo>
                  <a:lnTo>
                    <a:pt x="7186" y="21262"/>
                  </a:lnTo>
                  <a:lnTo>
                    <a:pt x="7698" y="21428"/>
                  </a:lnTo>
                  <a:lnTo>
                    <a:pt x="8223" y="21582"/>
                  </a:lnTo>
                  <a:lnTo>
                    <a:pt x="8749" y="21697"/>
                  </a:lnTo>
                  <a:lnTo>
                    <a:pt x="9286" y="21800"/>
                  </a:lnTo>
                  <a:lnTo>
                    <a:pt x="9837" y="21864"/>
                  </a:lnTo>
                  <a:lnTo>
                    <a:pt x="10401" y="21915"/>
                  </a:lnTo>
                  <a:lnTo>
                    <a:pt x="10964" y="21928"/>
                  </a:lnTo>
                  <a:lnTo>
                    <a:pt x="11528" y="21915"/>
                  </a:lnTo>
                  <a:lnTo>
                    <a:pt x="12079" y="21864"/>
                  </a:lnTo>
                  <a:lnTo>
                    <a:pt x="12629" y="21800"/>
                  </a:lnTo>
                  <a:lnTo>
                    <a:pt x="13167" y="21697"/>
                  </a:lnTo>
                  <a:lnTo>
                    <a:pt x="13705" y="21582"/>
                  </a:lnTo>
                  <a:lnTo>
                    <a:pt x="14217" y="21428"/>
                  </a:lnTo>
                  <a:lnTo>
                    <a:pt x="14730" y="21262"/>
                  </a:lnTo>
                  <a:lnTo>
                    <a:pt x="15229" y="21070"/>
                  </a:lnTo>
                  <a:lnTo>
                    <a:pt x="15716" y="20839"/>
                  </a:lnTo>
                  <a:lnTo>
                    <a:pt x="16190" y="20596"/>
                  </a:lnTo>
                  <a:lnTo>
                    <a:pt x="16651" y="20339"/>
                  </a:lnTo>
                  <a:lnTo>
                    <a:pt x="17086" y="20058"/>
                  </a:lnTo>
                  <a:lnTo>
                    <a:pt x="17522" y="19750"/>
                  </a:lnTo>
                  <a:lnTo>
                    <a:pt x="17932" y="19417"/>
                  </a:lnTo>
                  <a:lnTo>
                    <a:pt x="18329" y="19072"/>
                  </a:lnTo>
                  <a:lnTo>
                    <a:pt x="18713" y="18713"/>
                  </a:lnTo>
                  <a:lnTo>
                    <a:pt x="19072" y="18329"/>
                  </a:lnTo>
                  <a:lnTo>
                    <a:pt x="19417" y="17932"/>
                  </a:lnTo>
                  <a:lnTo>
                    <a:pt x="19750" y="17522"/>
                  </a:lnTo>
                  <a:lnTo>
                    <a:pt x="20058" y="17086"/>
                  </a:lnTo>
                  <a:lnTo>
                    <a:pt x="20340" y="16651"/>
                  </a:lnTo>
                  <a:lnTo>
                    <a:pt x="20609" y="16190"/>
                  </a:lnTo>
                  <a:lnTo>
                    <a:pt x="20839" y="15716"/>
                  </a:lnTo>
                  <a:lnTo>
                    <a:pt x="21070" y="15229"/>
                  </a:lnTo>
                  <a:lnTo>
                    <a:pt x="21262" y="14730"/>
                  </a:lnTo>
                  <a:lnTo>
                    <a:pt x="21428" y="14217"/>
                  </a:lnTo>
                  <a:lnTo>
                    <a:pt x="21582" y="13705"/>
                  </a:lnTo>
                  <a:lnTo>
                    <a:pt x="21697" y="13167"/>
                  </a:lnTo>
                  <a:lnTo>
                    <a:pt x="21800" y="12629"/>
                  </a:lnTo>
                  <a:lnTo>
                    <a:pt x="21864" y="12078"/>
                  </a:lnTo>
                  <a:lnTo>
                    <a:pt x="21915" y="11528"/>
                  </a:lnTo>
                  <a:lnTo>
                    <a:pt x="21928" y="10964"/>
                  </a:lnTo>
                  <a:lnTo>
                    <a:pt x="21915" y="10401"/>
                  </a:lnTo>
                  <a:lnTo>
                    <a:pt x="21864" y="9837"/>
                  </a:lnTo>
                  <a:lnTo>
                    <a:pt x="21800" y="9286"/>
                  </a:lnTo>
                  <a:lnTo>
                    <a:pt x="21697" y="8748"/>
                  </a:lnTo>
                  <a:lnTo>
                    <a:pt x="21582" y="8223"/>
                  </a:lnTo>
                  <a:lnTo>
                    <a:pt x="21428" y="7698"/>
                  </a:lnTo>
                  <a:lnTo>
                    <a:pt x="21262" y="7186"/>
                  </a:lnTo>
                  <a:lnTo>
                    <a:pt x="21070" y="6686"/>
                  </a:lnTo>
                  <a:lnTo>
                    <a:pt x="20839" y="6200"/>
                  </a:lnTo>
                  <a:lnTo>
                    <a:pt x="20609" y="5738"/>
                  </a:lnTo>
                  <a:lnTo>
                    <a:pt x="20340" y="5277"/>
                  </a:lnTo>
                  <a:lnTo>
                    <a:pt x="20058" y="4829"/>
                  </a:lnTo>
                  <a:lnTo>
                    <a:pt x="19750" y="4394"/>
                  </a:lnTo>
                  <a:lnTo>
                    <a:pt x="19417" y="3984"/>
                  </a:lnTo>
                  <a:lnTo>
                    <a:pt x="19072" y="3587"/>
                  </a:lnTo>
                  <a:lnTo>
                    <a:pt x="18713" y="3203"/>
                  </a:lnTo>
                  <a:lnTo>
                    <a:pt x="18329" y="2844"/>
                  </a:lnTo>
                  <a:lnTo>
                    <a:pt x="17932" y="2498"/>
                  </a:lnTo>
                  <a:lnTo>
                    <a:pt x="17522" y="2178"/>
                  </a:lnTo>
                  <a:lnTo>
                    <a:pt x="17086" y="1871"/>
                  </a:lnTo>
                  <a:lnTo>
                    <a:pt x="16651" y="1576"/>
                  </a:lnTo>
                  <a:lnTo>
                    <a:pt x="16190" y="1320"/>
                  </a:lnTo>
                  <a:lnTo>
                    <a:pt x="15716" y="1076"/>
                  </a:lnTo>
                  <a:lnTo>
                    <a:pt x="15229" y="859"/>
                  </a:lnTo>
                  <a:lnTo>
                    <a:pt x="14730" y="654"/>
                  </a:lnTo>
                  <a:lnTo>
                    <a:pt x="14217" y="487"/>
                  </a:lnTo>
                  <a:lnTo>
                    <a:pt x="13705" y="334"/>
                  </a:lnTo>
                  <a:lnTo>
                    <a:pt x="13167" y="218"/>
                  </a:lnTo>
                  <a:lnTo>
                    <a:pt x="12629" y="116"/>
                  </a:lnTo>
                  <a:lnTo>
                    <a:pt x="12079" y="52"/>
                  </a:lnTo>
                  <a:lnTo>
                    <a:pt x="11528" y="13"/>
                  </a:lnTo>
                  <a:lnTo>
                    <a:pt x="10964" y="1"/>
                  </a:lnTo>
                  <a:close/>
                </a:path>
              </a:pathLst>
            </a:custGeom>
            <a:solidFill>
              <a:srgbClr val="FAFF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3" name="Google Shape;2293;p44"/>
            <p:cNvSpPr/>
            <p:nvPr/>
          </p:nvSpPr>
          <p:spPr>
            <a:xfrm>
              <a:off x="3652775" y="2882300"/>
              <a:ext cx="279875" cy="36200"/>
            </a:xfrm>
            <a:custGeom>
              <a:avLst/>
              <a:gdLst/>
              <a:ahLst/>
              <a:cxnLst/>
              <a:rect l="l" t="t" r="r" b="b"/>
              <a:pathLst>
                <a:path w="11195" h="1448" extrusionOk="0">
                  <a:moveTo>
                    <a:pt x="730" y="1"/>
                  </a:moveTo>
                  <a:lnTo>
                    <a:pt x="577" y="13"/>
                  </a:lnTo>
                  <a:lnTo>
                    <a:pt x="449" y="65"/>
                  </a:lnTo>
                  <a:lnTo>
                    <a:pt x="321" y="129"/>
                  </a:lnTo>
                  <a:lnTo>
                    <a:pt x="218" y="218"/>
                  </a:lnTo>
                  <a:lnTo>
                    <a:pt x="128" y="321"/>
                  </a:lnTo>
                  <a:lnTo>
                    <a:pt x="64" y="449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13" y="872"/>
                  </a:lnTo>
                  <a:lnTo>
                    <a:pt x="64" y="1000"/>
                  </a:lnTo>
                  <a:lnTo>
                    <a:pt x="128" y="1128"/>
                  </a:lnTo>
                  <a:lnTo>
                    <a:pt x="218" y="1230"/>
                  </a:lnTo>
                  <a:lnTo>
                    <a:pt x="321" y="1320"/>
                  </a:lnTo>
                  <a:lnTo>
                    <a:pt x="449" y="1384"/>
                  </a:lnTo>
                  <a:lnTo>
                    <a:pt x="577" y="1435"/>
                  </a:lnTo>
                  <a:lnTo>
                    <a:pt x="730" y="1448"/>
                  </a:lnTo>
                  <a:lnTo>
                    <a:pt x="10464" y="1448"/>
                  </a:lnTo>
                  <a:lnTo>
                    <a:pt x="10605" y="1435"/>
                  </a:lnTo>
                  <a:lnTo>
                    <a:pt x="10746" y="1384"/>
                  </a:lnTo>
                  <a:lnTo>
                    <a:pt x="10874" y="1320"/>
                  </a:lnTo>
                  <a:lnTo>
                    <a:pt x="10977" y="1230"/>
                  </a:lnTo>
                  <a:lnTo>
                    <a:pt x="11066" y="1128"/>
                  </a:lnTo>
                  <a:lnTo>
                    <a:pt x="11130" y="1000"/>
                  </a:lnTo>
                  <a:lnTo>
                    <a:pt x="11169" y="872"/>
                  </a:lnTo>
                  <a:lnTo>
                    <a:pt x="11194" y="718"/>
                  </a:lnTo>
                  <a:lnTo>
                    <a:pt x="11169" y="577"/>
                  </a:lnTo>
                  <a:lnTo>
                    <a:pt x="11130" y="449"/>
                  </a:lnTo>
                  <a:lnTo>
                    <a:pt x="11066" y="321"/>
                  </a:lnTo>
                  <a:lnTo>
                    <a:pt x="10977" y="218"/>
                  </a:lnTo>
                  <a:lnTo>
                    <a:pt x="10874" y="129"/>
                  </a:lnTo>
                  <a:lnTo>
                    <a:pt x="10746" y="65"/>
                  </a:lnTo>
                  <a:lnTo>
                    <a:pt x="10605" y="13"/>
                  </a:lnTo>
                  <a:lnTo>
                    <a:pt x="10464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4" name="Google Shape;2294;p44"/>
            <p:cNvSpPr/>
            <p:nvPr/>
          </p:nvSpPr>
          <p:spPr>
            <a:xfrm>
              <a:off x="3652775" y="2949550"/>
              <a:ext cx="279875" cy="36200"/>
            </a:xfrm>
            <a:custGeom>
              <a:avLst/>
              <a:gdLst/>
              <a:ahLst/>
              <a:cxnLst/>
              <a:rect l="l" t="t" r="r" b="b"/>
              <a:pathLst>
                <a:path w="11195" h="1448" extrusionOk="0">
                  <a:moveTo>
                    <a:pt x="730" y="0"/>
                  </a:moveTo>
                  <a:lnTo>
                    <a:pt x="577" y="13"/>
                  </a:lnTo>
                  <a:lnTo>
                    <a:pt x="449" y="52"/>
                  </a:lnTo>
                  <a:lnTo>
                    <a:pt x="321" y="128"/>
                  </a:lnTo>
                  <a:lnTo>
                    <a:pt x="218" y="218"/>
                  </a:lnTo>
                  <a:lnTo>
                    <a:pt x="128" y="320"/>
                  </a:lnTo>
                  <a:lnTo>
                    <a:pt x="64" y="436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13" y="871"/>
                  </a:lnTo>
                  <a:lnTo>
                    <a:pt x="64" y="999"/>
                  </a:lnTo>
                  <a:lnTo>
                    <a:pt x="128" y="1127"/>
                  </a:lnTo>
                  <a:lnTo>
                    <a:pt x="218" y="1230"/>
                  </a:lnTo>
                  <a:lnTo>
                    <a:pt x="321" y="1319"/>
                  </a:lnTo>
                  <a:lnTo>
                    <a:pt x="449" y="1384"/>
                  </a:lnTo>
                  <a:lnTo>
                    <a:pt x="577" y="1435"/>
                  </a:lnTo>
                  <a:lnTo>
                    <a:pt x="730" y="1448"/>
                  </a:lnTo>
                  <a:lnTo>
                    <a:pt x="10464" y="1448"/>
                  </a:lnTo>
                  <a:lnTo>
                    <a:pt x="10605" y="1435"/>
                  </a:lnTo>
                  <a:lnTo>
                    <a:pt x="10746" y="1384"/>
                  </a:lnTo>
                  <a:lnTo>
                    <a:pt x="10874" y="1319"/>
                  </a:lnTo>
                  <a:lnTo>
                    <a:pt x="10977" y="1230"/>
                  </a:lnTo>
                  <a:lnTo>
                    <a:pt x="11066" y="1127"/>
                  </a:lnTo>
                  <a:lnTo>
                    <a:pt x="11130" y="999"/>
                  </a:lnTo>
                  <a:lnTo>
                    <a:pt x="11169" y="871"/>
                  </a:lnTo>
                  <a:lnTo>
                    <a:pt x="11194" y="718"/>
                  </a:lnTo>
                  <a:lnTo>
                    <a:pt x="11169" y="577"/>
                  </a:lnTo>
                  <a:lnTo>
                    <a:pt x="11130" y="436"/>
                  </a:lnTo>
                  <a:lnTo>
                    <a:pt x="11066" y="320"/>
                  </a:lnTo>
                  <a:lnTo>
                    <a:pt x="10977" y="218"/>
                  </a:lnTo>
                  <a:lnTo>
                    <a:pt x="10874" y="128"/>
                  </a:lnTo>
                  <a:lnTo>
                    <a:pt x="10746" y="52"/>
                  </a:lnTo>
                  <a:lnTo>
                    <a:pt x="10605" y="13"/>
                  </a:lnTo>
                  <a:lnTo>
                    <a:pt x="10464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5" name="Google Shape;2295;p44"/>
            <p:cNvSpPr/>
            <p:nvPr/>
          </p:nvSpPr>
          <p:spPr>
            <a:xfrm>
              <a:off x="3678075" y="2576200"/>
              <a:ext cx="229275" cy="270275"/>
            </a:xfrm>
            <a:custGeom>
              <a:avLst/>
              <a:gdLst/>
              <a:ahLst/>
              <a:cxnLst/>
              <a:rect l="l" t="t" r="r" b="b"/>
              <a:pathLst>
                <a:path w="9171" h="10811" extrusionOk="0">
                  <a:moveTo>
                    <a:pt x="487" y="0"/>
                  </a:moveTo>
                  <a:lnTo>
                    <a:pt x="384" y="13"/>
                  </a:lnTo>
                  <a:lnTo>
                    <a:pt x="295" y="39"/>
                  </a:lnTo>
                  <a:lnTo>
                    <a:pt x="205" y="90"/>
                  </a:lnTo>
                  <a:lnTo>
                    <a:pt x="141" y="141"/>
                  </a:lnTo>
                  <a:lnTo>
                    <a:pt x="77" y="218"/>
                  </a:lnTo>
                  <a:lnTo>
                    <a:pt x="39" y="295"/>
                  </a:lnTo>
                  <a:lnTo>
                    <a:pt x="0" y="385"/>
                  </a:lnTo>
                  <a:lnTo>
                    <a:pt x="0" y="487"/>
                  </a:lnTo>
                  <a:lnTo>
                    <a:pt x="0" y="10298"/>
                  </a:lnTo>
                  <a:lnTo>
                    <a:pt x="474" y="10516"/>
                  </a:lnTo>
                  <a:lnTo>
                    <a:pt x="961" y="10708"/>
                  </a:lnTo>
                  <a:lnTo>
                    <a:pt x="961" y="974"/>
                  </a:lnTo>
                  <a:lnTo>
                    <a:pt x="2485" y="974"/>
                  </a:lnTo>
                  <a:lnTo>
                    <a:pt x="2844" y="1499"/>
                  </a:lnTo>
                  <a:lnTo>
                    <a:pt x="3010" y="1717"/>
                  </a:lnTo>
                  <a:lnTo>
                    <a:pt x="3202" y="1921"/>
                  </a:lnTo>
                  <a:lnTo>
                    <a:pt x="3305" y="2011"/>
                  </a:lnTo>
                  <a:lnTo>
                    <a:pt x="3407" y="2088"/>
                  </a:lnTo>
                  <a:lnTo>
                    <a:pt x="3510" y="2165"/>
                  </a:lnTo>
                  <a:lnTo>
                    <a:pt x="3612" y="2229"/>
                  </a:lnTo>
                  <a:lnTo>
                    <a:pt x="3727" y="2293"/>
                  </a:lnTo>
                  <a:lnTo>
                    <a:pt x="3843" y="2344"/>
                  </a:lnTo>
                  <a:lnTo>
                    <a:pt x="3958" y="2383"/>
                  </a:lnTo>
                  <a:lnTo>
                    <a:pt x="4086" y="2421"/>
                  </a:lnTo>
                  <a:lnTo>
                    <a:pt x="4201" y="2447"/>
                  </a:lnTo>
                  <a:lnTo>
                    <a:pt x="4329" y="2472"/>
                  </a:lnTo>
                  <a:lnTo>
                    <a:pt x="4457" y="2485"/>
                  </a:lnTo>
                  <a:lnTo>
                    <a:pt x="4713" y="2485"/>
                  </a:lnTo>
                  <a:lnTo>
                    <a:pt x="4842" y="2472"/>
                  </a:lnTo>
                  <a:lnTo>
                    <a:pt x="4957" y="2447"/>
                  </a:lnTo>
                  <a:lnTo>
                    <a:pt x="5085" y="2421"/>
                  </a:lnTo>
                  <a:lnTo>
                    <a:pt x="5200" y="2383"/>
                  </a:lnTo>
                  <a:lnTo>
                    <a:pt x="5315" y="2344"/>
                  </a:lnTo>
                  <a:lnTo>
                    <a:pt x="5431" y="2293"/>
                  </a:lnTo>
                  <a:lnTo>
                    <a:pt x="5546" y="2229"/>
                  </a:lnTo>
                  <a:lnTo>
                    <a:pt x="5661" y="2165"/>
                  </a:lnTo>
                  <a:lnTo>
                    <a:pt x="5764" y="2088"/>
                  </a:lnTo>
                  <a:lnTo>
                    <a:pt x="5866" y="2011"/>
                  </a:lnTo>
                  <a:lnTo>
                    <a:pt x="5969" y="1921"/>
                  </a:lnTo>
                  <a:lnTo>
                    <a:pt x="6148" y="1717"/>
                  </a:lnTo>
                  <a:lnTo>
                    <a:pt x="6327" y="1499"/>
                  </a:lnTo>
                  <a:lnTo>
                    <a:pt x="6673" y="974"/>
                  </a:lnTo>
                  <a:lnTo>
                    <a:pt x="8197" y="974"/>
                  </a:lnTo>
                  <a:lnTo>
                    <a:pt x="8197" y="10810"/>
                  </a:lnTo>
                  <a:lnTo>
                    <a:pt x="8697" y="10631"/>
                  </a:lnTo>
                  <a:lnTo>
                    <a:pt x="9171" y="10426"/>
                  </a:lnTo>
                  <a:lnTo>
                    <a:pt x="9171" y="487"/>
                  </a:lnTo>
                  <a:lnTo>
                    <a:pt x="9158" y="385"/>
                  </a:lnTo>
                  <a:lnTo>
                    <a:pt x="9132" y="295"/>
                  </a:lnTo>
                  <a:lnTo>
                    <a:pt x="9094" y="218"/>
                  </a:lnTo>
                  <a:lnTo>
                    <a:pt x="9030" y="141"/>
                  </a:lnTo>
                  <a:lnTo>
                    <a:pt x="8953" y="90"/>
                  </a:lnTo>
                  <a:lnTo>
                    <a:pt x="8876" y="39"/>
                  </a:lnTo>
                  <a:lnTo>
                    <a:pt x="8786" y="13"/>
                  </a:lnTo>
                  <a:lnTo>
                    <a:pt x="8684" y="0"/>
                  </a:lnTo>
                  <a:lnTo>
                    <a:pt x="6417" y="0"/>
                  </a:lnTo>
                  <a:lnTo>
                    <a:pt x="6302" y="13"/>
                  </a:lnTo>
                  <a:lnTo>
                    <a:pt x="6199" y="51"/>
                  </a:lnTo>
                  <a:lnTo>
                    <a:pt x="6097" y="128"/>
                  </a:lnTo>
                  <a:lnTo>
                    <a:pt x="6020" y="218"/>
                  </a:lnTo>
                  <a:lnTo>
                    <a:pt x="5520" y="948"/>
                  </a:lnTo>
                  <a:lnTo>
                    <a:pt x="5418" y="1076"/>
                  </a:lnTo>
                  <a:lnTo>
                    <a:pt x="5315" y="1191"/>
                  </a:lnTo>
                  <a:lnTo>
                    <a:pt x="5200" y="1281"/>
                  </a:lnTo>
                  <a:lnTo>
                    <a:pt x="5085" y="1358"/>
                  </a:lnTo>
                  <a:lnTo>
                    <a:pt x="4970" y="1422"/>
                  </a:lnTo>
                  <a:lnTo>
                    <a:pt x="4842" y="1460"/>
                  </a:lnTo>
                  <a:lnTo>
                    <a:pt x="4713" y="1486"/>
                  </a:lnTo>
                  <a:lnTo>
                    <a:pt x="4585" y="1499"/>
                  </a:lnTo>
                  <a:lnTo>
                    <a:pt x="4457" y="1486"/>
                  </a:lnTo>
                  <a:lnTo>
                    <a:pt x="4329" y="1460"/>
                  </a:lnTo>
                  <a:lnTo>
                    <a:pt x="4201" y="1422"/>
                  </a:lnTo>
                  <a:lnTo>
                    <a:pt x="4073" y="1358"/>
                  </a:lnTo>
                  <a:lnTo>
                    <a:pt x="3958" y="1281"/>
                  </a:lnTo>
                  <a:lnTo>
                    <a:pt x="3855" y="1191"/>
                  </a:lnTo>
                  <a:lnTo>
                    <a:pt x="3740" y="1076"/>
                  </a:lnTo>
                  <a:lnTo>
                    <a:pt x="3650" y="948"/>
                  </a:lnTo>
                  <a:lnTo>
                    <a:pt x="3151" y="218"/>
                  </a:lnTo>
                  <a:lnTo>
                    <a:pt x="3074" y="128"/>
                  </a:lnTo>
                  <a:lnTo>
                    <a:pt x="2972" y="51"/>
                  </a:lnTo>
                  <a:lnTo>
                    <a:pt x="2869" y="13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6" name="Google Shape;2296;p44"/>
            <p:cNvSpPr/>
            <p:nvPr/>
          </p:nvSpPr>
          <p:spPr>
            <a:xfrm>
              <a:off x="4134025" y="2120225"/>
              <a:ext cx="60875" cy="60550"/>
            </a:xfrm>
            <a:custGeom>
              <a:avLst/>
              <a:gdLst/>
              <a:ahLst/>
              <a:cxnLst/>
              <a:rect l="l" t="t" r="r" b="b"/>
              <a:pathLst>
                <a:path w="2435" h="2422" extrusionOk="0">
                  <a:moveTo>
                    <a:pt x="1089" y="1"/>
                  </a:moveTo>
                  <a:lnTo>
                    <a:pt x="974" y="26"/>
                  </a:lnTo>
                  <a:lnTo>
                    <a:pt x="859" y="52"/>
                  </a:lnTo>
                  <a:lnTo>
                    <a:pt x="743" y="90"/>
                  </a:lnTo>
                  <a:lnTo>
                    <a:pt x="641" y="142"/>
                  </a:lnTo>
                  <a:lnTo>
                    <a:pt x="538" y="206"/>
                  </a:lnTo>
                  <a:lnTo>
                    <a:pt x="449" y="270"/>
                  </a:lnTo>
                  <a:lnTo>
                    <a:pt x="359" y="359"/>
                  </a:lnTo>
                  <a:lnTo>
                    <a:pt x="282" y="436"/>
                  </a:lnTo>
                  <a:lnTo>
                    <a:pt x="218" y="539"/>
                  </a:lnTo>
                  <a:lnTo>
                    <a:pt x="154" y="628"/>
                  </a:lnTo>
                  <a:lnTo>
                    <a:pt x="103" y="744"/>
                  </a:lnTo>
                  <a:lnTo>
                    <a:pt x="65" y="846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1" y="1218"/>
                  </a:lnTo>
                  <a:lnTo>
                    <a:pt x="13" y="1333"/>
                  </a:lnTo>
                  <a:lnTo>
                    <a:pt x="26" y="1461"/>
                  </a:lnTo>
                  <a:lnTo>
                    <a:pt x="65" y="1576"/>
                  </a:lnTo>
                  <a:lnTo>
                    <a:pt x="103" y="1691"/>
                  </a:lnTo>
                  <a:lnTo>
                    <a:pt x="154" y="1794"/>
                  </a:lnTo>
                  <a:lnTo>
                    <a:pt x="218" y="1896"/>
                  </a:lnTo>
                  <a:lnTo>
                    <a:pt x="282" y="1986"/>
                  </a:lnTo>
                  <a:lnTo>
                    <a:pt x="359" y="2076"/>
                  </a:lnTo>
                  <a:lnTo>
                    <a:pt x="449" y="2153"/>
                  </a:lnTo>
                  <a:lnTo>
                    <a:pt x="538" y="2217"/>
                  </a:lnTo>
                  <a:lnTo>
                    <a:pt x="641" y="2281"/>
                  </a:lnTo>
                  <a:lnTo>
                    <a:pt x="743" y="2332"/>
                  </a:lnTo>
                  <a:lnTo>
                    <a:pt x="859" y="2370"/>
                  </a:lnTo>
                  <a:lnTo>
                    <a:pt x="974" y="2396"/>
                  </a:lnTo>
                  <a:lnTo>
                    <a:pt x="1089" y="2422"/>
                  </a:lnTo>
                  <a:lnTo>
                    <a:pt x="1345" y="2422"/>
                  </a:lnTo>
                  <a:lnTo>
                    <a:pt x="1461" y="2396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4" y="2281"/>
                  </a:lnTo>
                  <a:lnTo>
                    <a:pt x="1896" y="2217"/>
                  </a:lnTo>
                  <a:lnTo>
                    <a:pt x="1986" y="2153"/>
                  </a:lnTo>
                  <a:lnTo>
                    <a:pt x="2075" y="2076"/>
                  </a:lnTo>
                  <a:lnTo>
                    <a:pt x="2152" y="1986"/>
                  </a:lnTo>
                  <a:lnTo>
                    <a:pt x="2229" y="1896"/>
                  </a:lnTo>
                  <a:lnTo>
                    <a:pt x="2280" y="1794"/>
                  </a:lnTo>
                  <a:lnTo>
                    <a:pt x="2332" y="1691"/>
                  </a:lnTo>
                  <a:lnTo>
                    <a:pt x="2383" y="1576"/>
                  </a:lnTo>
                  <a:lnTo>
                    <a:pt x="2408" y="1461"/>
                  </a:lnTo>
                  <a:lnTo>
                    <a:pt x="2421" y="1333"/>
                  </a:lnTo>
                  <a:lnTo>
                    <a:pt x="2434" y="1218"/>
                  </a:lnTo>
                  <a:lnTo>
                    <a:pt x="2421" y="1089"/>
                  </a:lnTo>
                  <a:lnTo>
                    <a:pt x="2408" y="974"/>
                  </a:lnTo>
                  <a:lnTo>
                    <a:pt x="2383" y="846"/>
                  </a:lnTo>
                  <a:lnTo>
                    <a:pt x="2332" y="744"/>
                  </a:lnTo>
                  <a:lnTo>
                    <a:pt x="2280" y="628"/>
                  </a:lnTo>
                  <a:lnTo>
                    <a:pt x="2229" y="539"/>
                  </a:lnTo>
                  <a:lnTo>
                    <a:pt x="2152" y="436"/>
                  </a:lnTo>
                  <a:lnTo>
                    <a:pt x="2075" y="359"/>
                  </a:lnTo>
                  <a:lnTo>
                    <a:pt x="1986" y="270"/>
                  </a:lnTo>
                  <a:lnTo>
                    <a:pt x="1896" y="206"/>
                  </a:lnTo>
                  <a:lnTo>
                    <a:pt x="1794" y="142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7" name="Google Shape;2297;p44"/>
            <p:cNvSpPr/>
            <p:nvPr/>
          </p:nvSpPr>
          <p:spPr>
            <a:xfrm>
              <a:off x="4114500" y="2301150"/>
              <a:ext cx="60850" cy="60850"/>
            </a:xfrm>
            <a:custGeom>
              <a:avLst/>
              <a:gdLst/>
              <a:ahLst/>
              <a:cxnLst/>
              <a:rect l="l" t="t" r="r" b="b"/>
              <a:pathLst>
                <a:path w="2434" h="2434" extrusionOk="0">
                  <a:moveTo>
                    <a:pt x="1217" y="0"/>
                  </a:moveTo>
                  <a:lnTo>
                    <a:pt x="1102" y="13"/>
                  </a:lnTo>
                  <a:lnTo>
                    <a:pt x="974" y="26"/>
                  </a:lnTo>
                  <a:lnTo>
                    <a:pt x="858" y="52"/>
                  </a:lnTo>
                  <a:lnTo>
                    <a:pt x="743" y="103"/>
                  </a:lnTo>
                  <a:lnTo>
                    <a:pt x="641" y="154"/>
                  </a:lnTo>
                  <a:lnTo>
                    <a:pt x="538" y="205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49"/>
                  </a:lnTo>
                  <a:lnTo>
                    <a:pt x="218" y="538"/>
                  </a:lnTo>
                  <a:lnTo>
                    <a:pt x="154" y="641"/>
                  </a:lnTo>
                  <a:lnTo>
                    <a:pt x="103" y="743"/>
                  </a:lnTo>
                  <a:lnTo>
                    <a:pt x="64" y="858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0" y="1217"/>
                  </a:lnTo>
                  <a:lnTo>
                    <a:pt x="13" y="1345"/>
                  </a:lnTo>
                  <a:lnTo>
                    <a:pt x="26" y="1460"/>
                  </a:lnTo>
                  <a:lnTo>
                    <a:pt x="64" y="1576"/>
                  </a:lnTo>
                  <a:lnTo>
                    <a:pt x="103" y="1691"/>
                  </a:lnTo>
                  <a:lnTo>
                    <a:pt x="154" y="1793"/>
                  </a:lnTo>
                  <a:lnTo>
                    <a:pt x="218" y="1896"/>
                  </a:lnTo>
                  <a:lnTo>
                    <a:pt x="282" y="1986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8" y="2229"/>
                  </a:lnTo>
                  <a:lnTo>
                    <a:pt x="641" y="2280"/>
                  </a:lnTo>
                  <a:lnTo>
                    <a:pt x="743" y="2331"/>
                  </a:lnTo>
                  <a:lnTo>
                    <a:pt x="858" y="2370"/>
                  </a:lnTo>
                  <a:lnTo>
                    <a:pt x="974" y="2408"/>
                  </a:lnTo>
                  <a:lnTo>
                    <a:pt x="1102" y="2421"/>
                  </a:lnTo>
                  <a:lnTo>
                    <a:pt x="1217" y="2434"/>
                  </a:lnTo>
                  <a:lnTo>
                    <a:pt x="1345" y="2421"/>
                  </a:lnTo>
                  <a:lnTo>
                    <a:pt x="1460" y="2408"/>
                  </a:lnTo>
                  <a:lnTo>
                    <a:pt x="1576" y="2370"/>
                  </a:lnTo>
                  <a:lnTo>
                    <a:pt x="1691" y="2331"/>
                  </a:lnTo>
                  <a:lnTo>
                    <a:pt x="1793" y="2280"/>
                  </a:lnTo>
                  <a:lnTo>
                    <a:pt x="1896" y="2229"/>
                  </a:lnTo>
                  <a:lnTo>
                    <a:pt x="1998" y="2152"/>
                  </a:lnTo>
                  <a:lnTo>
                    <a:pt x="2075" y="2075"/>
                  </a:lnTo>
                  <a:lnTo>
                    <a:pt x="2152" y="1986"/>
                  </a:lnTo>
                  <a:lnTo>
                    <a:pt x="2229" y="1896"/>
                  </a:lnTo>
                  <a:lnTo>
                    <a:pt x="2293" y="1793"/>
                  </a:lnTo>
                  <a:lnTo>
                    <a:pt x="2344" y="1691"/>
                  </a:lnTo>
                  <a:lnTo>
                    <a:pt x="2383" y="1576"/>
                  </a:lnTo>
                  <a:lnTo>
                    <a:pt x="2408" y="1460"/>
                  </a:lnTo>
                  <a:lnTo>
                    <a:pt x="2434" y="1345"/>
                  </a:lnTo>
                  <a:lnTo>
                    <a:pt x="2434" y="1217"/>
                  </a:lnTo>
                  <a:lnTo>
                    <a:pt x="2434" y="1089"/>
                  </a:lnTo>
                  <a:lnTo>
                    <a:pt x="2408" y="974"/>
                  </a:lnTo>
                  <a:lnTo>
                    <a:pt x="2383" y="858"/>
                  </a:lnTo>
                  <a:lnTo>
                    <a:pt x="2344" y="743"/>
                  </a:lnTo>
                  <a:lnTo>
                    <a:pt x="2293" y="641"/>
                  </a:lnTo>
                  <a:lnTo>
                    <a:pt x="2229" y="538"/>
                  </a:lnTo>
                  <a:lnTo>
                    <a:pt x="2152" y="449"/>
                  </a:lnTo>
                  <a:lnTo>
                    <a:pt x="2075" y="359"/>
                  </a:lnTo>
                  <a:lnTo>
                    <a:pt x="1998" y="282"/>
                  </a:lnTo>
                  <a:lnTo>
                    <a:pt x="1896" y="205"/>
                  </a:lnTo>
                  <a:lnTo>
                    <a:pt x="1793" y="154"/>
                  </a:lnTo>
                  <a:lnTo>
                    <a:pt x="1691" y="103"/>
                  </a:lnTo>
                  <a:lnTo>
                    <a:pt x="1576" y="52"/>
                  </a:lnTo>
                  <a:lnTo>
                    <a:pt x="1460" y="26"/>
                  </a:lnTo>
                  <a:lnTo>
                    <a:pt x="1345" y="13"/>
                  </a:lnTo>
                  <a:lnTo>
                    <a:pt x="1217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8" name="Google Shape;2298;p44"/>
            <p:cNvSpPr/>
            <p:nvPr/>
          </p:nvSpPr>
          <p:spPr>
            <a:xfrm>
              <a:off x="3768675" y="2134000"/>
              <a:ext cx="60875" cy="60875"/>
            </a:xfrm>
            <a:custGeom>
              <a:avLst/>
              <a:gdLst/>
              <a:ahLst/>
              <a:cxnLst/>
              <a:rect l="l" t="t" r="r" b="b"/>
              <a:pathLst>
                <a:path w="2435" h="2435" extrusionOk="0">
                  <a:moveTo>
                    <a:pt x="1218" y="1"/>
                  </a:moveTo>
                  <a:lnTo>
                    <a:pt x="1089" y="13"/>
                  </a:lnTo>
                  <a:lnTo>
                    <a:pt x="974" y="26"/>
                  </a:lnTo>
                  <a:lnTo>
                    <a:pt x="859" y="65"/>
                  </a:lnTo>
                  <a:lnTo>
                    <a:pt x="744" y="103"/>
                  </a:lnTo>
                  <a:lnTo>
                    <a:pt x="641" y="154"/>
                  </a:lnTo>
                  <a:lnTo>
                    <a:pt x="539" y="218"/>
                  </a:lnTo>
                  <a:lnTo>
                    <a:pt x="436" y="282"/>
                  </a:lnTo>
                  <a:lnTo>
                    <a:pt x="359" y="359"/>
                  </a:lnTo>
                  <a:lnTo>
                    <a:pt x="283" y="449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45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3" y="1986"/>
                  </a:lnTo>
                  <a:lnTo>
                    <a:pt x="359" y="2075"/>
                  </a:lnTo>
                  <a:lnTo>
                    <a:pt x="436" y="2152"/>
                  </a:lnTo>
                  <a:lnTo>
                    <a:pt x="539" y="2229"/>
                  </a:lnTo>
                  <a:lnTo>
                    <a:pt x="641" y="2280"/>
                  </a:lnTo>
                  <a:lnTo>
                    <a:pt x="744" y="2332"/>
                  </a:lnTo>
                  <a:lnTo>
                    <a:pt x="859" y="2383"/>
                  </a:lnTo>
                  <a:lnTo>
                    <a:pt x="974" y="2408"/>
                  </a:lnTo>
                  <a:lnTo>
                    <a:pt x="1089" y="2421"/>
                  </a:lnTo>
                  <a:lnTo>
                    <a:pt x="1218" y="2434"/>
                  </a:lnTo>
                  <a:lnTo>
                    <a:pt x="1333" y="2421"/>
                  </a:lnTo>
                  <a:lnTo>
                    <a:pt x="1461" y="2408"/>
                  </a:lnTo>
                  <a:lnTo>
                    <a:pt x="1576" y="2383"/>
                  </a:lnTo>
                  <a:lnTo>
                    <a:pt x="1691" y="2332"/>
                  </a:lnTo>
                  <a:lnTo>
                    <a:pt x="1794" y="2280"/>
                  </a:lnTo>
                  <a:lnTo>
                    <a:pt x="1896" y="2229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1" y="1345"/>
                  </a:lnTo>
                  <a:lnTo>
                    <a:pt x="2434" y="1217"/>
                  </a:lnTo>
                  <a:lnTo>
                    <a:pt x="2421" y="1089"/>
                  </a:lnTo>
                  <a:lnTo>
                    <a:pt x="2409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49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18"/>
                  </a:lnTo>
                  <a:lnTo>
                    <a:pt x="1794" y="154"/>
                  </a:lnTo>
                  <a:lnTo>
                    <a:pt x="1691" y="103"/>
                  </a:lnTo>
                  <a:lnTo>
                    <a:pt x="1576" y="65"/>
                  </a:lnTo>
                  <a:lnTo>
                    <a:pt x="1461" y="26"/>
                  </a:lnTo>
                  <a:lnTo>
                    <a:pt x="1333" y="13"/>
                  </a:lnTo>
                  <a:lnTo>
                    <a:pt x="1218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9" name="Google Shape;2299;p44"/>
            <p:cNvSpPr/>
            <p:nvPr/>
          </p:nvSpPr>
          <p:spPr>
            <a:xfrm>
              <a:off x="3468650" y="2192600"/>
              <a:ext cx="60550" cy="60850"/>
            </a:xfrm>
            <a:custGeom>
              <a:avLst/>
              <a:gdLst/>
              <a:ahLst/>
              <a:cxnLst/>
              <a:rect l="l" t="t" r="r" b="b"/>
              <a:pathLst>
                <a:path w="2422" h="2434" extrusionOk="0">
                  <a:moveTo>
                    <a:pt x="1090" y="0"/>
                  </a:moveTo>
                  <a:lnTo>
                    <a:pt x="974" y="26"/>
                  </a:lnTo>
                  <a:lnTo>
                    <a:pt x="846" y="52"/>
                  </a:lnTo>
                  <a:lnTo>
                    <a:pt x="744" y="90"/>
                  </a:lnTo>
                  <a:lnTo>
                    <a:pt x="628" y="141"/>
                  </a:lnTo>
                  <a:lnTo>
                    <a:pt x="539" y="205"/>
                  </a:lnTo>
                  <a:lnTo>
                    <a:pt x="436" y="282"/>
                  </a:lnTo>
                  <a:lnTo>
                    <a:pt x="359" y="359"/>
                  </a:lnTo>
                  <a:lnTo>
                    <a:pt x="270" y="436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32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86"/>
                  </a:lnTo>
                  <a:lnTo>
                    <a:pt x="359" y="2075"/>
                  </a:lnTo>
                  <a:lnTo>
                    <a:pt x="436" y="2152"/>
                  </a:lnTo>
                  <a:lnTo>
                    <a:pt x="539" y="2216"/>
                  </a:lnTo>
                  <a:lnTo>
                    <a:pt x="628" y="2280"/>
                  </a:lnTo>
                  <a:lnTo>
                    <a:pt x="744" y="2331"/>
                  </a:lnTo>
                  <a:lnTo>
                    <a:pt x="846" y="2370"/>
                  </a:lnTo>
                  <a:lnTo>
                    <a:pt x="974" y="2408"/>
                  </a:lnTo>
                  <a:lnTo>
                    <a:pt x="1090" y="2421"/>
                  </a:lnTo>
                  <a:lnTo>
                    <a:pt x="1218" y="2434"/>
                  </a:lnTo>
                  <a:lnTo>
                    <a:pt x="1333" y="2421"/>
                  </a:lnTo>
                  <a:lnTo>
                    <a:pt x="1461" y="2408"/>
                  </a:lnTo>
                  <a:lnTo>
                    <a:pt x="1576" y="2370"/>
                  </a:lnTo>
                  <a:lnTo>
                    <a:pt x="1691" y="2331"/>
                  </a:lnTo>
                  <a:lnTo>
                    <a:pt x="1794" y="2280"/>
                  </a:lnTo>
                  <a:lnTo>
                    <a:pt x="1896" y="2216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396" y="1461"/>
                  </a:lnTo>
                  <a:lnTo>
                    <a:pt x="2422" y="1332"/>
                  </a:lnTo>
                  <a:lnTo>
                    <a:pt x="2422" y="1217"/>
                  </a:lnTo>
                  <a:lnTo>
                    <a:pt x="2422" y="1089"/>
                  </a:lnTo>
                  <a:lnTo>
                    <a:pt x="2396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36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05"/>
                  </a:lnTo>
                  <a:lnTo>
                    <a:pt x="1794" y="141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33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0" name="Google Shape;2300;p44"/>
            <p:cNvSpPr/>
            <p:nvPr/>
          </p:nvSpPr>
          <p:spPr>
            <a:xfrm>
              <a:off x="3351775" y="2175950"/>
              <a:ext cx="60550" cy="60550"/>
            </a:xfrm>
            <a:custGeom>
              <a:avLst/>
              <a:gdLst/>
              <a:ahLst/>
              <a:cxnLst/>
              <a:rect l="l" t="t" r="r" b="b"/>
              <a:pathLst>
                <a:path w="2422" h="2422" extrusionOk="0">
                  <a:moveTo>
                    <a:pt x="1090" y="0"/>
                  </a:moveTo>
                  <a:lnTo>
                    <a:pt x="962" y="26"/>
                  </a:lnTo>
                  <a:lnTo>
                    <a:pt x="846" y="52"/>
                  </a:lnTo>
                  <a:lnTo>
                    <a:pt x="731" y="90"/>
                  </a:lnTo>
                  <a:lnTo>
                    <a:pt x="629" y="141"/>
                  </a:lnTo>
                  <a:lnTo>
                    <a:pt x="526" y="205"/>
                  </a:lnTo>
                  <a:lnTo>
                    <a:pt x="436" y="269"/>
                  </a:lnTo>
                  <a:lnTo>
                    <a:pt x="347" y="359"/>
                  </a:lnTo>
                  <a:lnTo>
                    <a:pt x="270" y="436"/>
                  </a:lnTo>
                  <a:lnTo>
                    <a:pt x="206" y="538"/>
                  </a:lnTo>
                  <a:lnTo>
                    <a:pt x="142" y="628"/>
                  </a:lnTo>
                  <a:lnTo>
                    <a:pt x="91" y="743"/>
                  </a:lnTo>
                  <a:lnTo>
                    <a:pt x="52" y="846"/>
                  </a:lnTo>
                  <a:lnTo>
                    <a:pt x="14" y="961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32"/>
                  </a:lnTo>
                  <a:lnTo>
                    <a:pt x="14" y="1460"/>
                  </a:lnTo>
                  <a:lnTo>
                    <a:pt x="52" y="1576"/>
                  </a:lnTo>
                  <a:lnTo>
                    <a:pt x="91" y="1678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86"/>
                  </a:lnTo>
                  <a:lnTo>
                    <a:pt x="347" y="2075"/>
                  </a:lnTo>
                  <a:lnTo>
                    <a:pt x="436" y="2152"/>
                  </a:lnTo>
                  <a:lnTo>
                    <a:pt x="526" y="2216"/>
                  </a:lnTo>
                  <a:lnTo>
                    <a:pt x="629" y="2280"/>
                  </a:lnTo>
                  <a:lnTo>
                    <a:pt x="731" y="2331"/>
                  </a:lnTo>
                  <a:lnTo>
                    <a:pt x="846" y="2370"/>
                  </a:lnTo>
                  <a:lnTo>
                    <a:pt x="962" y="2395"/>
                  </a:lnTo>
                  <a:lnTo>
                    <a:pt x="1090" y="2421"/>
                  </a:lnTo>
                  <a:lnTo>
                    <a:pt x="1333" y="2421"/>
                  </a:lnTo>
                  <a:lnTo>
                    <a:pt x="1448" y="2395"/>
                  </a:lnTo>
                  <a:lnTo>
                    <a:pt x="1576" y="2370"/>
                  </a:lnTo>
                  <a:lnTo>
                    <a:pt x="1679" y="2331"/>
                  </a:lnTo>
                  <a:lnTo>
                    <a:pt x="1794" y="2280"/>
                  </a:lnTo>
                  <a:lnTo>
                    <a:pt x="1884" y="2216"/>
                  </a:lnTo>
                  <a:lnTo>
                    <a:pt x="1986" y="2152"/>
                  </a:lnTo>
                  <a:lnTo>
                    <a:pt x="2063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78"/>
                  </a:lnTo>
                  <a:lnTo>
                    <a:pt x="2370" y="1576"/>
                  </a:lnTo>
                  <a:lnTo>
                    <a:pt x="2396" y="1460"/>
                  </a:lnTo>
                  <a:lnTo>
                    <a:pt x="2422" y="1332"/>
                  </a:lnTo>
                  <a:lnTo>
                    <a:pt x="2422" y="1217"/>
                  </a:lnTo>
                  <a:lnTo>
                    <a:pt x="2422" y="1089"/>
                  </a:lnTo>
                  <a:lnTo>
                    <a:pt x="2396" y="961"/>
                  </a:lnTo>
                  <a:lnTo>
                    <a:pt x="2370" y="846"/>
                  </a:lnTo>
                  <a:lnTo>
                    <a:pt x="2332" y="743"/>
                  </a:lnTo>
                  <a:lnTo>
                    <a:pt x="2281" y="628"/>
                  </a:lnTo>
                  <a:lnTo>
                    <a:pt x="2217" y="538"/>
                  </a:lnTo>
                  <a:lnTo>
                    <a:pt x="2153" y="436"/>
                  </a:lnTo>
                  <a:lnTo>
                    <a:pt x="2063" y="359"/>
                  </a:lnTo>
                  <a:lnTo>
                    <a:pt x="1986" y="269"/>
                  </a:lnTo>
                  <a:lnTo>
                    <a:pt x="1884" y="205"/>
                  </a:lnTo>
                  <a:lnTo>
                    <a:pt x="1794" y="141"/>
                  </a:lnTo>
                  <a:lnTo>
                    <a:pt x="1679" y="90"/>
                  </a:lnTo>
                  <a:lnTo>
                    <a:pt x="1576" y="52"/>
                  </a:lnTo>
                  <a:lnTo>
                    <a:pt x="1448" y="26"/>
                  </a:lnTo>
                  <a:lnTo>
                    <a:pt x="1333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1" name="Google Shape;2301;p44"/>
            <p:cNvSpPr/>
            <p:nvPr/>
          </p:nvSpPr>
          <p:spPr>
            <a:xfrm>
              <a:off x="3268225" y="2432100"/>
              <a:ext cx="60525" cy="60550"/>
            </a:xfrm>
            <a:custGeom>
              <a:avLst/>
              <a:gdLst/>
              <a:ahLst/>
              <a:cxnLst/>
              <a:rect l="l" t="t" r="r" b="b"/>
              <a:pathLst>
                <a:path w="2421" h="2422" extrusionOk="0">
                  <a:moveTo>
                    <a:pt x="1089" y="1"/>
                  </a:moveTo>
                  <a:lnTo>
                    <a:pt x="961" y="26"/>
                  </a:lnTo>
                  <a:lnTo>
                    <a:pt x="845" y="52"/>
                  </a:lnTo>
                  <a:lnTo>
                    <a:pt x="743" y="90"/>
                  </a:lnTo>
                  <a:lnTo>
                    <a:pt x="628" y="142"/>
                  </a:lnTo>
                  <a:lnTo>
                    <a:pt x="525" y="206"/>
                  </a:lnTo>
                  <a:lnTo>
                    <a:pt x="436" y="282"/>
                  </a:lnTo>
                  <a:lnTo>
                    <a:pt x="346" y="359"/>
                  </a:lnTo>
                  <a:lnTo>
                    <a:pt x="269" y="436"/>
                  </a:lnTo>
                  <a:lnTo>
                    <a:pt x="205" y="539"/>
                  </a:lnTo>
                  <a:lnTo>
                    <a:pt x="141" y="628"/>
                  </a:lnTo>
                  <a:lnTo>
                    <a:pt x="90" y="744"/>
                  </a:lnTo>
                  <a:lnTo>
                    <a:pt x="51" y="846"/>
                  </a:lnTo>
                  <a:lnTo>
                    <a:pt x="26" y="974"/>
                  </a:lnTo>
                  <a:lnTo>
                    <a:pt x="0" y="1089"/>
                  </a:lnTo>
                  <a:lnTo>
                    <a:pt x="0" y="1217"/>
                  </a:lnTo>
                  <a:lnTo>
                    <a:pt x="0" y="1333"/>
                  </a:lnTo>
                  <a:lnTo>
                    <a:pt x="26" y="1461"/>
                  </a:lnTo>
                  <a:lnTo>
                    <a:pt x="51" y="1576"/>
                  </a:lnTo>
                  <a:lnTo>
                    <a:pt x="90" y="1691"/>
                  </a:lnTo>
                  <a:lnTo>
                    <a:pt x="141" y="1794"/>
                  </a:lnTo>
                  <a:lnTo>
                    <a:pt x="205" y="1896"/>
                  </a:lnTo>
                  <a:lnTo>
                    <a:pt x="269" y="1986"/>
                  </a:lnTo>
                  <a:lnTo>
                    <a:pt x="346" y="2076"/>
                  </a:lnTo>
                  <a:lnTo>
                    <a:pt x="436" y="2152"/>
                  </a:lnTo>
                  <a:lnTo>
                    <a:pt x="525" y="2216"/>
                  </a:lnTo>
                  <a:lnTo>
                    <a:pt x="628" y="2281"/>
                  </a:lnTo>
                  <a:lnTo>
                    <a:pt x="743" y="2332"/>
                  </a:lnTo>
                  <a:lnTo>
                    <a:pt x="845" y="2370"/>
                  </a:lnTo>
                  <a:lnTo>
                    <a:pt x="961" y="2409"/>
                  </a:lnTo>
                  <a:lnTo>
                    <a:pt x="1089" y="2421"/>
                  </a:lnTo>
                  <a:lnTo>
                    <a:pt x="1332" y="2421"/>
                  </a:lnTo>
                  <a:lnTo>
                    <a:pt x="1460" y="2409"/>
                  </a:lnTo>
                  <a:lnTo>
                    <a:pt x="1575" y="2370"/>
                  </a:lnTo>
                  <a:lnTo>
                    <a:pt x="1678" y="2332"/>
                  </a:lnTo>
                  <a:lnTo>
                    <a:pt x="1793" y="2281"/>
                  </a:lnTo>
                  <a:lnTo>
                    <a:pt x="1883" y="2216"/>
                  </a:lnTo>
                  <a:lnTo>
                    <a:pt x="1985" y="2152"/>
                  </a:lnTo>
                  <a:lnTo>
                    <a:pt x="2062" y="2076"/>
                  </a:lnTo>
                  <a:lnTo>
                    <a:pt x="2152" y="1986"/>
                  </a:lnTo>
                  <a:lnTo>
                    <a:pt x="2216" y="1896"/>
                  </a:lnTo>
                  <a:lnTo>
                    <a:pt x="2280" y="1794"/>
                  </a:lnTo>
                  <a:lnTo>
                    <a:pt x="2331" y="1691"/>
                  </a:lnTo>
                  <a:lnTo>
                    <a:pt x="2370" y="1576"/>
                  </a:lnTo>
                  <a:lnTo>
                    <a:pt x="2395" y="1461"/>
                  </a:lnTo>
                  <a:lnTo>
                    <a:pt x="2421" y="1333"/>
                  </a:lnTo>
                  <a:lnTo>
                    <a:pt x="2421" y="1217"/>
                  </a:lnTo>
                  <a:lnTo>
                    <a:pt x="2421" y="1089"/>
                  </a:lnTo>
                  <a:lnTo>
                    <a:pt x="2395" y="974"/>
                  </a:lnTo>
                  <a:lnTo>
                    <a:pt x="2370" y="846"/>
                  </a:lnTo>
                  <a:lnTo>
                    <a:pt x="2331" y="744"/>
                  </a:lnTo>
                  <a:lnTo>
                    <a:pt x="2280" y="628"/>
                  </a:lnTo>
                  <a:lnTo>
                    <a:pt x="2216" y="539"/>
                  </a:lnTo>
                  <a:lnTo>
                    <a:pt x="2152" y="436"/>
                  </a:lnTo>
                  <a:lnTo>
                    <a:pt x="2062" y="359"/>
                  </a:lnTo>
                  <a:lnTo>
                    <a:pt x="1985" y="282"/>
                  </a:lnTo>
                  <a:lnTo>
                    <a:pt x="1883" y="206"/>
                  </a:lnTo>
                  <a:lnTo>
                    <a:pt x="1793" y="142"/>
                  </a:lnTo>
                  <a:lnTo>
                    <a:pt x="1678" y="90"/>
                  </a:lnTo>
                  <a:lnTo>
                    <a:pt x="1575" y="52"/>
                  </a:lnTo>
                  <a:lnTo>
                    <a:pt x="1460" y="26"/>
                  </a:lnTo>
                  <a:lnTo>
                    <a:pt x="1332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2" name="Google Shape;2302;p44"/>
            <p:cNvSpPr/>
            <p:nvPr/>
          </p:nvSpPr>
          <p:spPr>
            <a:xfrm>
              <a:off x="3334825" y="2618775"/>
              <a:ext cx="60850" cy="60550"/>
            </a:xfrm>
            <a:custGeom>
              <a:avLst/>
              <a:gdLst/>
              <a:ahLst/>
              <a:cxnLst/>
              <a:rect l="l" t="t" r="r" b="b"/>
              <a:pathLst>
                <a:path w="2434" h="2422" extrusionOk="0">
                  <a:moveTo>
                    <a:pt x="1089" y="1"/>
                  </a:moveTo>
                  <a:lnTo>
                    <a:pt x="974" y="14"/>
                  </a:lnTo>
                  <a:lnTo>
                    <a:pt x="858" y="52"/>
                  </a:lnTo>
                  <a:lnTo>
                    <a:pt x="743" y="90"/>
                  </a:lnTo>
                  <a:lnTo>
                    <a:pt x="641" y="142"/>
                  </a:lnTo>
                  <a:lnTo>
                    <a:pt x="538" y="206"/>
                  </a:lnTo>
                  <a:lnTo>
                    <a:pt x="448" y="270"/>
                  </a:lnTo>
                  <a:lnTo>
                    <a:pt x="359" y="347"/>
                  </a:lnTo>
                  <a:lnTo>
                    <a:pt x="282" y="436"/>
                  </a:lnTo>
                  <a:lnTo>
                    <a:pt x="218" y="526"/>
                  </a:lnTo>
                  <a:lnTo>
                    <a:pt x="154" y="628"/>
                  </a:lnTo>
                  <a:lnTo>
                    <a:pt x="103" y="731"/>
                  </a:lnTo>
                  <a:lnTo>
                    <a:pt x="64" y="846"/>
                  </a:lnTo>
                  <a:lnTo>
                    <a:pt x="26" y="961"/>
                  </a:lnTo>
                  <a:lnTo>
                    <a:pt x="13" y="1089"/>
                  </a:lnTo>
                  <a:lnTo>
                    <a:pt x="0" y="1205"/>
                  </a:lnTo>
                  <a:lnTo>
                    <a:pt x="13" y="1333"/>
                  </a:lnTo>
                  <a:lnTo>
                    <a:pt x="26" y="1448"/>
                  </a:lnTo>
                  <a:lnTo>
                    <a:pt x="64" y="1576"/>
                  </a:lnTo>
                  <a:lnTo>
                    <a:pt x="103" y="1679"/>
                  </a:lnTo>
                  <a:lnTo>
                    <a:pt x="154" y="1794"/>
                  </a:lnTo>
                  <a:lnTo>
                    <a:pt x="218" y="1883"/>
                  </a:lnTo>
                  <a:lnTo>
                    <a:pt x="282" y="1986"/>
                  </a:lnTo>
                  <a:lnTo>
                    <a:pt x="359" y="2063"/>
                  </a:lnTo>
                  <a:lnTo>
                    <a:pt x="448" y="2140"/>
                  </a:lnTo>
                  <a:lnTo>
                    <a:pt x="538" y="2216"/>
                  </a:lnTo>
                  <a:lnTo>
                    <a:pt x="641" y="2281"/>
                  </a:lnTo>
                  <a:lnTo>
                    <a:pt x="743" y="2332"/>
                  </a:lnTo>
                  <a:lnTo>
                    <a:pt x="858" y="2370"/>
                  </a:lnTo>
                  <a:lnTo>
                    <a:pt x="974" y="2396"/>
                  </a:lnTo>
                  <a:lnTo>
                    <a:pt x="1089" y="2421"/>
                  </a:lnTo>
                  <a:lnTo>
                    <a:pt x="1345" y="2421"/>
                  </a:lnTo>
                  <a:lnTo>
                    <a:pt x="1460" y="2396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3" y="2281"/>
                  </a:lnTo>
                  <a:lnTo>
                    <a:pt x="1896" y="2216"/>
                  </a:lnTo>
                  <a:lnTo>
                    <a:pt x="1985" y="2140"/>
                  </a:lnTo>
                  <a:lnTo>
                    <a:pt x="2075" y="2063"/>
                  </a:lnTo>
                  <a:lnTo>
                    <a:pt x="2152" y="1986"/>
                  </a:lnTo>
                  <a:lnTo>
                    <a:pt x="2229" y="1883"/>
                  </a:lnTo>
                  <a:lnTo>
                    <a:pt x="2293" y="1794"/>
                  </a:lnTo>
                  <a:lnTo>
                    <a:pt x="2344" y="1679"/>
                  </a:lnTo>
                  <a:lnTo>
                    <a:pt x="2382" y="1576"/>
                  </a:lnTo>
                  <a:lnTo>
                    <a:pt x="2408" y="1448"/>
                  </a:lnTo>
                  <a:lnTo>
                    <a:pt x="2421" y="1333"/>
                  </a:lnTo>
                  <a:lnTo>
                    <a:pt x="2434" y="1205"/>
                  </a:lnTo>
                  <a:lnTo>
                    <a:pt x="2421" y="1089"/>
                  </a:lnTo>
                  <a:lnTo>
                    <a:pt x="2408" y="961"/>
                  </a:lnTo>
                  <a:lnTo>
                    <a:pt x="2382" y="846"/>
                  </a:lnTo>
                  <a:lnTo>
                    <a:pt x="2344" y="731"/>
                  </a:lnTo>
                  <a:lnTo>
                    <a:pt x="2293" y="628"/>
                  </a:lnTo>
                  <a:lnTo>
                    <a:pt x="2229" y="526"/>
                  </a:lnTo>
                  <a:lnTo>
                    <a:pt x="2152" y="436"/>
                  </a:lnTo>
                  <a:lnTo>
                    <a:pt x="2075" y="347"/>
                  </a:lnTo>
                  <a:lnTo>
                    <a:pt x="1985" y="270"/>
                  </a:lnTo>
                  <a:lnTo>
                    <a:pt x="1896" y="206"/>
                  </a:lnTo>
                  <a:lnTo>
                    <a:pt x="1793" y="142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0" y="14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3" name="Google Shape;2303;p44"/>
            <p:cNvSpPr/>
            <p:nvPr/>
          </p:nvSpPr>
          <p:spPr>
            <a:xfrm>
              <a:off x="3268225" y="2759675"/>
              <a:ext cx="60525" cy="60850"/>
            </a:xfrm>
            <a:custGeom>
              <a:avLst/>
              <a:gdLst/>
              <a:ahLst/>
              <a:cxnLst/>
              <a:rect l="l" t="t" r="r" b="b"/>
              <a:pathLst>
                <a:path w="2421" h="2434" extrusionOk="0">
                  <a:moveTo>
                    <a:pt x="1204" y="0"/>
                  </a:moveTo>
                  <a:lnTo>
                    <a:pt x="1089" y="13"/>
                  </a:lnTo>
                  <a:lnTo>
                    <a:pt x="961" y="26"/>
                  </a:lnTo>
                  <a:lnTo>
                    <a:pt x="845" y="64"/>
                  </a:lnTo>
                  <a:lnTo>
                    <a:pt x="743" y="103"/>
                  </a:lnTo>
                  <a:lnTo>
                    <a:pt x="628" y="154"/>
                  </a:lnTo>
                  <a:lnTo>
                    <a:pt x="525" y="218"/>
                  </a:lnTo>
                  <a:lnTo>
                    <a:pt x="436" y="282"/>
                  </a:lnTo>
                  <a:lnTo>
                    <a:pt x="346" y="359"/>
                  </a:lnTo>
                  <a:lnTo>
                    <a:pt x="269" y="448"/>
                  </a:lnTo>
                  <a:lnTo>
                    <a:pt x="205" y="538"/>
                  </a:lnTo>
                  <a:lnTo>
                    <a:pt x="141" y="641"/>
                  </a:lnTo>
                  <a:lnTo>
                    <a:pt x="90" y="743"/>
                  </a:lnTo>
                  <a:lnTo>
                    <a:pt x="51" y="858"/>
                  </a:lnTo>
                  <a:lnTo>
                    <a:pt x="26" y="974"/>
                  </a:lnTo>
                  <a:lnTo>
                    <a:pt x="0" y="1102"/>
                  </a:lnTo>
                  <a:lnTo>
                    <a:pt x="0" y="1217"/>
                  </a:lnTo>
                  <a:lnTo>
                    <a:pt x="0" y="1345"/>
                  </a:lnTo>
                  <a:lnTo>
                    <a:pt x="26" y="1460"/>
                  </a:lnTo>
                  <a:lnTo>
                    <a:pt x="51" y="1576"/>
                  </a:lnTo>
                  <a:lnTo>
                    <a:pt x="90" y="1691"/>
                  </a:lnTo>
                  <a:lnTo>
                    <a:pt x="141" y="1793"/>
                  </a:lnTo>
                  <a:lnTo>
                    <a:pt x="205" y="1896"/>
                  </a:lnTo>
                  <a:lnTo>
                    <a:pt x="269" y="1985"/>
                  </a:lnTo>
                  <a:lnTo>
                    <a:pt x="346" y="2075"/>
                  </a:lnTo>
                  <a:lnTo>
                    <a:pt x="436" y="2152"/>
                  </a:lnTo>
                  <a:lnTo>
                    <a:pt x="525" y="2229"/>
                  </a:lnTo>
                  <a:lnTo>
                    <a:pt x="628" y="2293"/>
                  </a:lnTo>
                  <a:lnTo>
                    <a:pt x="743" y="2344"/>
                  </a:lnTo>
                  <a:lnTo>
                    <a:pt x="845" y="2382"/>
                  </a:lnTo>
                  <a:lnTo>
                    <a:pt x="961" y="2408"/>
                  </a:lnTo>
                  <a:lnTo>
                    <a:pt x="1089" y="2421"/>
                  </a:lnTo>
                  <a:lnTo>
                    <a:pt x="1204" y="2434"/>
                  </a:lnTo>
                  <a:lnTo>
                    <a:pt x="1332" y="2421"/>
                  </a:lnTo>
                  <a:lnTo>
                    <a:pt x="1460" y="2408"/>
                  </a:lnTo>
                  <a:lnTo>
                    <a:pt x="1575" y="2382"/>
                  </a:lnTo>
                  <a:lnTo>
                    <a:pt x="1678" y="2344"/>
                  </a:lnTo>
                  <a:lnTo>
                    <a:pt x="1793" y="2293"/>
                  </a:lnTo>
                  <a:lnTo>
                    <a:pt x="1883" y="2229"/>
                  </a:lnTo>
                  <a:lnTo>
                    <a:pt x="1985" y="2152"/>
                  </a:lnTo>
                  <a:lnTo>
                    <a:pt x="2062" y="2075"/>
                  </a:lnTo>
                  <a:lnTo>
                    <a:pt x="2152" y="1985"/>
                  </a:lnTo>
                  <a:lnTo>
                    <a:pt x="2216" y="1896"/>
                  </a:lnTo>
                  <a:lnTo>
                    <a:pt x="2280" y="1793"/>
                  </a:lnTo>
                  <a:lnTo>
                    <a:pt x="2331" y="1691"/>
                  </a:lnTo>
                  <a:lnTo>
                    <a:pt x="2370" y="1576"/>
                  </a:lnTo>
                  <a:lnTo>
                    <a:pt x="2395" y="1460"/>
                  </a:lnTo>
                  <a:lnTo>
                    <a:pt x="2421" y="1345"/>
                  </a:lnTo>
                  <a:lnTo>
                    <a:pt x="2421" y="1217"/>
                  </a:lnTo>
                  <a:lnTo>
                    <a:pt x="2421" y="1102"/>
                  </a:lnTo>
                  <a:lnTo>
                    <a:pt x="2395" y="974"/>
                  </a:lnTo>
                  <a:lnTo>
                    <a:pt x="2370" y="858"/>
                  </a:lnTo>
                  <a:lnTo>
                    <a:pt x="2331" y="743"/>
                  </a:lnTo>
                  <a:lnTo>
                    <a:pt x="2280" y="641"/>
                  </a:lnTo>
                  <a:lnTo>
                    <a:pt x="2216" y="538"/>
                  </a:lnTo>
                  <a:lnTo>
                    <a:pt x="2152" y="448"/>
                  </a:lnTo>
                  <a:lnTo>
                    <a:pt x="2062" y="359"/>
                  </a:lnTo>
                  <a:lnTo>
                    <a:pt x="1985" y="282"/>
                  </a:lnTo>
                  <a:lnTo>
                    <a:pt x="1883" y="218"/>
                  </a:lnTo>
                  <a:lnTo>
                    <a:pt x="1793" y="154"/>
                  </a:lnTo>
                  <a:lnTo>
                    <a:pt x="1678" y="103"/>
                  </a:lnTo>
                  <a:lnTo>
                    <a:pt x="1575" y="64"/>
                  </a:lnTo>
                  <a:lnTo>
                    <a:pt x="1460" y="26"/>
                  </a:lnTo>
                  <a:lnTo>
                    <a:pt x="1332" y="13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4" name="Google Shape;2304;p44"/>
            <p:cNvSpPr/>
            <p:nvPr/>
          </p:nvSpPr>
          <p:spPr>
            <a:xfrm>
              <a:off x="3385075" y="2966825"/>
              <a:ext cx="60875" cy="60550"/>
            </a:xfrm>
            <a:custGeom>
              <a:avLst/>
              <a:gdLst/>
              <a:ahLst/>
              <a:cxnLst/>
              <a:rect l="l" t="t" r="r" b="b"/>
              <a:pathLst>
                <a:path w="2435" h="2422" extrusionOk="0">
                  <a:moveTo>
                    <a:pt x="1090" y="1"/>
                  </a:moveTo>
                  <a:lnTo>
                    <a:pt x="974" y="27"/>
                  </a:lnTo>
                  <a:lnTo>
                    <a:pt x="859" y="52"/>
                  </a:lnTo>
                  <a:lnTo>
                    <a:pt x="744" y="91"/>
                  </a:lnTo>
                  <a:lnTo>
                    <a:pt x="641" y="142"/>
                  </a:lnTo>
                  <a:lnTo>
                    <a:pt x="539" y="206"/>
                  </a:lnTo>
                  <a:lnTo>
                    <a:pt x="436" y="270"/>
                  </a:lnTo>
                  <a:lnTo>
                    <a:pt x="360" y="360"/>
                  </a:lnTo>
                  <a:lnTo>
                    <a:pt x="283" y="436"/>
                  </a:lnTo>
                  <a:lnTo>
                    <a:pt x="206" y="539"/>
                  </a:lnTo>
                  <a:lnTo>
                    <a:pt x="142" y="628"/>
                  </a:lnTo>
                  <a:lnTo>
                    <a:pt x="91" y="744"/>
                  </a:lnTo>
                  <a:lnTo>
                    <a:pt x="52" y="846"/>
                  </a:lnTo>
                  <a:lnTo>
                    <a:pt x="27" y="961"/>
                  </a:lnTo>
                  <a:lnTo>
                    <a:pt x="1" y="1090"/>
                  </a:lnTo>
                  <a:lnTo>
                    <a:pt x="1" y="1218"/>
                  </a:lnTo>
                  <a:lnTo>
                    <a:pt x="1" y="1333"/>
                  </a:lnTo>
                  <a:lnTo>
                    <a:pt x="27" y="1461"/>
                  </a:lnTo>
                  <a:lnTo>
                    <a:pt x="52" y="1576"/>
                  </a:lnTo>
                  <a:lnTo>
                    <a:pt x="91" y="1679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3" y="1986"/>
                  </a:lnTo>
                  <a:lnTo>
                    <a:pt x="360" y="2076"/>
                  </a:lnTo>
                  <a:lnTo>
                    <a:pt x="436" y="2153"/>
                  </a:lnTo>
                  <a:lnTo>
                    <a:pt x="539" y="2217"/>
                  </a:lnTo>
                  <a:lnTo>
                    <a:pt x="641" y="2281"/>
                  </a:lnTo>
                  <a:lnTo>
                    <a:pt x="744" y="2332"/>
                  </a:lnTo>
                  <a:lnTo>
                    <a:pt x="859" y="2370"/>
                  </a:lnTo>
                  <a:lnTo>
                    <a:pt x="974" y="2396"/>
                  </a:lnTo>
                  <a:lnTo>
                    <a:pt x="1090" y="2422"/>
                  </a:lnTo>
                  <a:lnTo>
                    <a:pt x="1333" y="2422"/>
                  </a:lnTo>
                  <a:lnTo>
                    <a:pt x="1461" y="2396"/>
                  </a:lnTo>
                  <a:lnTo>
                    <a:pt x="1576" y="2370"/>
                  </a:lnTo>
                  <a:lnTo>
                    <a:pt x="1692" y="2332"/>
                  </a:lnTo>
                  <a:lnTo>
                    <a:pt x="1794" y="2281"/>
                  </a:lnTo>
                  <a:lnTo>
                    <a:pt x="1897" y="2217"/>
                  </a:lnTo>
                  <a:lnTo>
                    <a:pt x="1986" y="2153"/>
                  </a:lnTo>
                  <a:lnTo>
                    <a:pt x="2076" y="2076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79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2" y="1333"/>
                  </a:lnTo>
                  <a:lnTo>
                    <a:pt x="2434" y="1218"/>
                  </a:lnTo>
                  <a:lnTo>
                    <a:pt x="2422" y="1090"/>
                  </a:lnTo>
                  <a:lnTo>
                    <a:pt x="2409" y="961"/>
                  </a:lnTo>
                  <a:lnTo>
                    <a:pt x="2370" y="846"/>
                  </a:lnTo>
                  <a:lnTo>
                    <a:pt x="2332" y="744"/>
                  </a:lnTo>
                  <a:lnTo>
                    <a:pt x="2281" y="628"/>
                  </a:lnTo>
                  <a:lnTo>
                    <a:pt x="2217" y="539"/>
                  </a:lnTo>
                  <a:lnTo>
                    <a:pt x="2153" y="436"/>
                  </a:lnTo>
                  <a:lnTo>
                    <a:pt x="2076" y="360"/>
                  </a:lnTo>
                  <a:lnTo>
                    <a:pt x="1986" y="270"/>
                  </a:lnTo>
                  <a:lnTo>
                    <a:pt x="1897" y="206"/>
                  </a:lnTo>
                  <a:lnTo>
                    <a:pt x="1794" y="142"/>
                  </a:lnTo>
                  <a:lnTo>
                    <a:pt x="1692" y="91"/>
                  </a:lnTo>
                  <a:lnTo>
                    <a:pt x="1576" y="52"/>
                  </a:lnTo>
                  <a:lnTo>
                    <a:pt x="1461" y="27"/>
                  </a:lnTo>
                  <a:lnTo>
                    <a:pt x="1333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5" name="Google Shape;2305;p44"/>
            <p:cNvSpPr/>
            <p:nvPr/>
          </p:nvSpPr>
          <p:spPr>
            <a:xfrm>
              <a:off x="4036050" y="2993100"/>
              <a:ext cx="60850" cy="60850"/>
            </a:xfrm>
            <a:custGeom>
              <a:avLst/>
              <a:gdLst/>
              <a:ahLst/>
              <a:cxnLst/>
              <a:rect l="l" t="t" r="r" b="b"/>
              <a:pathLst>
                <a:path w="2434" h="2434" extrusionOk="0">
                  <a:moveTo>
                    <a:pt x="1217" y="0"/>
                  </a:moveTo>
                  <a:lnTo>
                    <a:pt x="1102" y="13"/>
                  </a:lnTo>
                  <a:lnTo>
                    <a:pt x="974" y="26"/>
                  </a:lnTo>
                  <a:lnTo>
                    <a:pt x="858" y="64"/>
                  </a:lnTo>
                  <a:lnTo>
                    <a:pt x="743" y="103"/>
                  </a:lnTo>
                  <a:lnTo>
                    <a:pt x="641" y="154"/>
                  </a:lnTo>
                  <a:lnTo>
                    <a:pt x="538" y="218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48"/>
                  </a:lnTo>
                  <a:lnTo>
                    <a:pt x="218" y="538"/>
                  </a:lnTo>
                  <a:lnTo>
                    <a:pt x="154" y="641"/>
                  </a:lnTo>
                  <a:lnTo>
                    <a:pt x="103" y="743"/>
                  </a:lnTo>
                  <a:lnTo>
                    <a:pt x="64" y="858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0" y="1217"/>
                  </a:lnTo>
                  <a:lnTo>
                    <a:pt x="13" y="1345"/>
                  </a:lnTo>
                  <a:lnTo>
                    <a:pt x="26" y="1460"/>
                  </a:lnTo>
                  <a:lnTo>
                    <a:pt x="64" y="1576"/>
                  </a:lnTo>
                  <a:lnTo>
                    <a:pt x="103" y="1691"/>
                  </a:lnTo>
                  <a:lnTo>
                    <a:pt x="154" y="1793"/>
                  </a:lnTo>
                  <a:lnTo>
                    <a:pt x="218" y="1896"/>
                  </a:lnTo>
                  <a:lnTo>
                    <a:pt x="282" y="1985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8" y="2229"/>
                  </a:lnTo>
                  <a:lnTo>
                    <a:pt x="641" y="2293"/>
                  </a:lnTo>
                  <a:lnTo>
                    <a:pt x="743" y="2344"/>
                  </a:lnTo>
                  <a:lnTo>
                    <a:pt x="858" y="2382"/>
                  </a:lnTo>
                  <a:lnTo>
                    <a:pt x="974" y="2408"/>
                  </a:lnTo>
                  <a:lnTo>
                    <a:pt x="1102" y="2421"/>
                  </a:lnTo>
                  <a:lnTo>
                    <a:pt x="1217" y="2434"/>
                  </a:lnTo>
                  <a:lnTo>
                    <a:pt x="1345" y="2421"/>
                  </a:lnTo>
                  <a:lnTo>
                    <a:pt x="1460" y="2408"/>
                  </a:lnTo>
                  <a:lnTo>
                    <a:pt x="1576" y="2382"/>
                  </a:lnTo>
                  <a:lnTo>
                    <a:pt x="1691" y="2344"/>
                  </a:lnTo>
                  <a:lnTo>
                    <a:pt x="1793" y="2293"/>
                  </a:lnTo>
                  <a:lnTo>
                    <a:pt x="1896" y="2229"/>
                  </a:lnTo>
                  <a:lnTo>
                    <a:pt x="1998" y="2152"/>
                  </a:lnTo>
                  <a:lnTo>
                    <a:pt x="2075" y="2075"/>
                  </a:lnTo>
                  <a:lnTo>
                    <a:pt x="2152" y="1985"/>
                  </a:lnTo>
                  <a:lnTo>
                    <a:pt x="2229" y="1896"/>
                  </a:lnTo>
                  <a:lnTo>
                    <a:pt x="2293" y="1793"/>
                  </a:lnTo>
                  <a:lnTo>
                    <a:pt x="2344" y="1691"/>
                  </a:lnTo>
                  <a:lnTo>
                    <a:pt x="2383" y="1576"/>
                  </a:lnTo>
                  <a:lnTo>
                    <a:pt x="2408" y="1460"/>
                  </a:lnTo>
                  <a:lnTo>
                    <a:pt x="2434" y="1345"/>
                  </a:lnTo>
                  <a:lnTo>
                    <a:pt x="2434" y="1217"/>
                  </a:lnTo>
                  <a:lnTo>
                    <a:pt x="2434" y="1089"/>
                  </a:lnTo>
                  <a:lnTo>
                    <a:pt x="2408" y="974"/>
                  </a:lnTo>
                  <a:lnTo>
                    <a:pt x="2383" y="858"/>
                  </a:lnTo>
                  <a:lnTo>
                    <a:pt x="2344" y="743"/>
                  </a:lnTo>
                  <a:lnTo>
                    <a:pt x="2293" y="641"/>
                  </a:lnTo>
                  <a:lnTo>
                    <a:pt x="2229" y="538"/>
                  </a:lnTo>
                  <a:lnTo>
                    <a:pt x="2152" y="448"/>
                  </a:lnTo>
                  <a:lnTo>
                    <a:pt x="2075" y="359"/>
                  </a:lnTo>
                  <a:lnTo>
                    <a:pt x="1998" y="282"/>
                  </a:lnTo>
                  <a:lnTo>
                    <a:pt x="1896" y="218"/>
                  </a:lnTo>
                  <a:lnTo>
                    <a:pt x="1793" y="154"/>
                  </a:lnTo>
                  <a:lnTo>
                    <a:pt x="1691" y="103"/>
                  </a:lnTo>
                  <a:lnTo>
                    <a:pt x="1576" y="64"/>
                  </a:lnTo>
                  <a:lnTo>
                    <a:pt x="1460" y="26"/>
                  </a:lnTo>
                  <a:lnTo>
                    <a:pt x="1345" y="13"/>
                  </a:lnTo>
                  <a:lnTo>
                    <a:pt x="1217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6" name="Google Shape;2306;p44"/>
            <p:cNvSpPr/>
            <p:nvPr/>
          </p:nvSpPr>
          <p:spPr>
            <a:xfrm>
              <a:off x="4228800" y="2822425"/>
              <a:ext cx="60875" cy="60875"/>
            </a:xfrm>
            <a:custGeom>
              <a:avLst/>
              <a:gdLst/>
              <a:ahLst/>
              <a:cxnLst/>
              <a:rect l="l" t="t" r="r" b="b"/>
              <a:pathLst>
                <a:path w="2435" h="2435" extrusionOk="0">
                  <a:moveTo>
                    <a:pt x="1089" y="1"/>
                  </a:moveTo>
                  <a:lnTo>
                    <a:pt x="974" y="26"/>
                  </a:lnTo>
                  <a:lnTo>
                    <a:pt x="859" y="52"/>
                  </a:lnTo>
                  <a:lnTo>
                    <a:pt x="744" y="90"/>
                  </a:lnTo>
                  <a:lnTo>
                    <a:pt x="641" y="141"/>
                  </a:lnTo>
                  <a:lnTo>
                    <a:pt x="539" y="205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36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1" y="1217"/>
                  </a:lnTo>
                  <a:lnTo>
                    <a:pt x="13" y="1333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2" y="1986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9" y="2216"/>
                  </a:lnTo>
                  <a:lnTo>
                    <a:pt x="641" y="2280"/>
                  </a:lnTo>
                  <a:lnTo>
                    <a:pt x="744" y="2332"/>
                  </a:lnTo>
                  <a:lnTo>
                    <a:pt x="859" y="2370"/>
                  </a:lnTo>
                  <a:lnTo>
                    <a:pt x="974" y="2408"/>
                  </a:lnTo>
                  <a:lnTo>
                    <a:pt x="1089" y="2421"/>
                  </a:lnTo>
                  <a:lnTo>
                    <a:pt x="1217" y="2434"/>
                  </a:lnTo>
                  <a:lnTo>
                    <a:pt x="1346" y="2421"/>
                  </a:lnTo>
                  <a:lnTo>
                    <a:pt x="1461" y="2408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4" y="2280"/>
                  </a:lnTo>
                  <a:lnTo>
                    <a:pt x="1896" y="2216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2" y="1986"/>
                  </a:lnTo>
                  <a:lnTo>
                    <a:pt x="2216" y="1896"/>
                  </a:lnTo>
                  <a:lnTo>
                    <a:pt x="2280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1" y="1333"/>
                  </a:lnTo>
                  <a:lnTo>
                    <a:pt x="2434" y="1217"/>
                  </a:lnTo>
                  <a:lnTo>
                    <a:pt x="2421" y="1089"/>
                  </a:lnTo>
                  <a:lnTo>
                    <a:pt x="2409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0" y="641"/>
                  </a:lnTo>
                  <a:lnTo>
                    <a:pt x="2216" y="538"/>
                  </a:lnTo>
                  <a:lnTo>
                    <a:pt x="2152" y="436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05"/>
                  </a:lnTo>
                  <a:lnTo>
                    <a:pt x="1794" y="141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46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7" name="Google Shape;2307;p44"/>
            <p:cNvSpPr/>
            <p:nvPr/>
          </p:nvSpPr>
          <p:spPr>
            <a:xfrm>
              <a:off x="4315250" y="2674175"/>
              <a:ext cx="60550" cy="60850"/>
            </a:xfrm>
            <a:custGeom>
              <a:avLst/>
              <a:gdLst/>
              <a:ahLst/>
              <a:cxnLst/>
              <a:rect l="l" t="t" r="r" b="b"/>
              <a:pathLst>
                <a:path w="2422" h="2434" extrusionOk="0">
                  <a:moveTo>
                    <a:pt x="1205" y="0"/>
                  </a:moveTo>
                  <a:lnTo>
                    <a:pt x="1089" y="13"/>
                  </a:lnTo>
                  <a:lnTo>
                    <a:pt x="961" y="26"/>
                  </a:lnTo>
                  <a:lnTo>
                    <a:pt x="846" y="65"/>
                  </a:lnTo>
                  <a:lnTo>
                    <a:pt x="744" y="103"/>
                  </a:lnTo>
                  <a:lnTo>
                    <a:pt x="628" y="154"/>
                  </a:lnTo>
                  <a:lnTo>
                    <a:pt x="526" y="218"/>
                  </a:lnTo>
                  <a:lnTo>
                    <a:pt x="436" y="282"/>
                  </a:lnTo>
                  <a:lnTo>
                    <a:pt x="347" y="359"/>
                  </a:lnTo>
                  <a:lnTo>
                    <a:pt x="270" y="449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102"/>
                  </a:lnTo>
                  <a:lnTo>
                    <a:pt x="1" y="1217"/>
                  </a:lnTo>
                  <a:lnTo>
                    <a:pt x="1" y="1345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99"/>
                  </a:lnTo>
                  <a:lnTo>
                    <a:pt x="347" y="2075"/>
                  </a:lnTo>
                  <a:lnTo>
                    <a:pt x="436" y="2152"/>
                  </a:lnTo>
                  <a:lnTo>
                    <a:pt x="526" y="2229"/>
                  </a:lnTo>
                  <a:lnTo>
                    <a:pt x="628" y="2293"/>
                  </a:lnTo>
                  <a:lnTo>
                    <a:pt x="744" y="2344"/>
                  </a:lnTo>
                  <a:lnTo>
                    <a:pt x="846" y="2383"/>
                  </a:lnTo>
                  <a:lnTo>
                    <a:pt x="961" y="2408"/>
                  </a:lnTo>
                  <a:lnTo>
                    <a:pt x="1089" y="2434"/>
                  </a:lnTo>
                  <a:lnTo>
                    <a:pt x="1333" y="2434"/>
                  </a:lnTo>
                  <a:lnTo>
                    <a:pt x="1461" y="2408"/>
                  </a:lnTo>
                  <a:lnTo>
                    <a:pt x="1576" y="2383"/>
                  </a:lnTo>
                  <a:lnTo>
                    <a:pt x="1679" y="2344"/>
                  </a:lnTo>
                  <a:lnTo>
                    <a:pt x="1794" y="2293"/>
                  </a:lnTo>
                  <a:lnTo>
                    <a:pt x="1884" y="2229"/>
                  </a:lnTo>
                  <a:lnTo>
                    <a:pt x="1986" y="2152"/>
                  </a:lnTo>
                  <a:lnTo>
                    <a:pt x="2063" y="2075"/>
                  </a:lnTo>
                  <a:lnTo>
                    <a:pt x="2153" y="1999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396" y="1461"/>
                  </a:lnTo>
                  <a:lnTo>
                    <a:pt x="2421" y="1345"/>
                  </a:lnTo>
                  <a:lnTo>
                    <a:pt x="2421" y="1217"/>
                  </a:lnTo>
                  <a:lnTo>
                    <a:pt x="2421" y="1102"/>
                  </a:lnTo>
                  <a:lnTo>
                    <a:pt x="2396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49"/>
                  </a:lnTo>
                  <a:lnTo>
                    <a:pt x="2063" y="359"/>
                  </a:lnTo>
                  <a:lnTo>
                    <a:pt x="1986" y="282"/>
                  </a:lnTo>
                  <a:lnTo>
                    <a:pt x="1884" y="218"/>
                  </a:lnTo>
                  <a:lnTo>
                    <a:pt x="1794" y="154"/>
                  </a:lnTo>
                  <a:lnTo>
                    <a:pt x="1679" y="103"/>
                  </a:lnTo>
                  <a:lnTo>
                    <a:pt x="1576" y="65"/>
                  </a:lnTo>
                  <a:lnTo>
                    <a:pt x="1461" y="26"/>
                  </a:lnTo>
                  <a:lnTo>
                    <a:pt x="1333" y="13"/>
                  </a:lnTo>
                  <a:lnTo>
                    <a:pt x="1205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44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dirty="0"/>
              <a:t>HuggingFace</a:t>
            </a:r>
            <a:endParaRPr dirty="0"/>
          </a:p>
        </p:txBody>
      </p:sp>
      <p:sp>
        <p:nvSpPr>
          <p:cNvPr id="2259" name="Google Shape;2259;p44"/>
          <p:cNvSpPr/>
          <p:nvPr/>
        </p:nvSpPr>
        <p:spPr>
          <a:xfrm>
            <a:off x="6502400" y="3416300"/>
            <a:ext cx="5092800" cy="2892800"/>
          </a:xfrm>
          <a:prstGeom prst="roundRect">
            <a:avLst>
              <a:gd name="adj" fmla="val 16667"/>
            </a:avLst>
          </a:prstGeom>
          <a:solidFill>
            <a:srgbClr val="EA4827">
              <a:alpha val="250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60" name="Google Shape;2260;p44"/>
          <p:cNvSpPr/>
          <p:nvPr/>
        </p:nvSpPr>
        <p:spPr>
          <a:xfrm>
            <a:off x="609567" y="3416300"/>
            <a:ext cx="5092800" cy="2892800"/>
          </a:xfrm>
          <a:prstGeom prst="roundRect">
            <a:avLst>
              <a:gd name="adj" fmla="val 16667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261" name="Google Shape;2261;p44"/>
          <p:cNvGrpSpPr/>
          <p:nvPr/>
        </p:nvGrpSpPr>
        <p:grpSpPr>
          <a:xfrm>
            <a:off x="927146" y="3790636"/>
            <a:ext cx="4457639" cy="2518464"/>
            <a:chOff x="695359" y="2302076"/>
            <a:chExt cx="3343229" cy="1488799"/>
          </a:xfrm>
        </p:grpSpPr>
        <p:sp>
          <p:nvSpPr>
            <p:cNvPr id="2262" name="Google Shape;2262;p44"/>
            <p:cNvSpPr txBox="1"/>
            <p:nvPr/>
          </p:nvSpPr>
          <p:spPr>
            <a:xfrm>
              <a:off x="695359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24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Advantages</a:t>
              </a:r>
              <a:endParaRPr sz="24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63" name="Google Shape;2263;p44"/>
            <p:cNvSpPr txBox="1"/>
            <p:nvPr/>
          </p:nvSpPr>
          <p:spPr>
            <a:xfrm>
              <a:off x="695388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Instant access through web UI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No setup or deployment required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Useful for demos and learning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Shows real model behavior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Often free to use</a:t>
              </a:r>
              <a:endParaRPr sz="20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64" name="Google Shape;2264;p44"/>
          <p:cNvGrpSpPr/>
          <p:nvPr/>
        </p:nvGrpSpPr>
        <p:grpSpPr>
          <a:xfrm>
            <a:off x="6596481" y="3718846"/>
            <a:ext cx="4998719" cy="2361913"/>
            <a:chOff x="5114996" y="2302076"/>
            <a:chExt cx="3343204" cy="1488799"/>
          </a:xfrm>
        </p:grpSpPr>
        <p:sp>
          <p:nvSpPr>
            <p:cNvPr id="2265" name="Google Shape;2265;p44"/>
            <p:cNvSpPr txBox="1"/>
            <p:nvPr/>
          </p:nvSpPr>
          <p:spPr>
            <a:xfrm>
              <a:off x="5114996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24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Disadvantages</a:t>
              </a:r>
              <a:endParaRPr sz="24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66" name="Google Shape;2266;p44"/>
            <p:cNvSpPr txBox="1"/>
            <p:nvPr/>
          </p:nvSpPr>
          <p:spPr>
            <a:xfrm>
              <a:off x="5115000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Not designed as stable APIs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Can break or go offline anytime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Limited control over model and logic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Shared resources cause slowdowns</a:t>
              </a:r>
            </a:p>
          </p:txBody>
        </p:sp>
      </p:grpSp>
      <p:grpSp>
        <p:nvGrpSpPr>
          <p:cNvPr id="2267" name="Google Shape;2267;p44"/>
          <p:cNvGrpSpPr/>
          <p:nvPr/>
        </p:nvGrpSpPr>
        <p:grpSpPr>
          <a:xfrm>
            <a:off x="4945245" y="3677390"/>
            <a:ext cx="452337" cy="452337"/>
            <a:chOff x="1492675" y="4992125"/>
            <a:chExt cx="481825" cy="481825"/>
          </a:xfrm>
        </p:grpSpPr>
        <p:sp>
          <p:nvSpPr>
            <p:cNvPr id="2268" name="Google Shape;2268;p44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69" name="Google Shape;2269;p44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270" name="Google Shape;2270;p44"/>
          <p:cNvGrpSpPr/>
          <p:nvPr/>
        </p:nvGrpSpPr>
        <p:grpSpPr>
          <a:xfrm>
            <a:off x="10825268" y="3677390"/>
            <a:ext cx="452337" cy="452337"/>
            <a:chOff x="2085525" y="4992125"/>
            <a:chExt cx="481825" cy="481825"/>
          </a:xfrm>
        </p:grpSpPr>
        <p:sp>
          <p:nvSpPr>
            <p:cNvPr id="2271" name="Google Shape;2271;p44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72" name="Google Shape;2272;p44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2273" name="Google Shape;2273;p44"/>
          <p:cNvSpPr/>
          <p:nvPr/>
        </p:nvSpPr>
        <p:spPr>
          <a:xfrm>
            <a:off x="1625600" y="1600100"/>
            <a:ext cx="8956800" cy="710000"/>
          </a:xfrm>
          <a:prstGeom prst="roundRect">
            <a:avLst>
              <a:gd name="adj" fmla="val 50000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74" name="Google Shape;2274;p44"/>
          <p:cNvSpPr txBox="1"/>
          <p:nvPr/>
        </p:nvSpPr>
        <p:spPr>
          <a:xfrm>
            <a:off x="2936600" y="1728733"/>
            <a:ext cx="63344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Using Existing Spaces</a:t>
            </a:r>
            <a:endParaRPr lang="en-IN" sz="24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2275" name="Google Shape;2275;p44"/>
          <p:cNvCxnSpPr>
            <a:stCxn id="2273" idx="2"/>
            <a:endCxn id="2260" idx="0"/>
          </p:cNvCxnSpPr>
          <p:nvPr/>
        </p:nvCxnSpPr>
        <p:spPr>
          <a:xfrm rot="5400000">
            <a:off x="4076800" y="1389300"/>
            <a:ext cx="1106400" cy="29480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6" name="Google Shape;2276;p44"/>
          <p:cNvCxnSpPr>
            <a:stCxn id="2273" idx="2"/>
            <a:endCxn id="2259" idx="0"/>
          </p:cNvCxnSpPr>
          <p:nvPr/>
        </p:nvCxnSpPr>
        <p:spPr>
          <a:xfrm rot="-5400000" flipH="1">
            <a:off x="7023200" y="1390900"/>
            <a:ext cx="1106400" cy="29448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77" name="Google Shape;2277;p44"/>
          <p:cNvGrpSpPr/>
          <p:nvPr/>
        </p:nvGrpSpPr>
        <p:grpSpPr>
          <a:xfrm>
            <a:off x="9851645" y="1191211"/>
            <a:ext cx="1730771" cy="1527663"/>
            <a:chOff x="3268225" y="2120225"/>
            <a:chExt cx="1107575" cy="977600"/>
          </a:xfrm>
        </p:grpSpPr>
        <p:sp>
          <p:nvSpPr>
            <p:cNvPr id="2278" name="Google Shape;2278;p44"/>
            <p:cNvSpPr/>
            <p:nvPr/>
          </p:nvSpPr>
          <p:spPr>
            <a:xfrm>
              <a:off x="3783725" y="2149375"/>
              <a:ext cx="30450" cy="180600"/>
            </a:xfrm>
            <a:custGeom>
              <a:avLst/>
              <a:gdLst/>
              <a:ahLst/>
              <a:cxnLst/>
              <a:rect l="l" t="t" r="r" b="b"/>
              <a:pathLst>
                <a:path w="1218" h="7224" extrusionOk="0">
                  <a:moveTo>
                    <a:pt x="616" y="0"/>
                  </a:moveTo>
                  <a:lnTo>
                    <a:pt x="487" y="13"/>
                  </a:lnTo>
                  <a:lnTo>
                    <a:pt x="372" y="39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02"/>
                  </a:lnTo>
                  <a:lnTo>
                    <a:pt x="1" y="6622"/>
                  </a:lnTo>
                  <a:lnTo>
                    <a:pt x="14" y="6737"/>
                  </a:lnTo>
                  <a:lnTo>
                    <a:pt x="52" y="6853"/>
                  </a:lnTo>
                  <a:lnTo>
                    <a:pt x="103" y="6955"/>
                  </a:lnTo>
                  <a:lnTo>
                    <a:pt x="180" y="7045"/>
                  </a:lnTo>
                  <a:lnTo>
                    <a:pt x="270" y="7122"/>
                  </a:lnTo>
                  <a:lnTo>
                    <a:pt x="372" y="7173"/>
                  </a:lnTo>
                  <a:lnTo>
                    <a:pt x="487" y="7211"/>
                  </a:lnTo>
                  <a:lnTo>
                    <a:pt x="616" y="7224"/>
                  </a:lnTo>
                  <a:lnTo>
                    <a:pt x="731" y="7211"/>
                  </a:lnTo>
                  <a:lnTo>
                    <a:pt x="846" y="7173"/>
                  </a:lnTo>
                  <a:lnTo>
                    <a:pt x="949" y="7122"/>
                  </a:lnTo>
                  <a:lnTo>
                    <a:pt x="1038" y="7045"/>
                  </a:lnTo>
                  <a:lnTo>
                    <a:pt x="1115" y="6955"/>
                  </a:lnTo>
                  <a:lnTo>
                    <a:pt x="1166" y="6853"/>
                  </a:lnTo>
                  <a:lnTo>
                    <a:pt x="1205" y="6737"/>
                  </a:lnTo>
                  <a:lnTo>
                    <a:pt x="1218" y="6622"/>
                  </a:lnTo>
                  <a:lnTo>
                    <a:pt x="1218" y="602"/>
                  </a:lnTo>
                  <a:lnTo>
                    <a:pt x="1205" y="487"/>
                  </a:lnTo>
                  <a:lnTo>
                    <a:pt x="1166" y="372"/>
                  </a:lnTo>
                  <a:lnTo>
                    <a:pt x="1115" y="269"/>
                  </a:lnTo>
                  <a:lnTo>
                    <a:pt x="1038" y="180"/>
                  </a:lnTo>
                  <a:lnTo>
                    <a:pt x="949" y="103"/>
                  </a:lnTo>
                  <a:lnTo>
                    <a:pt x="846" y="39"/>
                  </a:lnTo>
                  <a:lnTo>
                    <a:pt x="731" y="13"/>
                  </a:lnTo>
                  <a:lnTo>
                    <a:pt x="6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79" name="Google Shape;2279;p44"/>
            <p:cNvSpPr/>
            <p:nvPr/>
          </p:nvSpPr>
          <p:spPr>
            <a:xfrm>
              <a:off x="3953425" y="2135275"/>
              <a:ext cx="226425" cy="251075"/>
            </a:xfrm>
            <a:custGeom>
              <a:avLst/>
              <a:gdLst/>
              <a:ahLst/>
              <a:cxnLst/>
              <a:rect l="l" t="t" r="r" b="b"/>
              <a:pathLst>
                <a:path w="9057" h="10043" extrusionOk="0">
                  <a:moveTo>
                    <a:pt x="4791" y="1"/>
                  </a:moveTo>
                  <a:lnTo>
                    <a:pt x="4663" y="14"/>
                  </a:lnTo>
                  <a:lnTo>
                    <a:pt x="4548" y="52"/>
                  </a:lnTo>
                  <a:lnTo>
                    <a:pt x="4445" y="103"/>
                  </a:lnTo>
                  <a:lnTo>
                    <a:pt x="4356" y="180"/>
                  </a:lnTo>
                  <a:lnTo>
                    <a:pt x="4292" y="270"/>
                  </a:lnTo>
                  <a:lnTo>
                    <a:pt x="4228" y="372"/>
                  </a:lnTo>
                  <a:lnTo>
                    <a:pt x="4189" y="487"/>
                  </a:lnTo>
                  <a:lnTo>
                    <a:pt x="4176" y="616"/>
                  </a:lnTo>
                  <a:lnTo>
                    <a:pt x="4176" y="4394"/>
                  </a:lnTo>
                  <a:lnTo>
                    <a:pt x="155" y="9030"/>
                  </a:lnTo>
                  <a:lnTo>
                    <a:pt x="78" y="9133"/>
                  </a:lnTo>
                  <a:lnTo>
                    <a:pt x="27" y="9235"/>
                  </a:lnTo>
                  <a:lnTo>
                    <a:pt x="1" y="9351"/>
                  </a:lnTo>
                  <a:lnTo>
                    <a:pt x="1" y="9479"/>
                  </a:lnTo>
                  <a:lnTo>
                    <a:pt x="14" y="9581"/>
                  </a:lnTo>
                  <a:lnTo>
                    <a:pt x="65" y="9696"/>
                  </a:lnTo>
                  <a:lnTo>
                    <a:pt x="129" y="9799"/>
                  </a:lnTo>
                  <a:lnTo>
                    <a:pt x="206" y="9888"/>
                  </a:lnTo>
                  <a:lnTo>
                    <a:pt x="296" y="9953"/>
                  </a:lnTo>
                  <a:lnTo>
                    <a:pt x="398" y="10004"/>
                  </a:lnTo>
                  <a:lnTo>
                    <a:pt x="500" y="10029"/>
                  </a:lnTo>
                  <a:lnTo>
                    <a:pt x="603" y="10042"/>
                  </a:lnTo>
                  <a:lnTo>
                    <a:pt x="731" y="10029"/>
                  </a:lnTo>
                  <a:lnTo>
                    <a:pt x="859" y="9991"/>
                  </a:lnTo>
                  <a:lnTo>
                    <a:pt x="962" y="9914"/>
                  </a:lnTo>
                  <a:lnTo>
                    <a:pt x="1064" y="9824"/>
                  </a:lnTo>
                  <a:lnTo>
                    <a:pt x="5252" y="5021"/>
                  </a:lnTo>
                  <a:lnTo>
                    <a:pt x="5316" y="4932"/>
                  </a:lnTo>
                  <a:lnTo>
                    <a:pt x="5355" y="4829"/>
                  </a:lnTo>
                  <a:lnTo>
                    <a:pt x="5380" y="4727"/>
                  </a:lnTo>
                  <a:lnTo>
                    <a:pt x="5393" y="4624"/>
                  </a:lnTo>
                  <a:lnTo>
                    <a:pt x="5393" y="1218"/>
                  </a:lnTo>
                  <a:lnTo>
                    <a:pt x="8441" y="1218"/>
                  </a:lnTo>
                  <a:lnTo>
                    <a:pt x="8569" y="1205"/>
                  </a:lnTo>
                  <a:lnTo>
                    <a:pt x="8685" y="1166"/>
                  </a:lnTo>
                  <a:lnTo>
                    <a:pt x="8787" y="1115"/>
                  </a:lnTo>
                  <a:lnTo>
                    <a:pt x="8877" y="1038"/>
                  </a:lnTo>
                  <a:lnTo>
                    <a:pt x="8941" y="949"/>
                  </a:lnTo>
                  <a:lnTo>
                    <a:pt x="9005" y="846"/>
                  </a:lnTo>
                  <a:lnTo>
                    <a:pt x="9043" y="731"/>
                  </a:lnTo>
                  <a:lnTo>
                    <a:pt x="9056" y="616"/>
                  </a:lnTo>
                  <a:lnTo>
                    <a:pt x="9043" y="487"/>
                  </a:lnTo>
                  <a:lnTo>
                    <a:pt x="9005" y="372"/>
                  </a:lnTo>
                  <a:lnTo>
                    <a:pt x="8941" y="270"/>
                  </a:lnTo>
                  <a:lnTo>
                    <a:pt x="8877" y="180"/>
                  </a:lnTo>
                  <a:lnTo>
                    <a:pt x="8787" y="103"/>
                  </a:lnTo>
                  <a:lnTo>
                    <a:pt x="8685" y="52"/>
                  </a:lnTo>
                  <a:lnTo>
                    <a:pt x="8569" y="14"/>
                  </a:lnTo>
                  <a:lnTo>
                    <a:pt x="84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0" name="Google Shape;2280;p44"/>
            <p:cNvSpPr/>
            <p:nvPr/>
          </p:nvSpPr>
          <p:spPr>
            <a:xfrm>
              <a:off x="4051425" y="2316525"/>
              <a:ext cx="108875" cy="208450"/>
            </a:xfrm>
            <a:custGeom>
              <a:avLst/>
              <a:gdLst/>
              <a:ahLst/>
              <a:cxnLst/>
              <a:rect l="l" t="t" r="r" b="b"/>
              <a:pathLst>
                <a:path w="4355" h="8338" extrusionOk="0">
                  <a:moveTo>
                    <a:pt x="3625" y="0"/>
                  </a:moveTo>
                  <a:lnTo>
                    <a:pt x="3509" y="38"/>
                  </a:lnTo>
                  <a:lnTo>
                    <a:pt x="3407" y="103"/>
                  </a:lnTo>
                  <a:lnTo>
                    <a:pt x="3317" y="167"/>
                  </a:lnTo>
                  <a:lnTo>
                    <a:pt x="3241" y="256"/>
                  </a:lnTo>
                  <a:lnTo>
                    <a:pt x="3189" y="359"/>
                  </a:lnTo>
                  <a:lnTo>
                    <a:pt x="3151" y="474"/>
                  </a:lnTo>
                  <a:lnTo>
                    <a:pt x="3138" y="602"/>
                  </a:lnTo>
                  <a:lnTo>
                    <a:pt x="3138" y="4572"/>
                  </a:lnTo>
                  <a:lnTo>
                    <a:pt x="192" y="7288"/>
                  </a:lnTo>
                  <a:lnTo>
                    <a:pt x="115" y="7377"/>
                  </a:lnTo>
                  <a:lnTo>
                    <a:pt x="51" y="7480"/>
                  </a:lnTo>
                  <a:lnTo>
                    <a:pt x="13" y="7595"/>
                  </a:lnTo>
                  <a:lnTo>
                    <a:pt x="0" y="7710"/>
                  </a:lnTo>
                  <a:lnTo>
                    <a:pt x="0" y="7826"/>
                  </a:lnTo>
                  <a:lnTo>
                    <a:pt x="39" y="7941"/>
                  </a:lnTo>
                  <a:lnTo>
                    <a:pt x="90" y="8043"/>
                  </a:lnTo>
                  <a:lnTo>
                    <a:pt x="154" y="8146"/>
                  </a:lnTo>
                  <a:lnTo>
                    <a:pt x="256" y="8223"/>
                  </a:lnTo>
                  <a:lnTo>
                    <a:pt x="372" y="8287"/>
                  </a:lnTo>
                  <a:lnTo>
                    <a:pt x="487" y="8325"/>
                  </a:lnTo>
                  <a:lnTo>
                    <a:pt x="602" y="8338"/>
                  </a:lnTo>
                  <a:lnTo>
                    <a:pt x="717" y="8325"/>
                  </a:lnTo>
                  <a:lnTo>
                    <a:pt x="820" y="8300"/>
                  </a:lnTo>
                  <a:lnTo>
                    <a:pt x="922" y="8248"/>
                  </a:lnTo>
                  <a:lnTo>
                    <a:pt x="1012" y="8172"/>
                  </a:lnTo>
                  <a:lnTo>
                    <a:pt x="4150" y="5277"/>
                  </a:lnTo>
                  <a:lnTo>
                    <a:pt x="4240" y="5187"/>
                  </a:lnTo>
                  <a:lnTo>
                    <a:pt x="4304" y="5072"/>
                  </a:lnTo>
                  <a:lnTo>
                    <a:pt x="4342" y="4957"/>
                  </a:lnTo>
                  <a:lnTo>
                    <a:pt x="4355" y="4829"/>
                  </a:lnTo>
                  <a:lnTo>
                    <a:pt x="4355" y="602"/>
                  </a:lnTo>
                  <a:lnTo>
                    <a:pt x="4342" y="474"/>
                  </a:lnTo>
                  <a:lnTo>
                    <a:pt x="4304" y="359"/>
                  </a:lnTo>
                  <a:lnTo>
                    <a:pt x="4252" y="256"/>
                  </a:lnTo>
                  <a:lnTo>
                    <a:pt x="4175" y="167"/>
                  </a:lnTo>
                  <a:lnTo>
                    <a:pt x="4086" y="103"/>
                  </a:lnTo>
                  <a:lnTo>
                    <a:pt x="3983" y="38"/>
                  </a:lnTo>
                  <a:lnTo>
                    <a:pt x="38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1" name="Google Shape;2281;p44"/>
            <p:cNvSpPr/>
            <p:nvPr/>
          </p:nvSpPr>
          <p:spPr>
            <a:xfrm>
              <a:off x="4057825" y="2603100"/>
              <a:ext cx="302925" cy="116900"/>
            </a:xfrm>
            <a:custGeom>
              <a:avLst/>
              <a:gdLst/>
              <a:ahLst/>
              <a:cxnLst/>
              <a:rect l="l" t="t" r="r" b="b"/>
              <a:pathLst>
                <a:path w="12117" h="4676" extrusionOk="0">
                  <a:moveTo>
                    <a:pt x="615" y="0"/>
                  </a:moveTo>
                  <a:lnTo>
                    <a:pt x="487" y="13"/>
                  </a:lnTo>
                  <a:lnTo>
                    <a:pt x="372" y="51"/>
                  </a:lnTo>
                  <a:lnTo>
                    <a:pt x="269" y="103"/>
                  </a:lnTo>
                  <a:lnTo>
                    <a:pt x="180" y="179"/>
                  </a:lnTo>
                  <a:lnTo>
                    <a:pt x="116" y="269"/>
                  </a:lnTo>
                  <a:lnTo>
                    <a:pt x="52" y="372"/>
                  </a:lnTo>
                  <a:lnTo>
                    <a:pt x="13" y="487"/>
                  </a:lnTo>
                  <a:lnTo>
                    <a:pt x="0" y="615"/>
                  </a:lnTo>
                  <a:lnTo>
                    <a:pt x="13" y="730"/>
                  </a:lnTo>
                  <a:lnTo>
                    <a:pt x="52" y="845"/>
                  </a:lnTo>
                  <a:lnTo>
                    <a:pt x="116" y="948"/>
                  </a:lnTo>
                  <a:lnTo>
                    <a:pt x="180" y="1038"/>
                  </a:lnTo>
                  <a:lnTo>
                    <a:pt x="269" y="1114"/>
                  </a:lnTo>
                  <a:lnTo>
                    <a:pt x="372" y="1166"/>
                  </a:lnTo>
                  <a:lnTo>
                    <a:pt x="487" y="1204"/>
                  </a:lnTo>
                  <a:lnTo>
                    <a:pt x="615" y="1217"/>
                  </a:lnTo>
                  <a:lnTo>
                    <a:pt x="6225" y="1217"/>
                  </a:lnTo>
                  <a:lnTo>
                    <a:pt x="6225" y="4060"/>
                  </a:lnTo>
                  <a:lnTo>
                    <a:pt x="6238" y="4188"/>
                  </a:lnTo>
                  <a:lnTo>
                    <a:pt x="6263" y="4304"/>
                  </a:lnTo>
                  <a:lnTo>
                    <a:pt x="6327" y="4406"/>
                  </a:lnTo>
                  <a:lnTo>
                    <a:pt x="6404" y="4496"/>
                  </a:lnTo>
                  <a:lnTo>
                    <a:pt x="6494" y="4573"/>
                  </a:lnTo>
                  <a:lnTo>
                    <a:pt x="6596" y="4624"/>
                  </a:lnTo>
                  <a:lnTo>
                    <a:pt x="6712" y="4662"/>
                  </a:lnTo>
                  <a:lnTo>
                    <a:pt x="6827" y="4675"/>
                  </a:lnTo>
                  <a:lnTo>
                    <a:pt x="11502" y="4675"/>
                  </a:lnTo>
                  <a:lnTo>
                    <a:pt x="11630" y="4662"/>
                  </a:lnTo>
                  <a:lnTo>
                    <a:pt x="11745" y="4624"/>
                  </a:lnTo>
                  <a:lnTo>
                    <a:pt x="11848" y="4573"/>
                  </a:lnTo>
                  <a:lnTo>
                    <a:pt x="11937" y="4496"/>
                  </a:lnTo>
                  <a:lnTo>
                    <a:pt x="12014" y="4406"/>
                  </a:lnTo>
                  <a:lnTo>
                    <a:pt x="12065" y="4304"/>
                  </a:lnTo>
                  <a:lnTo>
                    <a:pt x="12104" y="4188"/>
                  </a:lnTo>
                  <a:lnTo>
                    <a:pt x="12117" y="4060"/>
                  </a:lnTo>
                  <a:lnTo>
                    <a:pt x="12104" y="3945"/>
                  </a:lnTo>
                  <a:lnTo>
                    <a:pt x="12065" y="3830"/>
                  </a:lnTo>
                  <a:lnTo>
                    <a:pt x="12014" y="3727"/>
                  </a:lnTo>
                  <a:lnTo>
                    <a:pt x="11937" y="3638"/>
                  </a:lnTo>
                  <a:lnTo>
                    <a:pt x="11848" y="3561"/>
                  </a:lnTo>
                  <a:lnTo>
                    <a:pt x="11745" y="3509"/>
                  </a:lnTo>
                  <a:lnTo>
                    <a:pt x="11630" y="3471"/>
                  </a:lnTo>
                  <a:lnTo>
                    <a:pt x="11502" y="3458"/>
                  </a:lnTo>
                  <a:lnTo>
                    <a:pt x="7442" y="3458"/>
                  </a:lnTo>
                  <a:lnTo>
                    <a:pt x="7442" y="615"/>
                  </a:lnTo>
                  <a:lnTo>
                    <a:pt x="7429" y="487"/>
                  </a:lnTo>
                  <a:lnTo>
                    <a:pt x="7390" y="372"/>
                  </a:lnTo>
                  <a:lnTo>
                    <a:pt x="7326" y="269"/>
                  </a:lnTo>
                  <a:lnTo>
                    <a:pt x="7262" y="179"/>
                  </a:lnTo>
                  <a:lnTo>
                    <a:pt x="7173" y="103"/>
                  </a:lnTo>
                  <a:lnTo>
                    <a:pt x="7070" y="51"/>
                  </a:lnTo>
                  <a:lnTo>
                    <a:pt x="6955" y="13"/>
                  </a:lnTo>
                  <a:lnTo>
                    <a:pt x="68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2" name="Google Shape;2282;p44"/>
            <p:cNvSpPr/>
            <p:nvPr/>
          </p:nvSpPr>
          <p:spPr>
            <a:xfrm>
              <a:off x="4025475" y="2700750"/>
              <a:ext cx="248825" cy="167175"/>
            </a:xfrm>
            <a:custGeom>
              <a:avLst/>
              <a:gdLst/>
              <a:ahLst/>
              <a:cxnLst/>
              <a:rect l="l" t="t" r="r" b="b"/>
              <a:pathLst>
                <a:path w="9953" h="6687" extrusionOk="0">
                  <a:moveTo>
                    <a:pt x="590" y="1"/>
                  </a:moveTo>
                  <a:lnTo>
                    <a:pt x="475" y="13"/>
                  </a:lnTo>
                  <a:lnTo>
                    <a:pt x="359" y="52"/>
                  </a:lnTo>
                  <a:lnTo>
                    <a:pt x="257" y="103"/>
                  </a:lnTo>
                  <a:lnTo>
                    <a:pt x="167" y="180"/>
                  </a:lnTo>
                  <a:lnTo>
                    <a:pt x="90" y="282"/>
                  </a:lnTo>
                  <a:lnTo>
                    <a:pt x="39" y="398"/>
                  </a:lnTo>
                  <a:lnTo>
                    <a:pt x="13" y="513"/>
                  </a:lnTo>
                  <a:lnTo>
                    <a:pt x="1" y="628"/>
                  </a:lnTo>
                  <a:lnTo>
                    <a:pt x="13" y="743"/>
                  </a:lnTo>
                  <a:lnTo>
                    <a:pt x="52" y="846"/>
                  </a:lnTo>
                  <a:lnTo>
                    <a:pt x="116" y="948"/>
                  </a:lnTo>
                  <a:lnTo>
                    <a:pt x="193" y="1038"/>
                  </a:lnTo>
                  <a:lnTo>
                    <a:pt x="282" y="1115"/>
                  </a:lnTo>
                  <a:lnTo>
                    <a:pt x="9030" y="6597"/>
                  </a:lnTo>
                  <a:lnTo>
                    <a:pt x="9107" y="6635"/>
                  </a:lnTo>
                  <a:lnTo>
                    <a:pt x="9184" y="6661"/>
                  </a:lnTo>
                  <a:lnTo>
                    <a:pt x="9261" y="6686"/>
                  </a:lnTo>
                  <a:lnTo>
                    <a:pt x="9427" y="6686"/>
                  </a:lnTo>
                  <a:lnTo>
                    <a:pt x="9491" y="6673"/>
                  </a:lnTo>
                  <a:lnTo>
                    <a:pt x="9568" y="6648"/>
                  </a:lnTo>
                  <a:lnTo>
                    <a:pt x="9632" y="6609"/>
                  </a:lnTo>
                  <a:lnTo>
                    <a:pt x="9696" y="6571"/>
                  </a:lnTo>
                  <a:lnTo>
                    <a:pt x="9760" y="6520"/>
                  </a:lnTo>
                  <a:lnTo>
                    <a:pt x="9812" y="6469"/>
                  </a:lnTo>
                  <a:lnTo>
                    <a:pt x="9863" y="6404"/>
                  </a:lnTo>
                  <a:lnTo>
                    <a:pt x="9914" y="6289"/>
                  </a:lnTo>
                  <a:lnTo>
                    <a:pt x="9952" y="6174"/>
                  </a:lnTo>
                  <a:lnTo>
                    <a:pt x="9952" y="6059"/>
                  </a:lnTo>
                  <a:lnTo>
                    <a:pt x="9940" y="5943"/>
                  </a:lnTo>
                  <a:lnTo>
                    <a:pt x="9901" y="5841"/>
                  </a:lnTo>
                  <a:lnTo>
                    <a:pt x="9850" y="5738"/>
                  </a:lnTo>
                  <a:lnTo>
                    <a:pt x="9773" y="5636"/>
                  </a:lnTo>
                  <a:lnTo>
                    <a:pt x="9671" y="5572"/>
                  </a:lnTo>
                  <a:lnTo>
                    <a:pt x="936" y="90"/>
                  </a:lnTo>
                  <a:lnTo>
                    <a:pt x="820" y="39"/>
                  </a:lnTo>
                  <a:lnTo>
                    <a:pt x="7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3" name="Google Shape;2283;p44"/>
            <p:cNvSpPr/>
            <p:nvPr/>
          </p:nvSpPr>
          <p:spPr>
            <a:xfrm>
              <a:off x="3967200" y="2775025"/>
              <a:ext cx="114650" cy="266750"/>
            </a:xfrm>
            <a:custGeom>
              <a:avLst/>
              <a:gdLst/>
              <a:ahLst/>
              <a:cxnLst/>
              <a:rect l="l" t="t" r="r" b="b"/>
              <a:pathLst>
                <a:path w="4586" h="10670" extrusionOk="0">
                  <a:moveTo>
                    <a:pt x="513" y="1"/>
                  </a:moveTo>
                  <a:lnTo>
                    <a:pt x="398" y="27"/>
                  </a:lnTo>
                  <a:lnTo>
                    <a:pt x="295" y="78"/>
                  </a:lnTo>
                  <a:lnTo>
                    <a:pt x="206" y="155"/>
                  </a:lnTo>
                  <a:lnTo>
                    <a:pt x="116" y="244"/>
                  </a:lnTo>
                  <a:lnTo>
                    <a:pt x="52" y="347"/>
                  </a:lnTo>
                  <a:lnTo>
                    <a:pt x="13" y="462"/>
                  </a:lnTo>
                  <a:lnTo>
                    <a:pt x="1" y="577"/>
                  </a:lnTo>
                  <a:lnTo>
                    <a:pt x="1" y="693"/>
                  </a:lnTo>
                  <a:lnTo>
                    <a:pt x="26" y="808"/>
                  </a:lnTo>
                  <a:lnTo>
                    <a:pt x="78" y="910"/>
                  </a:lnTo>
                  <a:lnTo>
                    <a:pt x="154" y="1013"/>
                  </a:lnTo>
                  <a:lnTo>
                    <a:pt x="244" y="1090"/>
                  </a:lnTo>
                  <a:lnTo>
                    <a:pt x="3369" y="3421"/>
                  </a:lnTo>
                  <a:lnTo>
                    <a:pt x="3369" y="10055"/>
                  </a:lnTo>
                  <a:lnTo>
                    <a:pt x="3382" y="10183"/>
                  </a:lnTo>
                  <a:lnTo>
                    <a:pt x="3420" y="10299"/>
                  </a:lnTo>
                  <a:lnTo>
                    <a:pt x="3472" y="10401"/>
                  </a:lnTo>
                  <a:lnTo>
                    <a:pt x="3548" y="10491"/>
                  </a:lnTo>
                  <a:lnTo>
                    <a:pt x="3638" y="10567"/>
                  </a:lnTo>
                  <a:lnTo>
                    <a:pt x="3741" y="10619"/>
                  </a:lnTo>
                  <a:lnTo>
                    <a:pt x="3856" y="10657"/>
                  </a:lnTo>
                  <a:lnTo>
                    <a:pt x="3971" y="10670"/>
                  </a:lnTo>
                  <a:lnTo>
                    <a:pt x="4099" y="10657"/>
                  </a:lnTo>
                  <a:lnTo>
                    <a:pt x="4214" y="10619"/>
                  </a:lnTo>
                  <a:lnTo>
                    <a:pt x="4317" y="10567"/>
                  </a:lnTo>
                  <a:lnTo>
                    <a:pt x="4407" y="10491"/>
                  </a:lnTo>
                  <a:lnTo>
                    <a:pt x="4483" y="10401"/>
                  </a:lnTo>
                  <a:lnTo>
                    <a:pt x="4535" y="10299"/>
                  </a:lnTo>
                  <a:lnTo>
                    <a:pt x="4573" y="10183"/>
                  </a:lnTo>
                  <a:lnTo>
                    <a:pt x="4586" y="10055"/>
                  </a:lnTo>
                  <a:lnTo>
                    <a:pt x="4586" y="3113"/>
                  </a:lnTo>
                  <a:lnTo>
                    <a:pt x="4573" y="3036"/>
                  </a:lnTo>
                  <a:lnTo>
                    <a:pt x="4560" y="2972"/>
                  </a:lnTo>
                  <a:lnTo>
                    <a:pt x="4547" y="2896"/>
                  </a:lnTo>
                  <a:lnTo>
                    <a:pt x="4522" y="2832"/>
                  </a:lnTo>
                  <a:lnTo>
                    <a:pt x="4483" y="2780"/>
                  </a:lnTo>
                  <a:lnTo>
                    <a:pt x="4445" y="2716"/>
                  </a:lnTo>
                  <a:lnTo>
                    <a:pt x="4394" y="2665"/>
                  </a:lnTo>
                  <a:lnTo>
                    <a:pt x="4330" y="2627"/>
                  </a:lnTo>
                  <a:lnTo>
                    <a:pt x="961" y="116"/>
                  </a:lnTo>
                  <a:lnTo>
                    <a:pt x="859" y="52"/>
                  </a:lnTo>
                  <a:lnTo>
                    <a:pt x="744" y="14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4" name="Google Shape;2284;p44"/>
            <p:cNvSpPr/>
            <p:nvPr/>
          </p:nvSpPr>
          <p:spPr>
            <a:xfrm>
              <a:off x="3400125" y="2793925"/>
              <a:ext cx="254275" cy="218400"/>
            </a:xfrm>
            <a:custGeom>
              <a:avLst/>
              <a:gdLst/>
              <a:ahLst/>
              <a:cxnLst/>
              <a:rect l="l" t="t" r="r" b="b"/>
              <a:pathLst>
                <a:path w="10171" h="8736" extrusionOk="0">
                  <a:moveTo>
                    <a:pt x="9556" y="1"/>
                  </a:moveTo>
                  <a:lnTo>
                    <a:pt x="9440" y="13"/>
                  </a:lnTo>
                  <a:lnTo>
                    <a:pt x="9325" y="52"/>
                  </a:lnTo>
                  <a:lnTo>
                    <a:pt x="9223" y="103"/>
                  </a:lnTo>
                  <a:lnTo>
                    <a:pt x="9133" y="180"/>
                  </a:lnTo>
                  <a:lnTo>
                    <a:pt x="5483" y="3971"/>
                  </a:lnTo>
                  <a:lnTo>
                    <a:pt x="616" y="3971"/>
                  </a:lnTo>
                  <a:lnTo>
                    <a:pt x="488" y="3984"/>
                  </a:lnTo>
                  <a:lnTo>
                    <a:pt x="372" y="4022"/>
                  </a:lnTo>
                  <a:lnTo>
                    <a:pt x="270" y="4074"/>
                  </a:lnTo>
                  <a:lnTo>
                    <a:pt x="180" y="4150"/>
                  </a:lnTo>
                  <a:lnTo>
                    <a:pt x="103" y="4240"/>
                  </a:lnTo>
                  <a:lnTo>
                    <a:pt x="52" y="4343"/>
                  </a:lnTo>
                  <a:lnTo>
                    <a:pt x="14" y="4458"/>
                  </a:lnTo>
                  <a:lnTo>
                    <a:pt x="1" y="4573"/>
                  </a:lnTo>
                  <a:lnTo>
                    <a:pt x="1" y="8134"/>
                  </a:lnTo>
                  <a:lnTo>
                    <a:pt x="14" y="8249"/>
                  </a:lnTo>
                  <a:lnTo>
                    <a:pt x="52" y="8364"/>
                  </a:lnTo>
                  <a:lnTo>
                    <a:pt x="103" y="8467"/>
                  </a:lnTo>
                  <a:lnTo>
                    <a:pt x="180" y="8556"/>
                  </a:lnTo>
                  <a:lnTo>
                    <a:pt x="270" y="8633"/>
                  </a:lnTo>
                  <a:lnTo>
                    <a:pt x="372" y="8684"/>
                  </a:lnTo>
                  <a:lnTo>
                    <a:pt x="488" y="8723"/>
                  </a:lnTo>
                  <a:lnTo>
                    <a:pt x="616" y="8736"/>
                  </a:lnTo>
                  <a:lnTo>
                    <a:pt x="731" y="8723"/>
                  </a:lnTo>
                  <a:lnTo>
                    <a:pt x="846" y="8684"/>
                  </a:lnTo>
                  <a:lnTo>
                    <a:pt x="949" y="8633"/>
                  </a:lnTo>
                  <a:lnTo>
                    <a:pt x="1038" y="8556"/>
                  </a:lnTo>
                  <a:lnTo>
                    <a:pt x="1115" y="8467"/>
                  </a:lnTo>
                  <a:lnTo>
                    <a:pt x="1166" y="8364"/>
                  </a:lnTo>
                  <a:lnTo>
                    <a:pt x="1205" y="8249"/>
                  </a:lnTo>
                  <a:lnTo>
                    <a:pt x="1218" y="8134"/>
                  </a:lnTo>
                  <a:lnTo>
                    <a:pt x="1218" y="5188"/>
                  </a:lnTo>
                  <a:lnTo>
                    <a:pt x="5739" y="5188"/>
                  </a:lnTo>
                  <a:lnTo>
                    <a:pt x="5854" y="5175"/>
                  </a:lnTo>
                  <a:lnTo>
                    <a:pt x="5969" y="5137"/>
                  </a:lnTo>
                  <a:lnTo>
                    <a:pt x="6085" y="5073"/>
                  </a:lnTo>
                  <a:lnTo>
                    <a:pt x="6174" y="4996"/>
                  </a:lnTo>
                  <a:lnTo>
                    <a:pt x="10004" y="1025"/>
                  </a:lnTo>
                  <a:lnTo>
                    <a:pt x="10081" y="923"/>
                  </a:lnTo>
                  <a:lnTo>
                    <a:pt x="10132" y="820"/>
                  </a:lnTo>
                  <a:lnTo>
                    <a:pt x="10158" y="705"/>
                  </a:lnTo>
                  <a:lnTo>
                    <a:pt x="10170" y="590"/>
                  </a:lnTo>
                  <a:lnTo>
                    <a:pt x="10158" y="475"/>
                  </a:lnTo>
                  <a:lnTo>
                    <a:pt x="10119" y="359"/>
                  </a:lnTo>
                  <a:lnTo>
                    <a:pt x="10068" y="257"/>
                  </a:lnTo>
                  <a:lnTo>
                    <a:pt x="9991" y="167"/>
                  </a:lnTo>
                  <a:lnTo>
                    <a:pt x="9889" y="90"/>
                  </a:lnTo>
                  <a:lnTo>
                    <a:pt x="9786" y="39"/>
                  </a:lnTo>
                  <a:lnTo>
                    <a:pt x="96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5" name="Google Shape;2285;p44"/>
            <p:cNvSpPr/>
            <p:nvPr/>
          </p:nvSpPr>
          <p:spPr>
            <a:xfrm>
              <a:off x="3283275" y="2700750"/>
              <a:ext cx="289150" cy="104725"/>
            </a:xfrm>
            <a:custGeom>
              <a:avLst/>
              <a:gdLst/>
              <a:ahLst/>
              <a:cxnLst/>
              <a:rect l="l" t="t" r="r" b="b"/>
              <a:pathLst>
                <a:path w="11566" h="4189" extrusionOk="0">
                  <a:moveTo>
                    <a:pt x="10887" y="1"/>
                  </a:moveTo>
                  <a:lnTo>
                    <a:pt x="10771" y="26"/>
                  </a:lnTo>
                  <a:lnTo>
                    <a:pt x="10669" y="77"/>
                  </a:lnTo>
                  <a:lnTo>
                    <a:pt x="10567" y="141"/>
                  </a:lnTo>
                  <a:lnTo>
                    <a:pt x="7288" y="2972"/>
                  </a:lnTo>
                  <a:lnTo>
                    <a:pt x="602" y="2972"/>
                  </a:lnTo>
                  <a:lnTo>
                    <a:pt x="487" y="2985"/>
                  </a:lnTo>
                  <a:lnTo>
                    <a:pt x="372" y="3023"/>
                  </a:lnTo>
                  <a:lnTo>
                    <a:pt x="269" y="3074"/>
                  </a:lnTo>
                  <a:lnTo>
                    <a:pt x="179" y="3151"/>
                  </a:lnTo>
                  <a:lnTo>
                    <a:pt x="103" y="3241"/>
                  </a:lnTo>
                  <a:lnTo>
                    <a:pt x="51" y="3343"/>
                  </a:lnTo>
                  <a:lnTo>
                    <a:pt x="13" y="3459"/>
                  </a:lnTo>
                  <a:lnTo>
                    <a:pt x="0" y="3574"/>
                  </a:lnTo>
                  <a:lnTo>
                    <a:pt x="13" y="3702"/>
                  </a:lnTo>
                  <a:lnTo>
                    <a:pt x="51" y="3817"/>
                  </a:lnTo>
                  <a:lnTo>
                    <a:pt x="103" y="3920"/>
                  </a:lnTo>
                  <a:lnTo>
                    <a:pt x="179" y="4009"/>
                  </a:lnTo>
                  <a:lnTo>
                    <a:pt x="269" y="4073"/>
                  </a:lnTo>
                  <a:lnTo>
                    <a:pt x="372" y="4137"/>
                  </a:lnTo>
                  <a:lnTo>
                    <a:pt x="487" y="4176"/>
                  </a:lnTo>
                  <a:lnTo>
                    <a:pt x="602" y="4189"/>
                  </a:lnTo>
                  <a:lnTo>
                    <a:pt x="7518" y="4189"/>
                  </a:lnTo>
                  <a:lnTo>
                    <a:pt x="7621" y="4176"/>
                  </a:lnTo>
                  <a:lnTo>
                    <a:pt x="7723" y="4150"/>
                  </a:lnTo>
                  <a:lnTo>
                    <a:pt x="7826" y="4099"/>
                  </a:lnTo>
                  <a:lnTo>
                    <a:pt x="7915" y="4035"/>
                  </a:lnTo>
                  <a:lnTo>
                    <a:pt x="11361" y="1064"/>
                  </a:lnTo>
                  <a:lnTo>
                    <a:pt x="11450" y="974"/>
                  </a:lnTo>
                  <a:lnTo>
                    <a:pt x="11502" y="871"/>
                  </a:lnTo>
                  <a:lnTo>
                    <a:pt x="11553" y="769"/>
                  </a:lnTo>
                  <a:lnTo>
                    <a:pt x="11566" y="654"/>
                  </a:lnTo>
                  <a:lnTo>
                    <a:pt x="11566" y="526"/>
                  </a:lnTo>
                  <a:lnTo>
                    <a:pt x="11540" y="423"/>
                  </a:lnTo>
                  <a:lnTo>
                    <a:pt x="11489" y="308"/>
                  </a:lnTo>
                  <a:lnTo>
                    <a:pt x="11425" y="205"/>
                  </a:lnTo>
                  <a:lnTo>
                    <a:pt x="11335" y="129"/>
                  </a:lnTo>
                  <a:lnTo>
                    <a:pt x="11233" y="65"/>
                  </a:lnTo>
                  <a:lnTo>
                    <a:pt x="11117" y="13"/>
                  </a:lnTo>
                  <a:lnTo>
                    <a:pt x="110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6" name="Google Shape;2286;p44"/>
            <p:cNvSpPr/>
            <p:nvPr/>
          </p:nvSpPr>
          <p:spPr>
            <a:xfrm>
              <a:off x="3350175" y="2633825"/>
              <a:ext cx="192475" cy="30450"/>
            </a:xfrm>
            <a:custGeom>
              <a:avLst/>
              <a:gdLst/>
              <a:ahLst/>
              <a:cxnLst/>
              <a:rect l="l" t="t" r="r" b="b"/>
              <a:pathLst>
                <a:path w="7699" h="1218" extrusionOk="0">
                  <a:moveTo>
                    <a:pt x="603" y="1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70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03"/>
                  </a:lnTo>
                  <a:lnTo>
                    <a:pt x="14" y="731"/>
                  </a:lnTo>
                  <a:lnTo>
                    <a:pt x="52" y="846"/>
                  </a:lnTo>
                  <a:lnTo>
                    <a:pt x="103" y="948"/>
                  </a:lnTo>
                  <a:lnTo>
                    <a:pt x="180" y="1038"/>
                  </a:lnTo>
                  <a:lnTo>
                    <a:pt x="270" y="1115"/>
                  </a:lnTo>
                  <a:lnTo>
                    <a:pt x="372" y="1166"/>
                  </a:lnTo>
                  <a:lnTo>
                    <a:pt x="488" y="1205"/>
                  </a:lnTo>
                  <a:lnTo>
                    <a:pt x="603" y="1217"/>
                  </a:lnTo>
                  <a:lnTo>
                    <a:pt x="7084" y="1217"/>
                  </a:lnTo>
                  <a:lnTo>
                    <a:pt x="7212" y="1205"/>
                  </a:lnTo>
                  <a:lnTo>
                    <a:pt x="7327" y="1166"/>
                  </a:lnTo>
                  <a:lnTo>
                    <a:pt x="7429" y="1115"/>
                  </a:lnTo>
                  <a:lnTo>
                    <a:pt x="7519" y="1038"/>
                  </a:lnTo>
                  <a:lnTo>
                    <a:pt x="7596" y="948"/>
                  </a:lnTo>
                  <a:lnTo>
                    <a:pt x="7647" y="846"/>
                  </a:lnTo>
                  <a:lnTo>
                    <a:pt x="7686" y="731"/>
                  </a:lnTo>
                  <a:lnTo>
                    <a:pt x="7698" y="603"/>
                  </a:lnTo>
                  <a:lnTo>
                    <a:pt x="7686" y="487"/>
                  </a:lnTo>
                  <a:lnTo>
                    <a:pt x="7647" y="372"/>
                  </a:lnTo>
                  <a:lnTo>
                    <a:pt x="7596" y="270"/>
                  </a:lnTo>
                  <a:lnTo>
                    <a:pt x="7519" y="180"/>
                  </a:lnTo>
                  <a:lnTo>
                    <a:pt x="7429" y="103"/>
                  </a:lnTo>
                  <a:lnTo>
                    <a:pt x="7327" y="52"/>
                  </a:lnTo>
                  <a:lnTo>
                    <a:pt x="7212" y="13"/>
                  </a:lnTo>
                  <a:lnTo>
                    <a:pt x="70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7" name="Google Shape;2287;p44"/>
            <p:cNvSpPr/>
            <p:nvPr/>
          </p:nvSpPr>
          <p:spPr>
            <a:xfrm>
              <a:off x="3283275" y="2447150"/>
              <a:ext cx="256800" cy="130675"/>
            </a:xfrm>
            <a:custGeom>
              <a:avLst/>
              <a:gdLst/>
              <a:ahLst/>
              <a:cxnLst/>
              <a:rect l="l" t="t" r="r" b="b"/>
              <a:pathLst>
                <a:path w="10272" h="5227" extrusionOk="0">
                  <a:moveTo>
                    <a:pt x="615" y="1"/>
                  </a:moveTo>
                  <a:lnTo>
                    <a:pt x="500" y="13"/>
                  </a:lnTo>
                  <a:lnTo>
                    <a:pt x="384" y="39"/>
                  </a:lnTo>
                  <a:lnTo>
                    <a:pt x="282" y="103"/>
                  </a:lnTo>
                  <a:lnTo>
                    <a:pt x="192" y="167"/>
                  </a:lnTo>
                  <a:lnTo>
                    <a:pt x="115" y="257"/>
                  </a:lnTo>
                  <a:lnTo>
                    <a:pt x="51" y="359"/>
                  </a:lnTo>
                  <a:lnTo>
                    <a:pt x="13" y="487"/>
                  </a:lnTo>
                  <a:lnTo>
                    <a:pt x="0" y="603"/>
                  </a:lnTo>
                  <a:lnTo>
                    <a:pt x="13" y="718"/>
                  </a:lnTo>
                  <a:lnTo>
                    <a:pt x="39" y="833"/>
                  </a:lnTo>
                  <a:lnTo>
                    <a:pt x="90" y="936"/>
                  </a:lnTo>
                  <a:lnTo>
                    <a:pt x="167" y="1025"/>
                  </a:lnTo>
                  <a:lnTo>
                    <a:pt x="256" y="1102"/>
                  </a:lnTo>
                  <a:lnTo>
                    <a:pt x="359" y="1166"/>
                  </a:lnTo>
                  <a:lnTo>
                    <a:pt x="9414" y="5175"/>
                  </a:lnTo>
                  <a:lnTo>
                    <a:pt x="9542" y="5213"/>
                  </a:lnTo>
                  <a:lnTo>
                    <a:pt x="9670" y="5226"/>
                  </a:lnTo>
                  <a:lnTo>
                    <a:pt x="9747" y="5226"/>
                  </a:lnTo>
                  <a:lnTo>
                    <a:pt x="9837" y="5201"/>
                  </a:lnTo>
                  <a:lnTo>
                    <a:pt x="9913" y="5175"/>
                  </a:lnTo>
                  <a:lnTo>
                    <a:pt x="9990" y="5137"/>
                  </a:lnTo>
                  <a:lnTo>
                    <a:pt x="10067" y="5085"/>
                  </a:lnTo>
                  <a:lnTo>
                    <a:pt x="10118" y="5021"/>
                  </a:lnTo>
                  <a:lnTo>
                    <a:pt x="10182" y="4945"/>
                  </a:lnTo>
                  <a:lnTo>
                    <a:pt x="10221" y="4868"/>
                  </a:lnTo>
                  <a:lnTo>
                    <a:pt x="10259" y="4752"/>
                  </a:lnTo>
                  <a:lnTo>
                    <a:pt x="10272" y="4637"/>
                  </a:lnTo>
                  <a:lnTo>
                    <a:pt x="10259" y="4509"/>
                  </a:lnTo>
                  <a:lnTo>
                    <a:pt x="10234" y="4407"/>
                  </a:lnTo>
                  <a:lnTo>
                    <a:pt x="10182" y="4304"/>
                  </a:lnTo>
                  <a:lnTo>
                    <a:pt x="10105" y="4202"/>
                  </a:lnTo>
                  <a:lnTo>
                    <a:pt x="10016" y="4125"/>
                  </a:lnTo>
                  <a:lnTo>
                    <a:pt x="9913" y="4061"/>
                  </a:lnTo>
                  <a:lnTo>
                    <a:pt x="858" y="52"/>
                  </a:lnTo>
                  <a:lnTo>
                    <a:pt x="743" y="13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8" name="Google Shape;2288;p44"/>
            <p:cNvSpPr/>
            <p:nvPr/>
          </p:nvSpPr>
          <p:spPr>
            <a:xfrm>
              <a:off x="3366825" y="2191000"/>
              <a:ext cx="205600" cy="281150"/>
            </a:xfrm>
            <a:custGeom>
              <a:avLst/>
              <a:gdLst/>
              <a:ahLst/>
              <a:cxnLst/>
              <a:rect l="l" t="t" r="r" b="b"/>
              <a:pathLst>
                <a:path w="8224" h="11246" extrusionOk="0">
                  <a:moveTo>
                    <a:pt x="603" y="0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15"/>
                  </a:lnTo>
                  <a:lnTo>
                    <a:pt x="1" y="7198"/>
                  </a:lnTo>
                  <a:lnTo>
                    <a:pt x="1" y="7288"/>
                  </a:lnTo>
                  <a:lnTo>
                    <a:pt x="27" y="7365"/>
                  </a:lnTo>
                  <a:lnTo>
                    <a:pt x="52" y="7455"/>
                  </a:lnTo>
                  <a:lnTo>
                    <a:pt x="91" y="7519"/>
                  </a:lnTo>
                  <a:lnTo>
                    <a:pt x="142" y="7595"/>
                  </a:lnTo>
                  <a:lnTo>
                    <a:pt x="206" y="7647"/>
                  </a:lnTo>
                  <a:lnTo>
                    <a:pt x="270" y="7698"/>
                  </a:lnTo>
                  <a:lnTo>
                    <a:pt x="347" y="7749"/>
                  </a:lnTo>
                  <a:lnTo>
                    <a:pt x="7353" y="11182"/>
                  </a:lnTo>
                  <a:lnTo>
                    <a:pt x="7417" y="11207"/>
                  </a:lnTo>
                  <a:lnTo>
                    <a:pt x="7481" y="11220"/>
                  </a:lnTo>
                  <a:lnTo>
                    <a:pt x="7558" y="11233"/>
                  </a:lnTo>
                  <a:lnTo>
                    <a:pt x="7622" y="11246"/>
                  </a:lnTo>
                  <a:lnTo>
                    <a:pt x="7698" y="11233"/>
                  </a:lnTo>
                  <a:lnTo>
                    <a:pt x="7788" y="11220"/>
                  </a:lnTo>
                  <a:lnTo>
                    <a:pt x="7865" y="11194"/>
                  </a:lnTo>
                  <a:lnTo>
                    <a:pt x="7942" y="11156"/>
                  </a:lnTo>
                  <a:lnTo>
                    <a:pt x="8006" y="11105"/>
                  </a:lnTo>
                  <a:lnTo>
                    <a:pt x="8070" y="11041"/>
                  </a:lnTo>
                  <a:lnTo>
                    <a:pt x="8121" y="10977"/>
                  </a:lnTo>
                  <a:lnTo>
                    <a:pt x="8172" y="10900"/>
                  </a:lnTo>
                  <a:lnTo>
                    <a:pt x="8211" y="10785"/>
                  </a:lnTo>
                  <a:lnTo>
                    <a:pt x="8224" y="10669"/>
                  </a:lnTo>
                  <a:lnTo>
                    <a:pt x="8224" y="10554"/>
                  </a:lnTo>
                  <a:lnTo>
                    <a:pt x="8198" y="10439"/>
                  </a:lnTo>
                  <a:lnTo>
                    <a:pt x="8147" y="10336"/>
                  </a:lnTo>
                  <a:lnTo>
                    <a:pt x="8083" y="10234"/>
                  </a:lnTo>
                  <a:lnTo>
                    <a:pt x="7993" y="10157"/>
                  </a:lnTo>
                  <a:lnTo>
                    <a:pt x="7891" y="10093"/>
                  </a:lnTo>
                  <a:lnTo>
                    <a:pt x="1218" y="6827"/>
                  </a:lnTo>
                  <a:lnTo>
                    <a:pt x="1218" y="615"/>
                  </a:lnTo>
                  <a:lnTo>
                    <a:pt x="1205" y="487"/>
                  </a:lnTo>
                  <a:lnTo>
                    <a:pt x="1166" y="372"/>
                  </a:lnTo>
                  <a:lnTo>
                    <a:pt x="1115" y="269"/>
                  </a:lnTo>
                  <a:lnTo>
                    <a:pt x="1038" y="180"/>
                  </a:lnTo>
                  <a:lnTo>
                    <a:pt x="949" y="103"/>
                  </a:lnTo>
                  <a:lnTo>
                    <a:pt x="846" y="52"/>
                  </a:lnTo>
                  <a:lnTo>
                    <a:pt x="731" y="13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9" name="Google Shape;2289;p44"/>
            <p:cNvSpPr/>
            <p:nvPr/>
          </p:nvSpPr>
          <p:spPr>
            <a:xfrm>
              <a:off x="3483700" y="2207650"/>
              <a:ext cx="209125" cy="147950"/>
            </a:xfrm>
            <a:custGeom>
              <a:avLst/>
              <a:gdLst/>
              <a:ahLst/>
              <a:cxnLst/>
              <a:rect l="l" t="t" r="r" b="b"/>
              <a:pathLst>
                <a:path w="8365" h="5918" extrusionOk="0">
                  <a:moveTo>
                    <a:pt x="616" y="0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15"/>
                  </a:lnTo>
                  <a:lnTo>
                    <a:pt x="14" y="730"/>
                  </a:lnTo>
                  <a:lnTo>
                    <a:pt x="52" y="846"/>
                  </a:lnTo>
                  <a:lnTo>
                    <a:pt x="103" y="948"/>
                  </a:lnTo>
                  <a:lnTo>
                    <a:pt x="180" y="1038"/>
                  </a:lnTo>
                  <a:lnTo>
                    <a:pt x="270" y="1115"/>
                  </a:lnTo>
                  <a:lnTo>
                    <a:pt x="372" y="1166"/>
                  </a:lnTo>
                  <a:lnTo>
                    <a:pt x="488" y="1204"/>
                  </a:lnTo>
                  <a:lnTo>
                    <a:pt x="616" y="1217"/>
                  </a:lnTo>
                  <a:lnTo>
                    <a:pt x="3677" y="1217"/>
                  </a:lnTo>
                  <a:lnTo>
                    <a:pt x="3677" y="3625"/>
                  </a:lnTo>
                  <a:lnTo>
                    <a:pt x="3677" y="3702"/>
                  </a:lnTo>
                  <a:lnTo>
                    <a:pt x="3702" y="3792"/>
                  </a:lnTo>
                  <a:lnTo>
                    <a:pt x="3728" y="3868"/>
                  </a:lnTo>
                  <a:lnTo>
                    <a:pt x="3766" y="3945"/>
                  </a:lnTo>
                  <a:lnTo>
                    <a:pt x="3818" y="4009"/>
                  </a:lnTo>
                  <a:lnTo>
                    <a:pt x="3882" y="4073"/>
                  </a:lnTo>
                  <a:lnTo>
                    <a:pt x="3946" y="4125"/>
                  </a:lnTo>
                  <a:lnTo>
                    <a:pt x="4022" y="4163"/>
                  </a:lnTo>
                  <a:lnTo>
                    <a:pt x="7493" y="5854"/>
                  </a:lnTo>
                  <a:lnTo>
                    <a:pt x="7557" y="5892"/>
                  </a:lnTo>
                  <a:lnTo>
                    <a:pt x="7634" y="5905"/>
                  </a:lnTo>
                  <a:lnTo>
                    <a:pt x="7762" y="5918"/>
                  </a:lnTo>
                  <a:lnTo>
                    <a:pt x="7852" y="5918"/>
                  </a:lnTo>
                  <a:lnTo>
                    <a:pt x="7929" y="5892"/>
                  </a:lnTo>
                  <a:lnTo>
                    <a:pt x="8006" y="5866"/>
                  </a:lnTo>
                  <a:lnTo>
                    <a:pt x="8083" y="5828"/>
                  </a:lnTo>
                  <a:lnTo>
                    <a:pt x="8147" y="5777"/>
                  </a:lnTo>
                  <a:lnTo>
                    <a:pt x="8211" y="5726"/>
                  </a:lnTo>
                  <a:lnTo>
                    <a:pt x="8262" y="5661"/>
                  </a:lnTo>
                  <a:lnTo>
                    <a:pt x="8313" y="5585"/>
                  </a:lnTo>
                  <a:lnTo>
                    <a:pt x="8352" y="5469"/>
                  </a:lnTo>
                  <a:lnTo>
                    <a:pt x="8364" y="5341"/>
                  </a:lnTo>
                  <a:lnTo>
                    <a:pt x="8364" y="5226"/>
                  </a:lnTo>
                  <a:lnTo>
                    <a:pt x="8339" y="5111"/>
                  </a:lnTo>
                  <a:lnTo>
                    <a:pt x="8287" y="5008"/>
                  </a:lnTo>
                  <a:lnTo>
                    <a:pt x="8223" y="4919"/>
                  </a:lnTo>
                  <a:lnTo>
                    <a:pt x="8134" y="4829"/>
                  </a:lnTo>
                  <a:lnTo>
                    <a:pt x="8031" y="4765"/>
                  </a:lnTo>
                  <a:lnTo>
                    <a:pt x="4893" y="3241"/>
                  </a:lnTo>
                  <a:lnTo>
                    <a:pt x="4893" y="615"/>
                  </a:lnTo>
                  <a:lnTo>
                    <a:pt x="4881" y="487"/>
                  </a:lnTo>
                  <a:lnTo>
                    <a:pt x="4842" y="372"/>
                  </a:lnTo>
                  <a:lnTo>
                    <a:pt x="4791" y="269"/>
                  </a:lnTo>
                  <a:lnTo>
                    <a:pt x="4714" y="180"/>
                  </a:lnTo>
                  <a:lnTo>
                    <a:pt x="4624" y="103"/>
                  </a:lnTo>
                  <a:lnTo>
                    <a:pt x="4522" y="52"/>
                  </a:lnTo>
                  <a:lnTo>
                    <a:pt x="4407" y="13"/>
                  </a:lnTo>
                  <a:lnTo>
                    <a:pt x="42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0" name="Google Shape;2290;p44"/>
            <p:cNvSpPr/>
            <p:nvPr/>
          </p:nvSpPr>
          <p:spPr>
            <a:xfrm>
              <a:off x="3709450" y="2843550"/>
              <a:ext cx="166525" cy="254275"/>
            </a:xfrm>
            <a:custGeom>
              <a:avLst/>
              <a:gdLst/>
              <a:ahLst/>
              <a:cxnLst/>
              <a:rect l="l" t="t" r="r" b="b"/>
              <a:pathLst>
                <a:path w="6661" h="10171" extrusionOk="0">
                  <a:moveTo>
                    <a:pt x="0" y="1"/>
                  </a:moveTo>
                  <a:lnTo>
                    <a:pt x="0" y="6840"/>
                  </a:lnTo>
                  <a:lnTo>
                    <a:pt x="0" y="7007"/>
                  </a:lnTo>
                  <a:lnTo>
                    <a:pt x="13" y="7173"/>
                  </a:lnTo>
                  <a:lnTo>
                    <a:pt x="39" y="7340"/>
                  </a:lnTo>
                  <a:lnTo>
                    <a:pt x="64" y="7506"/>
                  </a:lnTo>
                  <a:lnTo>
                    <a:pt x="103" y="7673"/>
                  </a:lnTo>
                  <a:lnTo>
                    <a:pt x="154" y="7826"/>
                  </a:lnTo>
                  <a:lnTo>
                    <a:pt x="205" y="7980"/>
                  </a:lnTo>
                  <a:lnTo>
                    <a:pt x="256" y="8134"/>
                  </a:lnTo>
                  <a:lnTo>
                    <a:pt x="321" y="8275"/>
                  </a:lnTo>
                  <a:lnTo>
                    <a:pt x="397" y="8428"/>
                  </a:lnTo>
                  <a:lnTo>
                    <a:pt x="474" y="8557"/>
                  </a:lnTo>
                  <a:lnTo>
                    <a:pt x="564" y="8697"/>
                  </a:lnTo>
                  <a:lnTo>
                    <a:pt x="756" y="8954"/>
                  </a:lnTo>
                  <a:lnTo>
                    <a:pt x="974" y="9197"/>
                  </a:lnTo>
                  <a:lnTo>
                    <a:pt x="1204" y="9402"/>
                  </a:lnTo>
                  <a:lnTo>
                    <a:pt x="1460" y="9594"/>
                  </a:lnTo>
                  <a:lnTo>
                    <a:pt x="1601" y="9684"/>
                  </a:lnTo>
                  <a:lnTo>
                    <a:pt x="1742" y="9760"/>
                  </a:lnTo>
                  <a:lnTo>
                    <a:pt x="1883" y="9837"/>
                  </a:lnTo>
                  <a:lnTo>
                    <a:pt x="2037" y="9901"/>
                  </a:lnTo>
                  <a:lnTo>
                    <a:pt x="2178" y="9965"/>
                  </a:lnTo>
                  <a:lnTo>
                    <a:pt x="2344" y="10017"/>
                  </a:lnTo>
                  <a:lnTo>
                    <a:pt x="2498" y="10055"/>
                  </a:lnTo>
                  <a:lnTo>
                    <a:pt x="2652" y="10093"/>
                  </a:lnTo>
                  <a:lnTo>
                    <a:pt x="2818" y="10132"/>
                  </a:lnTo>
                  <a:lnTo>
                    <a:pt x="2985" y="10145"/>
                  </a:lnTo>
                  <a:lnTo>
                    <a:pt x="3151" y="10158"/>
                  </a:lnTo>
                  <a:lnTo>
                    <a:pt x="3330" y="10170"/>
                  </a:lnTo>
                  <a:lnTo>
                    <a:pt x="3497" y="10158"/>
                  </a:lnTo>
                  <a:lnTo>
                    <a:pt x="3663" y="10145"/>
                  </a:lnTo>
                  <a:lnTo>
                    <a:pt x="3830" y="10132"/>
                  </a:lnTo>
                  <a:lnTo>
                    <a:pt x="3996" y="10093"/>
                  </a:lnTo>
                  <a:lnTo>
                    <a:pt x="4163" y="10055"/>
                  </a:lnTo>
                  <a:lnTo>
                    <a:pt x="4317" y="10017"/>
                  </a:lnTo>
                  <a:lnTo>
                    <a:pt x="4470" y="9965"/>
                  </a:lnTo>
                  <a:lnTo>
                    <a:pt x="4624" y="9901"/>
                  </a:lnTo>
                  <a:lnTo>
                    <a:pt x="4778" y="9837"/>
                  </a:lnTo>
                  <a:lnTo>
                    <a:pt x="4919" y="9760"/>
                  </a:lnTo>
                  <a:lnTo>
                    <a:pt x="5059" y="9684"/>
                  </a:lnTo>
                  <a:lnTo>
                    <a:pt x="5188" y="9594"/>
                  </a:lnTo>
                  <a:lnTo>
                    <a:pt x="5444" y="9402"/>
                  </a:lnTo>
                  <a:lnTo>
                    <a:pt x="5687" y="9197"/>
                  </a:lnTo>
                  <a:lnTo>
                    <a:pt x="5892" y="8954"/>
                  </a:lnTo>
                  <a:lnTo>
                    <a:pt x="6084" y="8697"/>
                  </a:lnTo>
                  <a:lnTo>
                    <a:pt x="6174" y="8557"/>
                  </a:lnTo>
                  <a:lnTo>
                    <a:pt x="6251" y="8428"/>
                  </a:lnTo>
                  <a:lnTo>
                    <a:pt x="6327" y="8275"/>
                  </a:lnTo>
                  <a:lnTo>
                    <a:pt x="6391" y="8134"/>
                  </a:lnTo>
                  <a:lnTo>
                    <a:pt x="6455" y="7980"/>
                  </a:lnTo>
                  <a:lnTo>
                    <a:pt x="6507" y="7826"/>
                  </a:lnTo>
                  <a:lnTo>
                    <a:pt x="6558" y="7673"/>
                  </a:lnTo>
                  <a:lnTo>
                    <a:pt x="6596" y="7506"/>
                  </a:lnTo>
                  <a:lnTo>
                    <a:pt x="6622" y="7340"/>
                  </a:lnTo>
                  <a:lnTo>
                    <a:pt x="6635" y="7173"/>
                  </a:lnTo>
                  <a:lnTo>
                    <a:pt x="6648" y="7007"/>
                  </a:lnTo>
                  <a:lnTo>
                    <a:pt x="6660" y="6840"/>
                  </a:lnTo>
                  <a:lnTo>
                    <a:pt x="66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1" name="Google Shape;2291;p44"/>
            <p:cNvSpPr/>
            <p:nvPr/>
          </p:nvSpPr>
          <p:spPr>
            <a:xfrm>
              <a:off x="3669425" y="2834275"/>
              <a:ext cx="246250" cy="188625"/>
            </a:xfrm>
            <a:custGeom>
              <a:avLst/>
              <a:gdLst/>
              <a:ahLst/>
              <a:cxnLst/>
              <a:rect l="l" t="t" r="r" b="b"/>
              <a:pathLst>
                <a:path w="9850" h="7545" extrusionOk="0">
                  <a:moveTo>
                    <a:pt x="0" y="0"/>
                  </a:moveTo>
                  <a:lnTo>
                    <a:pt x="0" y="6648"/>
                  </a:lnTo>
                  <a:lnTo>
                    <a:pt x="13" y="6737"/>
                  </a:lnTo>
                  <a:lnTo>
                    <a:pt x="26" y="6827"/>
                  </a:lnTo>
                  <a:lnTo>
                    <a:pt x="52" y="6917"/>
                  </a:lnTo>
                  <a:lnTo>
                    <a:pt x="77" y="6994"/>
                  </a:lnTo>
                  <a:lnTo>
                    <a:pt x="116" y="7070"/>
                  </a:lnTo>
                  <a:lnTo>
                    <a:pt x="154" y="7147"/>
                  </a:lnTo>
                  <a:lnTo>
                    <a:pt x="205" y="7224"/>
                  </a:lnTo>
                  <a:lnTo>
                    <a:pt x="269" y="7275"/>
                  </a:lnTo>
                  <a:lnTo>
                    <a:pt x="333" y="7339"/>
                  </a:lnTo>
                  <a:lnTo>
                    <a:pt x="397" y="7391"/>
                  </a:lnTo>
                  <a:lnTo>
                    <a:pt x="474" y="7429"/>
                  </a:lnTo>
                  <a:lnTo>
                    <a:pt x="551" y="7467"/>
                  </a:lnTo>
                  <a:lnTo>
                    <a:pt x="628" y="7506"/>
                  </a:lnTo>
                  <a:lnTo>
                    <a:pt x="718" y="7519"/>
                  </a:lnTo>
                  <a:lnTo>
                    <a:pt x="807" y="7531"/>
                  </a:lnTo>
                  <a:lnTo>
                    <a:pt x="897" y="7544"/>
                  </a:lnTo>
                  <a:lnTo>
                    <a:pt x="8966" y="7544"/>
                  </a:lnTo>
                  <a:lnTo>
                    <a:pt x="9056" y="7531"/>
                  </a:lnTo>
                  <a:lnTo>
                    <a:pt x="9145" y="7519"/>
                  </a:lnTo>
                  <a:lnTo>
                    <a:pt x="9222" y="7506"/>
                  </a:lnTo>
                  <a:lnTo>
                    <a:pt x="9312" y="7467"/>
                  </a:lnTo>
                  <a:lnTo>
                    <a:pt x="9389" y="7429"/>
                  </a:lnTo>
                  <a:lnTo>
                    <a:pt x="9465" y="7391"/>
                  </a:lnTo>
                  <a:lnTo>
                    <a:pt x="9529" y="7339"/>
                  </a:lnTo>
                  <a:lnTo>
                    <a:pt x="9593" y="7275"/>
                  </a:lnTo>
                  <a:lnTo>
                    <a:pt x="9645" y="7224"/>
                  </a:lnTo>
                  <a:lnTo>
                    <a:pt x="9696" y="7147"/>
                  </a:lnTo>
                  <a:lnTo>
                    <a:pt x="9747" y="7070"/>
                  </a:lnTo>
                  <a:lnTo>
                    <a:pt x="9786" y="6994"/>
                  </a:lnTo>
                  <a:lnTo>
                    <a:pt x="9811" y="6917"/>
                  </a:lnTo>
                  <a:lnTo>
                    <a:pt x="9837" y="6827"/>
                  </a:lnTo>
                  <a:lnTo>
                    <a:pt x="9850" y="6737"/>
                  </a:lnTo>
                  <a:lnTo>
                    <a:pt x="9850" y="6648"/>
                  </a:lnTo>
                  <a:lnTo>
                    <a:pt x="98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2" name="Google Shape;2292;p44"/>
            <p:cNvSpPr/>
            <p:nvPr/>
          </p:nvSpPr>
          <p:spPr>
            <a:xfrm>
              <a:off x="3522125" y="2312350"/>
              <a:ext cx="548200" cy="548200"/>
            </a:xfrm>
            <a:custGeom>
              <a:avLst/>
              <a:gdLst/>
              <a:ahLst/>
              <a:cxnLst/>
              <a:rect l="l" t="t" r="r" b="b"/>
              <a:pathLst>
                <a:path w="21928" h="21928" extrusionOk="0">
                  <a:moveTo>
                    <a:pt x="10964" y="1"/>
                  </a:moveTo>
                  <a:lnTo>
                    <a:pt x="10401" y="13"/>
                  </a:lnTo>
                  <a:lnTo>
                    <a:pt x="9837" y="52"/>
                  </a:lnTo>
                  <a:lnTo>
                    <a:pt x="9286" y="116"/>
                  </a:lnTo>
                  <a:lnTo>
                    <a:pt x="8749" y="218"/>
                  </a:lnTo>
                  <a:lnTo>
                    <a:pt x="8223" y="334"/>
                  </a:lnTo>
                  <a:lnTo>
                    <a:pt x="7698" y="487"/>
                  </a:lnTo>
                  <a:lnTo>
                    <a:pt x="7186" y="654"/>
                  </a:lnTo>
                  <a:lnTo>
                    <a:pt x="6699" y="859"/>
                  </a:lnTo>
                  <a:lnTo>
                    <a:pt x="6213" y="1076"/>
                  </a:lnTo>
                  <a:lnTo>
                    <a:pt x="5739" y="1320"/>
                  </a:lnTo>
                  <a:lnTo>
                    <a:pt x="5278" y="1576"/>
                  </a:lnTo>
                  <a:lnTo>
                    <a:pt x="4829" y="1871"/>
                  </a:lnTo>
                  <a:lnTo>
                    <a:pt x="4407" y="2178"/>
                  </a:lnTo>
                  <a:lnTo>
                    <a:pt x="3984" y="2498"/>
                  </a:lnTo>
                  <a:lnTo>
                    <a:pt x="3587" y="2844"/>
                  </a:lnTo>
                  <a:lnTo>
                    <a:pt x="3203" y="3203"/>
                  </a:lnTo>
                  <a:lnTo>
                    <a:pt x="2844" y="3587"/>
                  </a:lnTo>
                  <a:lnTo>
                    <a:pt x="2498" y="3984"/>
                  </a:lnTo>
                  <a:lnTo>
                    <a:pt x="2178" y="4394"/>
                  </a:lnTo>
                  <a:lnTo>
                    <a:pt x="1871" y="4829"/>
                  </a:lnTo>
                  <a:lnTo>
                    <a:pt x="1589" y="5277"/>
                  </a:lnTo>
                  <a:lnTo>
                    <a:pt x="1320" y="5738"/>
                  </a:lnTo>
                  <a:lnTo>
                    <a:pt x="1077" y="6200"/>
                  </a:lnTo>
                  <a:lnTo>
                    <a:pt x="859" y="6686"/>
                  </a:lnTo>
                  <a:lnTo>
                    <a:pt x="667" y="7186"/>
                  </a:lnTo>
                  <a:lnTo>
                    <a:pt x="487" y="7698"/>
                  </a:lnTo>
                  <a:lnTo>
                    <a:pt x="347" y="8223"/>
                  </a:lnTo>
                  <a:lnTo>
                    <a:pt x="218" y="8748"/>
                  </a:lnTo>
                  <a:lnTo>
                    <a:pt x="129" y="9286"/>
                  </a:lnTo>
                  <a:lnTo>
                    <a:pt x="52" y="9837"/>
                  </a:lnTo>
                  <a:lnTo>
                    <a:pt x="14" y="10401"/>
                  </a:lnTo>
                  <a:lnTo>
                    <a:pt x="1" y="10964"/>
                  </a:lnTo>
                  <a:lnTo>
                    <a:pt x="14" y="11528"/>
                  </a:lnTo>
                  <a:lnTo>
                    <a:pt x="52" y="12078"/>
                  </a:lnTo>
                  <a:lnTo>
                    <a:pt x="129" y="12629"/>
                  </a:lnTo>
                  <a:lnTo>
                    <a:pt x="218" y="13167"/>
                  </a:lnTo>
                  <a:lnTo>
                    <a:pt x="347" y="13705"/>
                  </a:lnTo>
                  <a:lnTo>
                    <a:pt x="487" y="14217"/>
                  </a:lnTo>
                  <a:lnTo>
                    <a:pt x="667" y="14730"/>
                  </a:lnTo>
                  <a:lnTo>
                    <a:pt x="859" y="15229"/>
                  </a:lnTo>
                  <a:lnTo>
                    <a:pt x="1077" y="15716"/>
                  </a:lnTo>
                  <a:lnTo>
                    <a:pt x="1320" y="16190"/>
                  </a:lnTo>
                  <a:lnTo>
                    <a:pt x="1589" y="16651"/>
                  </a:lnTo>
                  <a:lnTo>
                    <a:pt x="1871" y="17086"/>
                  </a:lnTo>
                  <a:lnTo>
                    <a:pt x="2178" y="17522"/>
                  </a:lnTo>
                  <a:lnTo>
                    <a:pt x="2498" y="17932"/>
                  </a:lnTo>
                  <a:lnTo>
                    <a:pt x="2844" y="18329"/>
                  </a:lnTo>
                  <a:lnTo>
                    <a:pt x="3203" y="18713"/>
                  </a:lnTo>
                  <a:lnTo>
                    <a:pt x="3587" y="19072"/>
                  </a:lnTo>
                  <a:lnTo>
                    <a:pt x="3984" y="19417"/>
                  </a:lnTo>
                  <a:lnTo>
                    <a:pt x="4407" y="19750"/>
                  </a:lnTo>
                  <a:lnTo>
                    <a:pt x="4829" y="20058"/>
                  </a:lnTo>
                  <a:lnTo>
                    <a:pt x="5278" y="20339"/>
                  </a:lnTo>
                  <a:lnTo>
                    <a:pt x="5739" y="20596"/>
                  </a:lnTo>
                  <a:lnTo>
                    <a:pt x="6213" y="20839"/>
                  </a:lnTo>
                  <a:lnTo>
                    <a:pt x="6699" y="21070"/>
                  </a:lnTo>
                  <a:lnTo>
                    <a:pt x="7186" y="21262"/>
                  </a:lnTo>
                  <a:lnTo>
                    <a:pt x="7698" y="21428"/>
                  </a:lnTo>
                  <a:lnTo>
                    <a:pt x="8223" y="21582"/>
                  </a:lnTo>
                  <a:lnTo>
                    <a:pt x="8749" y="21697"/>
                  </a:lnTo>
                  <a:lnTo>
                    <a:pt x="9286" y="21800"/>
                  </a:lnTo>
                  <a:lnTo>
                    <a:pt x="9837" y="21864"/>
                  </a:lnTo>
                  <a:lnTo>
                    <a:pt x="10401" y="21915"/>
                  </a:lnTo>
                  <a:lnTo>
                    <a:pt x="10964" y="21928"/>
                  </a:lnTo>
                  <a:lnTo>
                    <a:pt x="11528" y="21915"/>
                  </a:lnTo>
                  <a:lnTo>
                    <a:pt x="12079" y="21864"/>
                  </a:lnTo>
                  <a:lnTo>
                    <a:pt x="12629" y="21800"/>
                  </a:lnTo>
                  <a:lnTo>
                    <a:pt x="13167" y="21697"/>
                  </a:lnTo>
                  <a:lnTo>
                    <a:pt x="13705" y="21582"/>
                  </a:lnTo>
                  <a:lnTo>
                    <a:pt x="14217" y="21428"/>
                  </a:lnTo>
                  <a:lnTo>
                    <a:pt x="14730" y="21262"/>
                  </a:lnTo>
                  <a:lnTo>
                    <a:pt x="15229" y="21070"/>
                  </a:lnTo>
                  <a:lnTo>
                    <a:pt x="15716" y="20839"/>
                  </a:lnTo>
                  <a:lnTo>
                    <a:pt x="16190" y="20596"/>
                  </a:lnTo>
                  <a:lnTo>
                    <a:pt x="16651" y="20339"/>
                  </a:lnTo>
                  <a:lnTo>
                    <a:pt x="17086" y="20058"/>
                  </a:lnTo>
                  <a:lnTo>
                    <a:pt x="17522" y="19750"/>
                  </a:lnTo>
                  <a:lnTo>
                    <a:pt x="17932" y="19417"/>
                  </a:lnTo>
                  <a:lnTo>
                    <a:pt x="18329" y="19072"/>
                  </a:lnTo>
                  <a:lnTo>
                    <a:pt x="18713" y="18713"/>
                  </a:lnTo>
                  <a:lnTo>
                    <a:pt x="19072" y="18329"/>
                  </a:lnTo>
                  <a:lnTo>
                    <a:pt x="19417" y="17932"/>
                  </a:lnTo>
                  <a:lnTo>
                    <a:pt x="19750" y="17522"/>
                  </a:lnTo>
                  <a:lnTo>
                    <a:pt x="20058" y="17086"/>
                  </a:lnTo>
                  <a:lnTo>
                    <a:pt x="20340" y="16651"/>
                  </a:lnTo>
                  <a:lnTo>
                    <a:pt x="20609" y="16190"/>
                  </a:lnTo>
                  <a:lnTo>
                    <a:pt x="20839" y="15716"/>
                  </a:lnTo>
                  <a:lnTo>
                    <a:pt x="21070" y="15229"/>
                  </a:lnTo>
                  <a:lnTo>
                    <a:pt x="21262" y="14730"/>
                  </a:lnTo>
                  <a:lnTo>
                    <a:pt x="21428" y="14217"/>
                  </a:lnTo>
                  <a:lnTo>
                    <a:pt x="21582" y="13705"/>
                  </a:lnTo>
                  <a:lnTo>
                    <a:pt x="21697" y="13167"/>
                  </a:lnTo>
                  <a:lnTo>
                    <a:pt x="21800" y="12629"/>
                  </a:lnTo>
                  <a:lnTo>
                    <a:pt x="21864" y="12078"/>
                  </a:lnTo>
                  <a:lnTo>
                    <a:pt x="21915" y="11528"/>
                  </a:lnTo>
                  <a:lnTo>
                    <a:pt x="21928" y="10964"/>
                  </a:lnTo>
                  <a:lnTo>
                    <a:pt x="21915" y="10401"/>
                  </a:lnTo>
                  <a:lnTo>
                    <a:pt x="21864" y="9837"/>
                  </a:lnTo>
                  <a:lnTo>
                    <a:pt x="21800" y="9286"/>
                  </a:lnTo>
                  <a:lnTo>
                    <a:pt x="21697" y="8748"/>
                  </a:lnTo>
                  <a:lnTo>
                    <a:pt x="21582" y="8223"/>
                  </a:lnTo>
                  <a:lnTo>
                    <a:pt x="21428" y="7698"/>
                  </a:lnTo>
                  <a:lnTo>
                    <a:pt x="21262" y="7186"/>
                  </a:lnTo>
                  <a:lnTo>
                    <a:pt x="21070" y="6686"/>
                  </a:lnTo>
                  <a:lnTo>
                    <a:pt x="20839" y="6200"/>
                  </a:lnTo>
                  <a:lnTo>
                    <a:pt x="20609" y="5738"/>
                  </a:lnTo>
                  <a:lnTo>
                    <a:pt x="20340" y="5277"/>
                  </a:lnTo>
                  <a:lnTo>
                    <a:pt x="20058" y="4829"/>
                  </a:lnTo>
                  <a:lnTo>
                    <a:pt x="19750" y="4394"/>
                  </a:lnTo>
                  <a:lnTo>
                    <a:pt x="19417" y="3984"/>
                  </a:lnTo>
                  <a:lnTo>
                    <a:pt x="19072" y="3587"/>
                  </a:lnTo>
                  <a:lnTo>
                    <a:pt x="18713" y="3203"/>
                  </a:lnTo>
                  <a:lnTo>
                    <a:pt x="18329" y="2844"/>
                  </a:lnTo>
                  <a:lnTo>
                    <a:pt x="17932" y="2498"/>
                  </a:lnTo>
                  <a:lnTo>
                    <a:pt x="17522" y="2178"/>
                  </a:lnTo>
                  <a:lnTo>
                    <a:pt x="17086" y="1871"/>
                  </a:lnTo>
                  <a:lnTo>
                    <a:pt x="16651" y="1576"/>
                  </a:lnTo>
                  <a:lnTo>
                    <a:pt x="16190" y="1320"/>
                  </a:lnTo>
                  <a:lnTo>
                    <a:pt x="15716" y="1076"/>
                  </a:lnTo>
                  <a:lnTo>
                    <a:pt x="15229" y="859"/>
                  </a:lnTo>
                  <a:lnTo>
                    <a:pt x="14730" y="654"/>
                  </a:lnTo>
                  <a:lnTo>
                    <a:pt x="14217" y="487"/>
                  </a:lnTo>
                  <a:lnTo>
                    <a:pt x="13705" y="334"/>
                  </a:lnTo>
                  <a:lnTo>
                    <a:pt x="13167" y="218"/>
                  </a:lnTo>
                  <a:lnTo>
                    <a:pt x="12629" y="116"/>
                  </a:lnTo>
                  <a:lnTo>
                    <a:pt x="12079" y="52"/>
                  </a:lnTo>
                  <a:lnTo>
                    <a:pt x="11528" y="13"/>
                  </a:lnTo>
                  <a:lnTo>
                    <a:pt x="10964" y="1"/>
                  </a:lnTo>
                  <a:close/>
                </a:path>
              </a:pathLst>
            </a:custGeom>
            <a:solidFill>
              <a:srgbClr val="FAFF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3" name="Google Shape;2293;p44"/>
            <p:cNvSpPr/>
            <p:nvPr/>
          </p:nvSpPr>
          <p:spPr>
            <a:xfrm>
              <a:off x="3652775" y="2882300"/>
              <a:ext cx="279875" cy="36200"/>
            </a:xfrm>
            <a:custGeom>
              <a:avLst/>
              <a:gdLst/>
              <a:ahLst/>
              <a:cxnLst/>
              <a:rect l="l" t="t" r="r" b="b"/>
              <a:pathLst>
                <a:path w="11195" h="1448" extrusionOk="0">
                  <a:moveTo>
                    <a:pt x="730" y="1"/>
                  </a:moveTo>
                  <a:lnTo>
                    <a:pt x="577" y="13"/>
                  </a:lnTo>
                  <a:lnTo>
                    <a:pt x="449" y="65"/>
                  </a:lnTo>
                  <a:lnTo>
                    <a:pt x="321" y="129"/>
                  </a:lnTo>
                  <a:lnTo>
                    <a:pt x="218" y="218"/>
                  </a:lnTo>
                  <a:lnTo>
                    <a:pt x="128" y="321"/>
                  </a:lnTo>
                  <a:lnTo>
                    <a:pt x="64" y="449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13" y="872"/>
                  </a:lnTo>
                  <a:lnTo>
                    <a:pt x="64" y="1000"/>
                  </a:lnTo>
                  <a:lnTo>
                    <a:pt x="128" y="1128"/>
                  </a:lnTo>
                  <a:lnTo>
                    <a:pt x="218" y="1230"/>
                  </a:lnTo>
                  <a:lnTo>
                    <a:pt x="321" y="1320"/>
                  </a:lnTo>
                  <a:lnTo>
                    <a:pt x="449" y="1384"/>
                  </a:lnTo>
                  <a:lnTo>
                    <a:pt x="577" y="1435"/>
                  </a:lnTo>
                  <a:lnTo>
                    <a:pt x="730" y="1448"/>
                  </a:lnTo>
                  <a:lnTo>
                    <a:pt x="10464" y="1448"/>
                  </a:lnTo>
                  <a:lnTo>
                    <a:pt x="10605" y="1435"/>
                  </a:lnTo>
                  <a:lnTo>
                    <a:pt x="10746" y="1384"/>
                  </a:lnTo>
                  <a:lnTo>
                    <a:pt x="10874" y="1320"/>
                  </a:lnTo>
                  <a:lnTo>
                    <a:pt x="10977" y="1230"/>
                  </a:lnTo>
                  <a:lnTo>
                    <a:pt x="11066" y="1128"/>
                  </a:lnTo>
                  <a:lnTo>
                    <a:pt x="11130" y="1000"/>
                  </a:lnTo>
                  <a:lnTo>
                    <a:pt x="11169" y="872"/>
                  </a:lnTo>
                  <a:lnTo>
                    <a:pt x="11194" y="718"/>
                  </a:lnTo>
                  <a:lnTo>
                    <a:pt x="11169" y="577"/>
                  </a:lnTo>
                  <a:lnTo>
                    <a:pt x="11130" y="449"/>
                  </a:lnTo>
                  <a:lnTo>
                    <a:pt x="11066" y="321"/>
                  </a:lnTo>
                  <a:lnTo>
                    <a:pt x="10977" y="218"/>
                  </a:lnTo>
                  <a:lnTo>
                    <a:pt x="10874" y="129"/>
                  </a:lnTo>
                  <a:lnTo>
                    <a:pt x="10746" y="65"/>
                  </a:lnTo>
                  <a:lnTo>
                    <a:pt x="10605" y="13"/>
                  </a:lnTo>
                  <a:lnTo>
                    <a:pt x="10464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4" name="Google Shape;2294;p44"/>
            <p:cNvSpPr/>
            <p:nvPr/>
          </p:nvSpPr>
          <p:spPr>
            <a:xfrm>
              <a:off x="3652775" y="2949550"/>
              <a:ext cx="279875" cy="36200"/>
            </a:xfrm>
            <a:custGeom>
              <a:avLst/>
              <a:gdLst/>
              <a:ahLst/>
              <a:cxnLst/>
              <a:rect l="l" t="t" r="r" b="b"/>
              <a:pathLst>
                <a:path w="11195" h="1448" extrusionOk="0">
                  <a:moveTo>
                    <a:pt x="730" y="0"/>
                  </a:moveTo>
                  <a:lnTo>
                    <a:pt x="577" y="13"/>
                  </a:lnTo>
                  <a:lnTo>
                    <a:pt x="449" y="52"/>
                  </a:lnTo>
                  <a:lnTo>
                    <a:pt x="321" y="128"/>
                  </a:lnTo>
                  <a:lnTo>
                    <a:pt x="218" y="218"/>
                  </a:lnTo>
                  <a:lnTo>
                    <a:pt x="128" y="320"/>
                  </a:lnTo>
                  <a:lnTo>
                    <a:pt x="64" y="436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13" y="871"/>
                  </a:lnTo>
                  <a:lnTo>
                    <a:pt x="64" y="999"/>
                  </a:lnTo>
                  <a:lnTo>
                    <a:pt x="128" y="1127"/>
                  </a:lnTo>
                  <a:lnTo>
                    <a:pt x="218" y="1230"/>
                  </a:lnTo>
                  <a:lnTo>
                    <a:pt x="321" y="1319"/>
                  </a:lnTo>
                  <a:lnTo>
                    <a:pt x="449" y="1384"/>
                  </a:lnTo>
                  <a:lnTo>
                    <a:pt x="577" y="1435"/>
                  </a:lnTo>
                  <a:lnTo>
                    <a:pt x="730" y="1448"/>
                  </a:lnTo>
                  <a:lnTo>
                    <a:pt x="10464" y="1448"/>
                  </a:lnTo>
                  <a:lnTo>
                    <a:pt x="10605" y="1435"/>
                  </a:lnTo>
                  <a:lnTo>
                    <a:pt x="10746" y="1384"/>
                  </a:lnTo>
                  <a:lnTo>
                    <a:pt x="10874" y="1319"/>
                  </a:lnTo>
                  <a:lnTo>
                    <a:pt x="10977" y="1230"/>
                  </a:lnTo>
                  <a:lnTo>
                    <a:pt x="11066" y="1127"/>
                  </a:lnTo>
                  <a:lnTo>
                    <a:pt x="11130" y="999"/>
                  </a:lnTo>
                  <a:lnTo>
                    <a:pt x="11169" y="871"/>
                  </a:lnTo>
                  <a:lnTo>
                    <a:pt x="11194" y="718"/>
                  </a:lnTo>
                  <a:lnTo>
                    <a:pt x="11169" y="577"/>
                  </a:lnTo>
                  <a:lnTo>
                    <a:pt x="11130" y="436"/>
                  </a:lnTo>
                  <a:lnTo>
                    <a:pt x="11066" y="320"/>
                  </a:lnTo>
                  <a:lnTo>
                    <a:pt x="10977" y="218"/>
                  </a:lnTo>
                  <a:lnTo>
                    <a:pt x="10874" y="128"/>
                  </a:lnTo>
                  <a:lnTo>
                    <a:pt x="10746" y="52"/>
                  </a:lnTo>
                  <a:lnTo>
                    <a:pt x="10605" y="13"/>
                  </a:lnTo>
                  <a:lnTo>
                    <a:pt x="10464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5" name="Google Shape;2295;p44"/>
            <p:cNvSpPr/>
            <p:nvPr/>
          </p:nvSpPr>
          <p:spPr>
            <a:xfrm>
              <a:off x="3678075" y="2576200"/>
              <a:ext cx="229275" cy="270275"/>
            </a:xfrm>
            <a:custGeom>
              <a:avLst/>
              <a:gdLst/>
              <a:ahLst/>
              <a:cxnLst/>
              <a:rect l="l" t="t" r="r" b="b"/>
              <a:pathLst>
                <a:path w="9171" h="10811" extrusionOk="0">
                  <a:moveTo>
                    <a:pt x="487" y="0"/>
                  </a:moveTo>
                  <a:lnTo>
                    <a:pt x="384" y="13"/>
                  </a:lnTo>
                  <a:lnTo>
                    <a:pt x="295" y="39"/>
                  </a:lnTo>
                  <a:lnTo>
                    <a:pt x="205" y="90"/>
                  </a:lnTo>
                  <a:lnTo>
                    <a:pt x="141" y="141"/>
                  </a:lnTo>
                  <a:lnTo>
                    <a:pt x="77" y="218"/>
                  </a:lnTo>
                  <a:lnTo>
                    <a:pt x="39" y="295"/>
                  </a:lnTo>
                  <a:lnTo>
                    <a:pt x="0" y="385"/>
                  </a:lnTo>
                  <a:lnTo>
                    <a:pt x="0" y="487"/>
                  </a:lnTo>
                  <a:lnTo>
                    <a:pt x="0" y="10298"/>
                  </a:lnTo>
                  <a:lnTo>
                    <a:pt x="474" y="10516"/>
                  </a:lnTo>
                  <a:lnTo>
                    <a:pt x="961" y="10708"/>
                  </a:lnTo>
                  <a:lnTo>
                    <a:pt x="961" y="974"/>
                  </a:lnTo>
                  <a:lnTo>
                    <a:pt x="2485" y="974"/>
                  </a:lnTo>
                  <a:lnTo>
                    <a:pt x="2844" y="1499"/>
                  </a:lnTo>
                  <a:lnTo>
                    <a:pt x="3010" y="1717"/>
                  </a:lnTo>
                  <a:lnTo>
                    <a:pt x="3202" y="1921"/>
                  </a:lnTo>
                  <a:lnTo>
                    <a:pt x="3305" y="2011"/>
                  </a:lnTo>
                  <a:lnTo>
                    <a:pt x="3407" y="2088"/>
                  </a:lnTo>
                  <a:lnTo>
                    <a:pt x="3510" y="2165"/>
                  </a:lnTo>
                  <a:lnTo>
                    <a:pt x="3612" y="2229"/>
                  </a:lnTo>
                  <a:lnTo>
                    <a:pt x="3727" y="2293"/>
                  </a:lnTo>
                  <a:lnTo>
                    <a:pt x="3843" y="2344"/>
                  </a:lnTo>
                  <a:lnTo>
                    <a:pt x="3958" y="2383"/>
                  </a:lnTo>
                  <a:lnTo>
                    <a:pt x="4086" y="2421"/>
                  </a:lnTo>
                  <a:lnTo>
                    <a:pt x="4201" y="2447"/>
                  </a:lnTo>
                  <a:lnTo>
                    <a:pt x="4329" y="2472"/>
                  </a:lnTo>
                  <a:lnTo>
                    <a:pt x="4457" y="2485"/>
                  </a:lnTo>
                  <a:lnTo>
                    <a:pt x="4713" y="2485"/>
                  </a:lnTo>
                  <a:lnTo>
                    <a:pt x="4842" y="2472"/>
                  </a:lnTo>
                  <a:lnTo>
                    <a:pt x="4957" y="2447"/>
                  </a:lnTo>
                  <a:lnTo>
                    <a:pt x="5085" y="2421"/>
                  </a:lnTo>
                  <a:lnTo>
                    <a:pt x="5200" y="2383"/>
                  </a:lnTo>
                  <a:lnTo>
                    <a:pt x="5315" y="2344"/>
                  </a:lnTo>
                  <a:lnTo>
                    <a:pt x="5431" y="2293"/>
                  </a:lnTo>
                  <a:lnTo>
                    <a:pt x="5546" y="2229"/>
                  </a:lnTo>
                  <a:lnTo>
                    <a:pt x="5661" y="2165"/>
                  </a:lnTo>
                  <a:lnTo>
                    <a:pt x="5764" y="2088"/>
                  </a:lnTo>
                  <a:lnTo>
                    <a:pt x="5866" y="2011"/>
                  </a:lnTo>
                  <a:lnTo>
                    <a:pt x="5969" y="1921"/>
                  </a:lnTo>
                  <a:lnTo>
                    <a:pt x="6148" y="1717"/>
                  </a:lnTo>
                  <a:lnTo>
                    <a:pt x="6327" y="1499"/>
                  </a:lnTo>
                  <a:lnTo>
                    <a:pt x="6673" y="974"/>
                  </a:lnTo>
                  <a:lnTo>
                    <a:pt x="8197" y="974"/>
                  </a:lnTo>
                  <a:lnTo>
                    <a:pt x="8197" y="10810"/>
                  </a:lnTo>
                  <a:lnTo>
                    <a:pt x="8697" y="10631"/>
                  </a:lnTo>
                  <a:lnTo>
                    <a:pt x="9171" y="10426"/>
                  </a:lnTo>
                  <a:lnTo>
                    <a:pt x="9171" y="487"/>
                  </a:lnTo>
                  <a:lnTo>
                    <a:pt x="9158" y="385"/>
                  </a:lnTo>
                  <a:lnTo>
                    <a:pt x="9132" y="295"/>
                  </a:lnTo>
                  <a:lnTo>
                    <a:pt x="9094" y="218"/>
                  </a:lnTo>
                  <a:lnTo>
                    <a:pt x="9030" y="141"/>
                  </a:lnTo>
                  <a:lnTo>
                    <a:pt x="8953" y="90"/>
                  </a:lnTo>
                  <a:lnTo>
                    <a:pt x="8876" y="39"/>
                  </a:lnTo>
                  <a:lnTo>
                    <a:pt x="8786" y="13"/>
                  </a:lnTo>
                  <a:lnTo>
                    <a:pt x="8684" y="0"/>
                  </a:lnTo>
                  <a:lnTo>
                    <a:pt x="6417" y="0"/>
                  </a:lnTo>
                  <a:lnTo>
                    <a:pt x="6302" y="13"/>
                  </a:lnTo>
                  <a:lnTo>
                    <a:pt x="6199" y="51"/>
                  </a:lnTo>
                  <a:lnTo>
                    <a:pt x="6097" y="128"/>
                  </a:lnTo>
                  <a:lnTo>
                    <a:pt x="6020" y="218"/>
                  </a:lnTo>
                  <a:lnTo>
                    <a:pt x="5520" y="948"/>
                  </a:lnTo>
                  <a:lnTo>
                    <a:pt x="5418" y="1076"/>
                  </a:lnTo>
                  <a:lnTo>
                    <a:pt x="5315" y="1191"/>
                  </a:lnTo>
                  <a:lnTo>
                    <a:pt x="5200" y="1281"/>
                  </a:lnTo>
                  <a:lnTo>
                    <a:pt x="5085" y="1358"/>
                  </a:lnTo>
                  <a:lnTo>
                    <a:pt x="4970" y="1422"/>
                  </a:lnTo>
                  <a:lnTo>
                    <a:pt x="4842" y="1460"/>
                  </a:lnTo>
                  <a:lnTo>
                    <a:pt x="4713" y="1486"/>
                  </a:lnTo>
                  <a:lnTo>
                    <a:pt x="4585" y="1499"/>
                  </a:lnTo>
                  <a:lnTo>
                    <a:pt x="4457" y="1486"/>
                  </a:lnTo>
                  <a:lnTo>
                    <a:pt x="4329" y="1460"/>
                  </a:lnTo>
                  <a:lnTo>
                    <a:pt x="4201" y="1422"/>
                  </a:lnTo>
                  <a:lnTo>
                    <a:pt x="4073" y="1358"/>
                  </a:lnTo>
                  <a:lnTo>
                    <a:pt x="3958" y="1281"/>
                  </a:lnTo>
                  <a:lnTo>
                    <a:pt x="3855" y="1191"/>
                  </a:lnTo>
                  <a:lnTo>
                    <a:pt x="3740" y="1076"/>
                  </a:lnTo>
                  <a:lnTo>
                    <a:pt x="3650" y="948"/>
                  </a:lnTo>
                  <a:lnTo>
                    <a:pt x="3151" y="218"/>
                  </a:lnTo>
                  <a:lnTo>
                    <a:pt x="3074" y="128"/>
                  </a:lnTo>
                  <a:lnTo>
                    <a:pt x="2972" y="51"/>
                  </a:lnTo>
                  <a:lnTo>
                    <a:pt x="2869" y="13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6" name="Google Shape;2296;p44"/>
            <p:cNvSpPr/>
            <p:nvPr/>
          </p:nvSpPr>
          <p:spPr>
            <a:xfrm>
              <a:off x="4134025" y="2120225"/>
              <a:ext cx="60875" cy="60550"/>
            </a:xfrm>
            <a:custGeom>
              <a:avLst/>
              <a:gdLst/>
              <a:ahLst/>
              <a:cxnLst/>
              <a:rect l="l" t="t" r="r" b="b"/>
              <a:pathLst>
                <a:path w="2435" h="2422" extrusionOk="0">
                  <a:moveTo>
                    <a:pt x="1089" y="1"/>
                  </a:moveTo>
                  <a:lnTo>
                    <a:pt x="974" y="26"/>
                  </a:lnTo>
                  <a:lnTo>
                    <a:pt x="859" y="52"/>
                  </a:lnTo>
                  <a:lnTo>
                    <a:pt x="743" y="90"/>
                  </a:lnTo>
                  <a:lnTo>
                    <a:pt x="641" y="142"/>
                  </a:lnTo>
                  <a:lnTo>
                    <a:pt x="538" y="206"/>
                  </a:lnTo>
                  <a:lnTo>
                    <a:pt x="449" y="270"/>
                  </a:lnTo>
                  <a:lnTo>
                    <a:pt x="359" y="359"/>
                  </a:lnTo>
                  <a:lnTo>
                    <a:pt x="282" y="436"/>
                  </a:lnTo>
                  <a:lnTo>
                    <a:pt x="218" y="539"/>
                  </a:lnTo>
                  <a:lnTo>
                    <a:pt x="154" y="628"/>
                  </a:lnTo>
                  <a:lnTo>
                    <a:pt x="103" y="744"/>
                  </a:lnTo>
                  <a:lnTo>
                    <a:pt x="65" y="846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1" y="1218"/>
                  </a:lnTo>
                  <a:lnTo>
                    <a:pt x="13" y="1333"/>
                  </a:lnTo>
                  <a:lnTo>
                    <a:pt x="26" y="1461"/>
                  </a:lnTo>
                  <a:lnTo>
                    <a:pt x="65" y="1576"/>
                  </a:lnTo>
                  <a:lnTo>
                    <a:pt x="103" y="1691"/>
                  </a:lnTo>
                  <a:lnTo>
                    <a:pt x="154" y="1794"/>
                  </a:lnTo>
                  <a:lnTo>
                    <a:pt x="218" y="1896"/>
                  </a:lnTo>
                  <a:lnTo>
                    <a:pt x="282" y="1986"/>
                  </a:lnTo>
                  <a:lnTo>
                    <a:pt x="359" y="2076"/>
                  </a:lnTo>
                  <a:lnTo>
                    <a:pt x="449" y="2153"/>
                  </a:lnTo>
                  <a:lnTo>
                    <a:pt x="538" y="2217"/>
                  </a:lnTo>
                  <a:lnTo>
                    <a:pt x="641" y="2281"/>
                  </a:lnTo>
                  <a:lnTo>
                    <a:pt x="743" y="2332"/>
                  </a:lnTo>
                  <a:lnTo>
                    <a:pt x="859" y="2370"/>
                  </a:lnTo>
                  <a:lnTo>
                    <a:pt x="974" y="2396"/>
                  </a:lnTo>
                  <a:lnTo>
                    <a:pt x="1089" y="2422"/>
                  </a:lnTo>
                  <a:lnTo>
                    <a:pt x="1345" y="2422"/>
                  </a:lnTo>
                  <a:lnTo>
                    <a:pt x="1461" y="2396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4" y="2281"/>
                  </a:lnTo>
                  <a:lnTo>
                    <a:pt x="1896" y="2217"/>
                  </a:lnTo>
                  <a:lnTo>
                    <a:pt x="1986" y="2153"/>
                  </a:lnTo>
                  <a:lnTo>
                    <a:pt x="2075" y="2076"/>
                  </a:lnTo>
                  <a:lnTo>
                    <a:pt x="2152" y="1986"/>
                  </a:lnTo>
                  <a:lnTo>
                    <a:pt x="2229" y="1896"/>
                  </a:lnTo>
                  <a:lnTo>
                    <a:pt x="2280" y="1794"/>
                  </a:lnTo>
                  <a:lnTo>
                    <a:pt x="2332" y="1691"/>
                  </a:lnTo>
                  <a:lnTo>
                    <a:pt x="2383" y="1576"/>
                  </a:lnTo>
                  <a:lnTo>
                    <a:pt x="2408" y="1461"/>
                  </a:lnTo>
                  <a:lnTo>
                    <a:pt x="2421" y="1333"/>
                  </a:lnTo>
                  <a:lnTo>
                    <a:pt x="2434" y="1218"/>
                  </a:lnTo>
                  <a:lnTo>
                    <a:pt x="2421" y="1089"/>
                  </a:lnTo>
                  <a:lnTo>
                    <a:pt x="2408" y="974"/>
                  </a:lnTo>
                  <a:lnTo>
                    <a:pt x="2383" y="846"/>
                  </a:lnTo>
                  <a:lnTo>
                    <a:pt x="2332" y="744"/>
                  </a:lnTo>
                  <a:lnTo>
                    <a:pt x="2280" y="628"/>
                  </a:lnTo>
                  <a:lnTo>
                    <a:pt x="2229" y="539"/>
                  </a:lnTo>
                  <a:lnTo>
                    <a:pt x="2152" y="436"/>
                  </a:lnTo>
                  <a:lnTo>
                    <a:pt x="2075" y="359"/>
                  </a:lnTo>
                  <a:lnTo>
                    <a:pt x="1986" y="270"/>
                  </a:lnTo>
                  <a:lnTo>
                    <a:pt x="1896" y="206"/>
                  </a:lnTo>
                  <a:lnTo>
                    <a:pt x="1794" y="142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7" name="Google Shape;2297;p44"/>
            <p:cNvSpPr/>
            <p:nvPr/>
          </p:nvSpPr>
          <p:spPr>
            <a:xfrm>
              <a:off x="4114500" y="2301150"/>
              <a:ext cx="60850" cy="60850"/>
            </a:xfrm>
            <a:custGeom>
              <a:avLst/>
              <a:gdLst/>
              <a:ahLst/>
              <a:cxnLst/>
              <a:rect l="l" t="t" r="r" b="b"/>
              <a:pathLst>
                <a:path w="2434" h="2434" extrusionOk="0">
                  <a:moveTo>
                    <a:pt x="1217" y="0"/>
                  </a:moveTo>
                  <a:lnTo>
                    <a:pt x="1102" y="13"/>
                  </a:lnTo>
                  <a:lnTo>
                    <a:pt x="974" y="26"/>
                  </a:lnTo>
                  <a:lnTo>
                    <a:pt x="858" y="52"/>
                  </a:lnTo>
                  <a:lnTo>
                    <a:pt x="743" y="103"/>
                  </a:lnTo>
                  <a:lnTo>
                    <a:pt x="641" y="154"/>
                  </a:lnTo>
                  <a:lnTo>
                    <a:pt x="538" y="205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49"/>
                  </a:lnTo>
                  <a:lnTo>
                    <a:pt x="218" y="538"/>
                  </a:lnTo>
                  <a:lnTo>
                    <a:pt x="154" y="641"/>
                  </a:lnTo>
                  <a:lnTo>
                    <a:pt x="103" y="743"/>
                  </a:lnTo>
                  <a:lnTo>
                    <a:pt x="64" y="858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0" y="1217"/>
                  </a:lnTo>
                  <a:lnTo>
                    <a:pt x="13" y="1345"/>
                  </a:lnTo>
                  <a:lnTo>
                    <a:pt x="26" y="1460"/>
                  </a:lnTo>
                  <a:lnTo>
                    <a:pt x="64" y="1576"/>
                  </a:lnTo>
                  <a:lnTo>
                    <a:pt x="103" y="1691"/>
                  </a:lnTo>
                  <a:lnTo>
                    <a:pt x="154" y="1793"/>
                  </a:lnTo>
                  <a:lnTo>
                    <a:pt x="218" y="1896"/>
                  </a:lnTo>
                  <a:lnTo>
                    <a:pt x="282" y="1986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8" y="2229"/>
                  </a:lnTo>
                  <a:lnTo>
                    <a:pt x="641" y="2280"/>
                  </a:lnTo>
                  <a:lnTo>
                    <a:pt x="743" y="2331"/>
                  </a:lnTo>
                  <a:lnTo>
                    <a:pt x="858" y="2370"/>
                  </a:lnTo>
                  <a:lnTo>
                    <a:pt x="974" y="2408"/>
                  </a:lnTo>
                  <a:lnTo>
                    <a:pt x="1102" y="2421"/>
                  </a:lnTo>
                  <a:lnTo>
                    <a:pt x="1217" y="2434"/>
                  </a:lnTo>
                  <a:lnTo>
                    <a:pt x="1345" y="2421"/>
                  </a:lnTo>
                  <a:lnTo>
                    <a:pt x="1460" y="2408"/>
                  </a:lnTo>
                  <a:lnTo>
                    <a:pt x="1576" y="2370"/>
                  </a:lnTo>
                  <a:lnTo>
                    <a:pt x="1691" y="2331"/>
                  </a:lnTo>
                  <a:lnTo>
                    <a:pt x="1793" y="2280"/>
                  </a:lnTo>
                  <a:lnTo>
                    <a:pt x="1896" y="2229"/>
                  </a:lnTo>
                  <a:lnTo>
                    <a:pt x="1998" y="2152"/>
                  </a:lnTo>
                  <a:lnTo>
                    <a:pt x="2075" y="2075"/>
                  </a:lnTo>
                  <a:lnTo>
                    <a:pt x="2152" y="1986"/>
                  </a:lnTo>
                  <a:lnTo>
                    <a:pt x="2229" y="1896"/>
                  </a:lnTo>
                  <a:lnTo>
                    <a:pt x="2293" y="1793"/>
                  </a:lnTo>
                  <a:lnTo>
                    <a:pt x="2344" y="1691"/>
                  </a:lnTo>
                  <a:lnTo>
                    <a:pt x="2383" y="1576"/>
                  </a:lnTo>
                  <a:lnTo>
                    <a:pt x="2408" y="1460"/>
                  </a:lnTo>
                  <a:lnTo>
                    <a:pt x="2434" y="1345"/>
                  </a:lnTo>
                  <a:lnTo>
                    <a:pt x="2434" y="1217"/>
                  </a:lnTo>
                  <a:lnTo>
                    <a:pt x="2434" y="1089"/>
                  </a:lnTo>
                  <a:lnTo>
                    <a:pt x="2408" y="974"/>
                  </a:lnTo>
                  <a:lnTo>
                    <a:pt x="2383" y="858"/>
                  </a:lnTo>
                  <a:lnTo>
                    <a:pt x="2344" y="743"/>
                  </a:lnTo>
                  <a:lnTo>
                    <a:pt x="2293" y="641"/>
                  </a:lnTo>
                  <a:lnTo>
                    <a:pt x="2229" y="538"/>
                  </a:lnTo>
                  <a:lnTo>
                    <a:pt x="2152" y="449"/>
                  </a:lnTo>
                  <a:lnTo>
                    <a:pt x="2075" y="359"/>
                  </a:lnTo>
                  <a:lnTo>
                    <a:pt x="1998" y="282"/>
                  </a:lnTo>
                  <a:lnTo>
                    <a:pt x="1896" y="205"/>
                  </a:lnTo>
                  <a:lnTo>
                    <a:pt x="1793" y="154"/>
                  </a:lnTo>
                  <a:lnTo>
                    <a:pt x="1691" y="103"/>
                  </a:lnTo>
                  <a:lnTo>
                    <a:pt x="1576" y="52"/>
                  </a:lnTo>
                  <a:lnTo>
                    <a:pt x="1460" y="26"/>
                  </a:lnTo>
                  <a:lnTo>
                    <a:pt x="1345" y="13"/>
                  </a:lnTo>
                  <a:lnTo>
                    <a:pt x="1217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8" name="Google Shape;2298;p44"/>
            <p:cNvSpPr/>
            <p:nvPr/>
          </p:nvSpPr>
          <p:spPr>
            <a:xfrm>
              <a:off x="3768675" y="2134000"/>
              <a:ext cx="60875" cy="60875"/>
            </a:xfrm>
            <a:custGeom>
              <a:avLst/>
              <a:gdLst/>
              <a:ahLst/>
              <a:cxnLst/>
              <a:rect l="l" t="t" r="r" b="b"/>
              <a:pathLst>
                <a:path w="2435" h="2435" extrusionOk="0">
                  <a:moveTo>
                    <a:pt x="1218" y="1"/>
                  </a:moveTo>
                  <a:lnTo>
                    <a:pt x="1089" y="13"/>
                  </a:lnTo>
                  <a:lnTo>
                    <a:pt x="974" y="26"/>
                  </a:lnTo>
                  <a:lnTo>
                    <a:pt x="859" y="65"/>
                  </a:lnTo>
                  <a:lnTo>
                    <a:pt x="744" y="103"/>
                  </a:lnTo>
                  <a:lnTo>
                    <a:pt x="641" y="154"/>
                  </a:lnTo>
                  <a:lnTo>
                    <a:pt x="539" y="218"/>
                  </a:lnTo>
                  <a:lnTo>
                    <a:pt x="436" y="282"/>
                  </a:lnTo>
                  <a:lnTo>
                    <a:pt x="359" y="359"/>
                  </a:lnTo>
                  <a:lnTo>
                    <a:pt x="283" y="449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45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3" y="1986"/>
                  </a:lnTo>
                  <a:lnTo>
                    <a:pt x="359" y="2075"/>
                  </a:lnTo>
                  <a:lnTo>
                    <a:pt x="436" y="2152"/>
                  </a:lnTo>
                  <a:lnTo>
                    <a:pt x="539" y="2229"/>
                  </a:lnTo>
                  <a:lnTo>
                    <a:pt x="641" y="2280"/>
                  </a:lnTo>
                  <a:lnTo>
                    <a:pt x="744" y="2332"/>
                  </a:lnTo>
                  <a:lnTo>
                    <a:pt x="859" y="2383"/>
                  </a:lnTo>
                  <a:lnTo>
                    <a:pt x="974" y="2408"/>
                  </a:lnTo>
                  <a:lnTo>
                    <a:pt x="1089" y="2421"/>
                  </a:lnTo>
                  <a:lnTo>
                    <a:pt x="1218" y="2434"/>
                  </a:lnTo>
                  <a:lnTo>
                    <a:pt x="1333" y="2421"/>
                  </a:lnTo>
                  <a:lnTo>
                    <a:pt x="1461" y="2408"/>
                  </a:lnTo>
                  <a:lnTo>
                    <a:pt x="1576" y="2383"/>
                  </a:lnTo>
                  <a:lnTo>
                    <a:pt x="1691" y="2332"/>
                  </a:lnTo>
                  <a:lnTo>
                    <a:pt x="1794" y="2280"/>
                  </a:lnTo>
                  <a:lnTo>
                    <a:pt x="1896" y="2229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1" y="1345"/>
                  </a:lnTo>
                  <a:lnTo>
                    <a:pt x="2434" y="1217"/>
                  </a:lnTo>
                  <a:lnTo>
                    <a:pt x="2421" y="1089"/>
                  </a:lnTo>
                  <a:lnTo>
                    <a:pt x="2409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49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18"/>
                  </a:lnTo>
                  <a:lnTo>
                    <a:pt x="1794" y="154"/>
                  </a:lnTo>
                  <a:lnTo>
                    <a:pt x="1691" y="103"/>
                  </a:lnTo>
                  <a:lnTo>
                    <a:pt x="1576" y="65"/>
                  </a:lnTo>
                  <a:lnTo>
                    <a:pt x="1461" y="26"/>
                  </a:lnTo>
                  <a:lnTo>
                    <a:pt x="1333" y="13"/>
                  </a:lnTo>
                  <a:lnTo>
                    <a:pt x="1218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9" name="Google Shape;2299;p44"/>
            <p:cNvSpPr/>
            <p:nvPr/>
          </p:nvSpPr>
          <p:spPr>
            <a:xfrm>
              <a:off x="3468650" y="2192600"/>
              <a:ext cx="60550" cy="60850"/>
            </a:xfrm>
            <a:custGeom>
              <a:avLst/>
              <a:gdLst/>
              <a:ahLst/>
              <a:cxnLst/>
              <a:rect l="l" t="t" r="r" b="b"/>
              <a:pathLst>
                <a:path w="2422" h="2434" extrusionOk="0">
                  <a:moveTo>
                    <a:pt x="1090" y="0"/>
                  </a:moveTo>
                  <a:lnTo>
                    <a:pt x="974" y="26"/>
                  </a:lnTo>
                  <a:lnTo>
                    <a:pt x="846" y="52"/>
                  </a:lnTo>
                  <a:lnTo>
                    <a:pt x="744" y="90"/>
                  </a:lnTo>
                  <a:lnTo>
                    <a:pt x="628" y="141"/>
                  </a:lnTo>
                  <a:lnTo>
                    <a:pt x="539" y="205"/>
                  </a:lnTo>
                  <a:lnTo>
                    <a:pt x="436" y="282"/>
                  </a:lnTo>
                  <a:lnTo>
                    <a:pt x="359" y="359"/>
                  </a:lnTo>
                  <a:lnTo>
                    <a:pt x="270" y="436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32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86"/>
                  </a:lnTo>
                  <a:lnTo>
                    <a:pt x="359" y="2075"/>
                  </a:lnTo>
                  <a:lnTo>
                    <a:pt x="436" y="2152"/>
                  </a:lnTo>
                  <a:lnTo>
                    <a:pt x="539" y="2216"/>
                  </a:lnTo>
                  <a:lnTo>
                    <a:pt x="628" y="2280"/>
                  </a:lnTo>
                  <a:lnTo>
                    <a:pt x="744" y="2331"/>
                  </a:lnTo>
                  <a:lnTo>
                    <a:pt x="846" y="2370"/>
                  </a:lnTo>
                  <a:lnTo>
                    <a:pt x="974" y="2408"/>
                  </a:lnTo>
                  <a:lnTo>
                    <a:pt x="1090" y="2421"/>
                  </a:lnTo>
                  <a:lnTo>
                    <a:pt x="1218" y="2434"/>
                  </a:lnTo>
                  <a:lnTo>
                    <a:pt x="1333" y="2421"/>
                  </a:lnTo>
                  <a:lnTo>
                    <a:pt x="1461" y="2408"/>
                  </a:lnTo>
                  <a:lnTo>
                    <a:pt x="1576" y="2370"/>
                  </a:lnTo>
                  <a:lnTo>
                    <a:pt x="1691" y="2331"/>
                  </a:lnTo>
                  <a:lnTo>
                    <a:pt x="1794" y="2280"/>
                  </a:lnTo>
                  <a:lnTo>
                    <a:pt x="1896" y="2216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396" y="1461"/>
                  </a:lnTo>
                  <a:lnTo>
                    <a:pt x="2422" y="1332"/>
                  </a:lnTo>
                  <a:lnTo>
                    <a:pt x="2422" y="1217"/>
                  </a:lnTo>
                  <a:lnTo>
                    <a:pt x="2422" y="1089"/>
                  </a:lnTo>
                  <a:lnTo>
                    <a:pt x="2396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36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05"/>
                  </a:lnTo>
                  <a:lnTo>
                    <a:pt x="1794" y="141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33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0" name="Google Shape;2300;p44"/>
            <p:cNvSpPr/>
            <p:nvPr/>
          </p:nvSpPr>
          <p:spPr>
            <a:xfrm>
              <a:off x="3351775" y="2175950"/>
              <a:ext cx="60550" cy="60550"/>
            </a:xfrm>
            <a:custGeom>
              <a:avLst/>
              <a:gdLst/>
              <a:ahLst/>
              <a:cxnLst/>
              <a:rect l="l" t="t" r="r" b="b"/>
              <a:pathLst>
                <a:path w="2422" h="2422" extrusionOk="0">
                  <a:moveTo>
                    <a:pt x="1090" y="0"/>
                  </a:moveTo>
                  <a:lnTo>
                    <a:pt x="962" y="26"/>
                  </a:lnTo>
                  <a:lnTo>
                    <a:pt x="846" y="52"/>
                  </a:lnTo>
                  <a:lnTo>
                    <a:pt x="731" y="90"/>
                  </a:lnTo>
                  <a:lnTo>
                    <a:pt x="629" y="141"/>
                  </a:lnTo>
                  <a:lnTo>
                    <a:pt x="526" y="205"/>
                  </a:lnTo>
                  <a:lnTo>
                    <a:pt x="436" y="269"/>
                  </a:lnTo>
                  <a:lnTo>
                    <a:pt x="347" y="359"/>
                  </a:lnTo>
                  <a:lnTo>
                    <a:pt x="270" y="436"/>
                  </a:lnTo>
                  <a:lnTo>
                    <a:pt x="206" y="538"/>
                  </a:lnTo>
                  <a:lnTo>
                    <a:pt x="142" y="628"/>
                  </a:lnTo>
                  <a:lnTo>
                    <a:pt x="91" y="743"/>
                  </a:lnTo>
                  <a:lnTo>
                    <a:pt x="52" y="846"/>
                  </a:lnTo>
                  <a:lnTo>
                    <a:pt x="14" y="961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32"/>
                  </a:lnTo>
                  <a:lnTo>
                    <a:pt x="14" y="1460"/>
                  </a:lnTo>
                  <a:lnTo>
                    <a:pt x="52" y="1576"/>
                  </a:lnTo>
                  <a:lnTo>
                    <a:pt x="91" y="1678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86"/>
                  </a:lnTo>
                  <a:lnTo>
                    <a:pt x="347" y="2075"/>
                  </a:lnTo>
                  <a:lnTo>
                    <a:pt x="436" y="2152"/>
                  </a:lnTo>
                  <a:lnTo>
                    <a:pt x="526" y="2216"/>
                  </a:lnTo>
                  <a:lnTo>
                    <a:pt x="629" y="2280"/>
                  </a:lnTo>
                  <a:lnTo>
                    <a:pt x="731" y="2331"/>
                  </a:lnTo>
                  <a:lnTo>
                    <a:pt x="846" y="2370"/>
                  </a:lnTo>
                  <a:lnTo>
                    <a:pt x="962" y="2395"/>
                  </a:lnTo>
                  <a:lnTo>
                    <a:pt x="1090" y="2421"/>
                  </a:lnTo>
                  <a:lnTo>
                    <a:pt x="1333" y="2421"/>
                  </a:lnTo>
                  <a:lnTo>
                    <a:pt x="1448" y="2395"/>
                  </a:lnTo>
                  <a:lnTo>
                    <a:pt x="1576" y="2370"/>
                  </a:lnTo>
                  <a:lnTo>
                    <a:pt x="1679" y="2331"/>
                  </a:lnTo>
                  <a:lnTo>
                    <a:pt x="1794" y="2280"/>
                  </a:lnTo>
                  <a:lnTo>
                    <a:pt x="1884" y="2216"/>
                  </a:lnTo>
                  <a:lnTo>
                    <a:pt x="1986" y="2152"/>
                  </a:lnTo>
                  <a:lnTo>
                    <a:pt x="2063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78"/>
                  </a:lnTo>
                  <a:lnTo>
                    <a:pt x="2370" y="1576"/>
                  </a:lnTo>
                  <a:lnTo>
                    <a:pt x="2396" y="1460"/>
                  </a:lnTo>
                  <a:lnTo>
                    <a:pt x="2422" y="1332"/>
                  </a:lnTo>
                  <a:lnTo>
                    <a:pt x="2422" y="1217"/>
                  </a:lnTo>
                  <a:lnTo>
                    <a:pt x="2422" y="1089"/>
                  </a:lnTo>
                  <a:lnTo>
                    <a:pt x="2396" y="961"/>
                  </a:lnTo>
                  <a:lnTo>
                    <a:pt x="2370" y="846"/>
                  </a:lnTo>
                  <a:lnTo>
                    <a:pt x="2332" y="743"/>
                  </a:lnTo>
                  <a:lnTo>
                    <a:pt x="2281" y="628"/>
                  </a:lnTo>
                  <a:lnTo>
                    <a:pt x="2217" y="538"/>
                  </a:lnTo>
                  <a:lnTo>
                    <a:pt x="2153" y="436"/>
                  </a:lnTo>
                  <a:lnTo>
                    <a:pt x="2063" y="359"/>
                  </a:lnTo>
                  <a:lnTo>
                    <a:pt x="1986" y="269"/>
                  </a:lnTo>
                  <a:lnTo>
                    <a:pt x="1884" y="205"/>
                  </a:lnTo>
                  <a:lnTo>
                    <a:pt x="1794" y="141"/>
                  </a:lnTo>
                  <a:lnTo>
                    <a:pt x="1679" y="90"/>
                  </a:lnTo>
                  <a:lnTo>
                    <a:pt x="1576" y="52"/>
                  </a:lnTo>
                  <a:lnTo>
                    <a:pt x="1448" y="26"/>
                  </a:lnTo>
                  <a:lnTo>
                    <a:pt x="1333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1" name="Google Shape;2301;p44"/>
            <p:cNvSpPr/>
            <p:nvPr/>
          </p:nvSpPr>
          <p:spPr>
            <a:xfrm>
              <a:off x="3268225" y="2432100"/>
              <a:ext cx="60525" cy="60550"/>
            </a:xfrm>
            <a:custGeom>
              <a:avLst/>
              <a:gdLst/>
              <a:ahLst/>
              <a:cxnLst/>
              <a:rect l="l" t="t" r="r" b="b"/>
              <a:pathLst>
                <a:path w="2421" h="2422" extrusionOk="0">
                  <a:moveTo>
                    <a:pt x="1089" y="1"/>
                  </a:moveTo>
                  <a:lnTo>
                    <a:pt x="961" y="26"/>
                  </a:lnTo>
                  <a:lnTo>
                    <a:pt x="845" y="52"/>
                  </a:lnTo>
                  <a:lnTo>
                    <a:pt x="743" y="90"/>
                  </a:lnTo>
                  <a:lnTo>
                    <a:pt x="628" y="142"/>
                  </a:lnTo>
                  <a:lnTo>
                    <a:pt x="525" y="206"/>
                  </a:lnTo>
                  <a:lnTo>
                    <a:pt x="436" y="282"/>
                  </a:lnTo>
                  <a:lnTo>
                    <a:pt x="346" y="359"/>
                  </a:lnTo>
                  <a:lnTo>
                    <a:pt x="269" y="436"/>
                  </a:lnTo>
                  <a:lnTo>
                    <a:pt x="205" y="539"/>
                  </a:lnTo>
                  <a:lnTo>
                    <a:pt x="141" y="628"/>
                  </a:lnTo>
                  <a:lnTo>
                    <a:pt x="90" y="744"/>
                  </a:lnTo>
                  <a:lnTo>
                    <a:pt x="51" y="846"/>
                  </a:lnTo>
                  <a:lnTo>
                    <a:pt x="26" y="974"/>
                  </a:lnTo>
                  <a:lnTo>
                    <a:pt x="0" y="1089"/>
                  </a:lnTo>
                  <a:lnTo>
                    <a:pt x="0" y="1217"/>
                  </a:lnTo>
                  <a:lnTo>
                    <a:pt x="0" y="1333"/>
                  </a:lnTo>
                  <a:lnTo>
                    <a:pt x="26" y="1461"/>
                  </a:lnTo>
                  <a:lnTo>
                    <a:pt x="51" y="1576"/>
                  </a:lnTo>
                  <a:lnTo>
                    <a:pt x="90" y="1691"/>
                  </a:lnTo>
                  <a:lnTo>
                    <a:pt x="141" y="1794"/>
                  </a:lnTo>
                  <a:lnTo>
                    <a:pt x="205" y="1896"/>
                  </a:lnTo>
                  <a:lnTo>
                    <a:pt x="269" y="1986"/>
                  </a:lnTo>
                  <a:lnTo>
                    <a:pt x="346" y="2076"/>
                  </a:lnTo>
                  <a:lnTo>
                    <a:pt x="436" y="2152"/>
                  </a:lnTo>
                  <a:lnTo>
                    <a:pt x="525" y="2216"/>
                  </a:lnTo>
                  <a:lnTo>
                    <a:pt x="628" y="2281"/>
                  </a:lnTo>
                  <a:lnTo>
                    <a:pt x="743" y="2332"/>
                  </a:lnTo>
                  <a:lnTo>
                    <a:pt x="845" y="2370"/>
                  </a:lnTo>
                  <a:lnTo>
                    <a:pt x="961" y="2409"/>
                  </a:lnTo>
                  <a:lnTo>
                    <a:pt x="1089" y="2421"/>
                  </a:lnTo>
                  <a:lnTo>
                    <a:pt x="1332" y="2421"/>
                  </a:lnTo>
                  <a:lnTo>
                    <a:pt x="1460" y="2409"/>
                  </a:lnTo>
                  <a:lnTo>
                    <a:pt x="1575" y="2370"/>
                  </a:lnTo>
                  <a:lnTo>
                    <a:pt x="1678" y="2332"/>
                  </a:lnTo>
                  <a:lnTo>
                    <a:pt x="1793" y="2281"/>
                  </a:lnTo>
                  <a:lnTo>
                    <a:pt x="1883" y="2216"/>
                  </a:lnTo>
                  <a:lnTo>
                    <a:pt x="1985" y="2152"/>
                  </a:lnTo>
                  <a:lnTo>
                    <a:pt x="2062" y="2076"/>
                  </a:lnTo>
                  <a:lnTo>
                    <a:pt x="2152" y="1986"/>
                  </a:lnTo>
                  <a:lnTo>
                    <a:pt x="2216" y="1896"/>
                  </a:lnTo>
                  <a:lnTo>
                    <a:pt x="2280" y="1794"/>
                  </a:lnTo>
                  <a:lnTo>
                    <a:pt x="2331" y="1691"/>
                  </a:lnTo>
                  <a:lnTo>
                    <a:pt x="2370" y="1576"/>
                  </a:lnTo>
                  <a:lnTo>
                    <a:pt x="2395" y="1461"/>
                  </a:lnTo>
                  <a:lnTo>
                    <a:pt x="2421" y="1333"/>
                  </a:lnTo>
                  <a:lnTo>
                    <a:pt x="2421" y="1217"/>
                  </a:lnTo>
                  <a:lnTo>
                    <a:pt x="2421" y="1089"/>
                  </a:lnTo>
                  <a:lnTo>
                    <a:pt x="2395" y="974"/>
                  </a:lnTo>
                  <a:lnTo>
                    <a:pt x="2370" y="846"/>
                  </a:lnTo>
                  <a:lnTo>
                    <a:pt x="2331" y="744"/>
                  </a:lnTo>
                  <a:lnTo>
                    <a:pt x="2280" y="628"/>
                  </a:lnTo>
                  <a:lnTo>
                    <a:pt x="2216" y="539"/>
                  </a:lnTo>
                  <a:lnTo>
                    <a:pt x="2152" y="436"/>
                  </a:lnTo>
                  <a:lnTo>
                    <a:pt x="2062" y="359"/>
                  </a:lnTo>
                  <a:lnTo>
                    <a:pt x="1985" y="282"/>
                  </a:lnTo>
                  <a:lnTo>
                    <a:pt x="1883" y="206"/>
                  </a:lnTo>
                  <a:lnTo>
                    <a:pt x="1793" y="142"/>
                  </a:lnTo>
                  <a:lnTo>
                    <a:pt x="1678" y="90"/>
                  </a:lnTo>
                  <a:lnTo>
                    <a:pt x="1575" y="52"/>
                  </a:lnTo>
                  <a:lnTo>
                    <a:pt x="1460" y="26"/>
                  </a:lnTo>
                  <a:lnTo>
                    <a:pt x="1332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2" name="Google Shape;2302;p44"/>
            <p:cNvSpPr/>
            <p:nvPr/>
          </p:nvSpPr>
          <p:spPr>
            <a:xfrm>
              <a:off x="3334825" y="2618775"/>
              <a:ext cx="60850" cy="60550"/>
            </a:xfrm>
            <a:custGeom>
              <a:avLst/>
              <a:gdLst/>
              <a:ahLst/>
              <a:cxnLst/>
              <a:rect l="l" t="t" r="r" b="b"/>
              <a:pathLst>
                <a:path w="2434" h="2422" extrusionOk="0">
                  <a:moveTo>
                    <a:pt x="1089" y="1"/>
                  </a:moveTo>
                  <a:lnTo>
                    <a:pt x="974" y="14"/>
                  </a:lnTo>
                  <a:lnTo>
                    <a:pt x="858" y="52"/>
                  </a:lnTo>
                  <a:lnTo>
                    <a:pt x="743" y="90"/>
                  </a:lnTo>
                  <a:lnTo>
                    <a:pt x="641" y="142"/>
                  </a:lnTo>
                  <a:lnTo>
                    <a:pt x="538" y="206"/>
                  </a:lnTo>
                  <a:lnTo>
                    <a:pt x="448" y="270"/>
                  </a:lnTo>
                  <a:lnTo>
                    <a:pt x="359" y="347"/>
                  </a:lnTo>
                  <a:lnTo>
                    <a:pt x="282" y="436"/>
                  </a:lnTo>
                  <a:lnTo>
                    <a:pt x="218" y="526"/>
                  </a:lnTo>
                  <a:lnTo>
                    <a:pt x="154" y="628"/>
                  </a:lnTo>
                  <a:lnTo>
                    <a:pt x="103" y="731"/>
                  </a:lnTo>
                  <a:lnTo>
                    <a:pt x="64" y="846"/>
                  </a:lnTo>
                  <a:lnTo>
                    <a:pt x="26" y="961"/>
                  </a:lnTo>
                  <a:lnTo>
                    <a:pt x="13" y="1089"/>
                  </a:lnTo>
                  <a:lnTo>
                    <a:pt x="0" y="1205"/>
                  </a:lnTo>
                  <a:lnTo>
                    <a:pt x="13" y="1333"/>
                  </a:lnTo>
                  <a:lnTo>
                    <a:pt x="26" y="1448"/>
                  </a:lnTo>
                  <a:lnTo>
                    <a:pt x="64" y="1576"/>
                  </a:lnTo>
                  <a:lnTo>
                    <a:pt x="103" y="1679"/>
                  </a:lnTo>
                  <a:lnTo>
                    <a:pt x="154" y="1794"/>
                  </a:lnTo>
                  <a:lnTo>
                    <a:pt x="218" y="1883"/>
                  </a:lnTo>
                  <a:lnTo>
                    <a:pt x="282" y="1986"/>
                  </a:lnTo>
                  <a:lnTo>
                    <a:pt x="359" y="2063"/>
                  </a:lnTo>
                  <a:lnTo>
                    <a:pt x="448" y="2140"/>
                  </a:lnTo>
                  <a:lnTo>
                    <a:pt x="538" y="2216"/>
                  </a:lnTo>
                  <a:lnTo>
                    <a:pt x="641" y="2281"/>
                  </a:lnTo>
                  <a:lnTo>
                    <a:pt x="743" y="2332"/>
                  </a:lnTo>
                  <a:lnTo>
                    <a:pt x="858" y="2370"/>
                  </a:lnTo>
                  <a:lnTo>
                    <a:pt x="974" y="2396"/>
                  </a:lnTo>
                  <a:lnTo>
                    <a:pt x="1089" y="2421"/>
                  </a:lnTo>
                  <a:lnTo>
                    <a:pt x="1345" y="2421"/>
                  </a:lnTo>
                  <a:lnTo>
                    <a:pt x="1460" y="2396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3" y="2281"/>
                  </a:lnTo>
                  <a:lnTo>
                    <a:pt x="1896" y="2216"/>
                  </a:lnTo>
                  <a:lnTo>
                    <a:pt x="1985" y="2140"/>
                  </a:lnTo>
                  <a:lnTo>
                    <a:pt x="2075" y="2063"/>
                  </a:lnTo>
                  <a:lnTo>
                    <a:pt x="2152" y="1986"/>
                  </a:lnTo>
                  <a:lnTo>
                    <a:pt x="2229" y="1883"/>
                  </a:lnTo>
                  <a:lnTo>
                    <a:pt x="2293" y="1794"/>
                  </a:lnTo>
                  <a:lnTo>
                    <a:pt x="2344" y="1679"/>
                  </a:lnTo>
                  <a:lnTo>
                    <a:pt x="2382" y="1576"/>
                  </a:lnTo>
                  <a:lnTo>
                    <a:pt x="2408" y="1448"/>
                  </a:lnTo>
                  <a:lnTo>
                    <a:pt x="2421" y="1333"/>
                  </a:lnTo>
                  <a:lnTo>
                    <a:pt x="2434" y="1205"/>
                  </a:lnTo>
                  <a:lnTo>
                    <a:pt x="2421" y="1089"/>
                  </a:lnTo>
                  <a:lnTo>
                    <a:pt x="2408" y="961"/>
                  </a:lnTo>
                  <a:lnTo>
                    <a:pt x="2382" y="846"/>
                  </a:lnTo>
                  <a:lnTo>
                    <a:pt x="2344" y="731"/>
                  </a:lnTo>
                  <a:lnTo>
                    <a:pt x="2293" y="628"/>
                  </a:lnTo>
                  <a:lnTo>
                    <a:pt x="2229" y="526"/>
                  </a:lnTo>
                  <a:lnTo>
                    <a:pt x="2152" y="436"/>
                  </a:lnTo>
                  <a:lnTo>
                    <a:pt x="2075" y="347"/>
                  </a:lnTo>
                  <a:lnTo>
                    <a:pt x="1985" y="270"/>
                  </a:lnTo>
                  <a:lnTo>
                    <a:pt x="1896" y="206"/>
                  </a:lnTo>
                  <a:lnTo>
                    <a:pt x="1793" y="142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0" y="14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3" name="Google Shape;2303;p44"/>
            <p:cNvSpPr/>
            <p:nvPr/>
          </p:nvSpPr>
          <p:spPr>
            <a:xfrm>
              <a:off x="3268225" y="2759675"/>
              <a:ext cx="60525" cy="60850"/>
            </a:xfrm>
            <a:custGeom>
              <a:avLst/>
              <a:gdLst/>
              <a:ahLst/>
              <a:cxnLst/>
              <a:rect l="l" t="t" r="r" b="b"/>
              <a:pathLst>
                <a:path w="2421" h="2434" extrusionOk="0">
                  <a:moveTo>
                    <a:pt x="1204" y="0"/>
                  </a:moveTo>
                  <a:lnTo>
                    <a:pt x="1089" y="13"/>
                  </a:lnTo>
                  <a:lnTo>
                    <a:pt x="961" y="26"/>
                  </a:lnTo>
                  <a:lnTo>
                    <a:pt x="845" y="64"/>
                  </a:lnTo>
                  <a:lnTo>
                    <a:pt x="743" y="103"/>
                  </a:lnTo>
                  <a:lnTo>
                    <a:pt x="628" y="154"/>
                  </a:lnTo>
                  <a:lnTo>
                    <a:pt x="525" y="218"/>
                  </a:lnTo>
                  <a:lnTo>
                    <a:pt x="436" y="282"/>
                  </a:lnTo>
                  <a:lnTo>
                    <a:pt x="346" y="359"/>
                  </a:lnTo>
                  <a:lnTo>
                    <a:pt x="269" y="448"/>
                  </a:lnTo>
                  <a:lnTo>
                    <a:pt x="205" y="538"/>
                  </a:lnTo>
                  <a:lnTo>
                    <a:pt x="141" y="641"/>
                  </a:lnTo>
                  <a:lnTo>
                    <a:pt x="90" y="743"/>
                  </a:lnTo>
                  <a:lnTo>
                    <a:pt x="51" y="858"/>
                  </a:lnTo>
                  <a:lnTo>
                    <a:pt x="26" y="974"/>
                  </a:lnTo>
                  <a:lnTo>
                    <a:pt x="0" y="1102"/>
                  </a:lnTo>
                  <a:lnTo>
                    <a:pt x="0" y="1217"/>
                  </a:lnTo>
                  <a:lnTo>
                    <a:pt x="0" y="1345"/>
                  </a:lnTo>
                  <a:lnTo>
                    <a:pt x="26" y="1460"/>
                  </a:lnTo>
                  <a:lnTo>
                    <a:pt x="51" y="1576"/>
                  </a:lnTo>
                  <a:lnTo>
                    <a:pt x="90" y="1691"/>
                  </a:lnTo>
                  <a:lnTo>
                    <a:pt x="141" y="1793"/>
                  </a:lnTo>
                  <a:lnTo>
                    <a:pt x="205" y="1896"/>
                  </a:lnTo>
                  <a:lnTo>
                    <a:pt x="269" y="1985"/>
                  </a:lnTo>
                  <a:lnTo>
                    <a:pt x="346" y="2075"/>
                  </a:lnTo>
                  <a:lnTo>
                    <a:pt x="436" y="2152"/>
                  </a:lnTo>
                  <a:lnTo>
                    <a:pt x="525" y="2229"/>
                  </a:lnTo>
                  <a:lnTo>
                    <a:pt x="628" y="2293"/>
                  </a:lnTo>
                  <a:lnTo>
                    <a:pt x="743" y="2344"/>
                  </a:lnTo>
                  <a:lnTo>
                    <a:pt x="845" y="2382"/>
                  </a:lnTo>
                  <a:lnTo>
                    <a:pt x="961" y="2408"/>
                  </a:lnTo>
                  <a:lnTo>
                    <a:pt x="1089" y="2421"/>
                  </a:lnTo>
                  <a:lnTo>
                    <a:pt x="1204" y="2434"/>
                  </a:lnTo>
                  <a:lnTo>
                    <a:pt x="1332" y="2421"/>
                  </a:lnTo>
                  <a:lnTo>
                    <a:pt x="1460" y="2408"/>
                  </a:lnTo>
                  <a:lnTo>
                    <a:pt x="1575" y="2382"/>
                  </a:lnTo>
                  <a:lnTo>
                    <a:pt x="1678" y="2344"/>
                  </a:lnTo>
                  <a:lnTo>
                    <a:pt x="1793" y="2293"/>
                  </a:lnTo>
                  <a:lnTo>
                    <a:pt x="1883" y="2229"/>
                  </a:lnTo>
                  <a:lnTo>
                    <a:pt x="1985" y="2152"/>
                  </a:lnTo>
                  <a:lnTo>
                    <a:pt x="2062" y="2075"/>
                  </a:lnTo>
                  <a:lnTo>
                    <a:pt x="2152" y="1985"/>
                  </a:lnTo>
                  <a:lnTo>
                    <a:pt x="2216" y="1896"/>
                  </a:lnTo>
                  <a:lnTo>
                    <a:pt x="2280" y="1793"/>
                  </a:lnTo>
                  <a:lnTo>
                    <a:pt x="2331" y="1691"/>
                  </a:lnTo>
                  <a:lnTo>
                    <a:pt x="2370" y="1576"/>
                  </a:lnTo>
                  <a:lnTo>
                    <a:pt x="2395" y="1460"/>
                  </a:lnTo>
                  <a:lnTo>
                    <a:pt x="2421" y="1345"/>
                  </a:lnTo>
                  <a:lnTo>
                    <a:pt x="2421" y="1217"/>
                  </a:lnTo>
                  <a:lnTo>
                    <a:pt x="2421" y="1102"/>
                  </a:lnTo>
                  <a:lnTo>
                    <a:pt x="2395" y="974"/>
                  </a:lnTo>
                  <a:lnTo>
                    <a:pt x="2370" y="858"/>
                  </a:lnTo>
                  <a:lnTo>
                    <a:pt x="2331" y="743"/>
                  </a:lnTo>
                  <a:lnTo>
                    <a:pt x="2280" y="641"/>
                  </a:lnTo>
                  <a:lnTo>
                    <a:pt x="2216" y="538"/>
                  </a:lnTo>
                  <a:lnTo>
                    <a:pt x="2152" y="448"/>
                  </a:lnTo>
                  <a:lnTo>
                    <a:pt x="2062" y="359"/>
                  </a:lnTo>
                  <a:lnTo>
                    <a:pt x="1985" y="282"/>
                  </a:lnTo>
                  <a:lnTo>
                    <a:pt x="1883" y="218"/>
                  </a:lnTo>
                  <a:lnTo>
                    <a:pt x="1793" y="154"/>
                  </a:lnTo>
                  <a:lnTo>
                    <a:pt x="1678" y="103"/>
                  </a:lnTo>
                  <a:lnTo>
                    <a:pt x="1575" y="64"/>
                  </a:lnTo>
                  <a:lnTo>
                    <a:pt x="1460" y="26"/>
                  </a:lnTo>
                  <a:lnTo>
                    <a:pt x="1332" y="13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4" name="Google Shape;2304;p44"/>
            <p:cNvSpPr/>
            <p:nvPr/>
          </p:nvSpPr>
          <p:spPr>
            <a:xfrm>
              <a:off x="3385075" y="2966825"/>
              <a:ext cx="60875" cy="60550"/>
            </a:xfrm>
            <a:custGeom>
              <a:avLst/>
              <a:gdLst/>
              <a:ahLst/>
              <a:cxnLst/>
              <a:rect l="l" t="t" r="r" b="b"/>
              <a:pathLst>
                <a:path w="2435" h="2422" extrusionOk="0">
                  <a:moveTo>
                    <a:pt x="1090" y="1"/>
                  </a:moveTo>
                  <a:lnTo>
                    <a:pt x="974" y="27"/>
                  </a:lnTo>
                  <a:lnTo>
                    <a:pt x="859" y="52"/>
                  </a:lnTo>
                  <a:lnTo>
                    <a:pt x="744" y="91"/>
                  </a:lnTo>
                  <a:lnTo>
                    <a:pt x="641" y="142"/>
                  </a:lnTo>
                  <a:lnTo>
                    <a:pt x="539" y="206"/>
                  </a:lnTo>
                  <a:lnTo>
                    <a:pt x="436" y="270"/>
                  </a:lnTo>
                  <a:lnTo>
                    <a:pt x="360" y="360"/>
                  </a:lnTo>
                  <a:lnTo>
                    <a:pt x="283" y="436"/>
                  </a:lnTo>
                  <a:lnTo>
                    <a:pt x="206" y="539"/>
                  </a:lnTo>
                  <a:lnTo>
                    <a:pt x="142" y="628"/>
                  </a:lnTo>
                  <a:lnTo>
                    <a:pt x="91" y="744"/>
                  </a:lnTo>
                  <a:lnTo>
                    <a:pt x="52" y="846"/>
                  </a:lnTo>
                  <a:lnTo>
                    <a:pt x="27" y="961"/>
                  </a:lnTo>
                  <a:lnTo>
                    <a:pt x="1" y="1090"/>
                  </a:lnTo>
                  <a:lnTo>
                    <a:pt x="1" y="1218"/>
                  </a:lnTo>
                  <a:lnTo>
                    <a:pt x="1" y="1333"/>
                  </a:lnTo>
                  <a:lnTo>
                    <a:pt x="27" y="1461"/>
                  </a:lnTo>
                  <a:lnTo>
                    <a:pt x="52" y="1576"/>
                  </a:lnTo>
                  <a:lnTo>
                    <a:pt x="91" y="1679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3" y="1986"/>
                  </a:lnTo>
                  <a:lnTo>
                    <a:pt x="360" y="2076"/>
                  </a:lnTo>
                  <a:lnTo>
                    <a:pt x="436" y="2153"/>
                  </a:lnTo>
                  <a:lnTo>
                    <a:pt x="539" y="2217"/>
                  </a:lnTo>
                  <a:lnTo>
                    <a:pt x="641" y="2281"/>
                  </a:lnTo>
                  <a:lnTo>
                    <a:pt x="744" y="2332"/>
                  </a:lnTo>
                  <a:lnTo>
                    <a:pt x="859" y="2370"/>
                  </a:lnTo>
                  <a:lnTo>
                    <a:pt x="974" y="2396"/>
                  </a:lnTo>
                  <a:lnTo>
                    <a:pt x="1090" y="2422"/>
                  </a:lnTo>
                  <a:lnTo>
                    <a:pt x="1333" y="2422"/>
                  </a:lnTo>
                  <a:lnTo>
                    <a:pt x="1461" y="2396"/>
                  </a:lnTo>
                  <a:lnTo>
                    <a:pt x="1576" y="2370"/>
                  </a:lnTo>
                  <a:lnTo>
                    <a:pt x="1692" y="2332"/>
                  </a:lnTo>
                  <a:lnTo>
                    <a:pt x="1794" y="2281"/>
                  </a:lnTo>
                  <a:lnTo>
                    <a:pt x="1897" y="2217"/>
                  </a:lnTo>
                  <a:lnTo>
                    <a:pt x="1986" y="2153"/>
                  </a:lnTo>
                  <a:lnTo>
                    <a:pt x="2076" y="2076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79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2" y="1333"/>
                  </a:lnTo>
                  <a:lnTo>
                    <a:pt x="2434" y="1218"/>
                  </a:lnTo>
                  <a:lnTo>
                    <a:pt x="2422" y="1090"/>
                  </a:lnTo>
                  <a:lnTo>
                    <a:pt x="2409" y="961"/>
                  </a:lnTo>
                  <a:lnTo>
                    <a:pt x="2370" y="846"/>
                  </a:lnTo>
                  <a:lnTo>
                    <a:pt x="2332" y="744"/>
                  </a:lnTo>
                  <a:lnTo>
                    <a:pt x="2281" y="628"/>
                  </a:lnTo>
                  <a:lnTo>
                    <a:pt x="2217" y="539"/>
                  </a:lnTo>
                  <a:lnTo>
                    <a:pt x="2153" y="436"/>
                  </a:lnTo>
                  <a:lnTo>
                    <a:pt x="2076" y="360"/>
                  </a:lnTo>
                  <a:lnTo>
                    <a:pt x="1986" y="270"/>
                  </a:lnTo>
                  <a:lnTo>
                    <a:pt x="1897" y="206"/>
                  </a:lnTo>
                  <a:lnTo>
                    <a:pt x="1794" y="142"/>
                  </a:lnTo>
                  <a:lnTo>
                    <a:pt x="1692" y="91"/>
                  </a:lnTo>
                  <a:lnTo>
                    <a:pt x="1576" y="52"/>
                  </a:lnTo>
                  <a:lnTo>
                    <a:pt x="1461" y="27"/>
                  </a:lnTo>
                  <a:lnTo>
                    <a:pt x="1333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5" name="Google Shape;2305;p44"/>
            <p:cNvSpPr/>
            <p:nvPr/>
          </p:nvSpPr>
          <p:spPr>
            <a:xfrm>
              <a:off x="4036050" y="2993100"/>
              <a:ext cx="60850" cy="60850"/>
            </a:xfrm>
            <a:custGeom>
              <a:avLst/>
              <a:gdLst/>
              <a:ahLst/>
              <a:cxnLst/>
              <a:rect l="l" t="t" r="r" b="b"/>
              <a:pathLst>
                <a:path w="2434" h="2434" extrusionOk="0">
                  <a:moveTo>
                    <a:pt x="1217" y="0"/>
                  </a:moveTo>
                  <a:lnTo>
                    <a:pt x="1102" y="13"/>
                  </a:lnTo>
                  <a:lnTo>
                    <a:pt x="974" y="26"/>
                  </a:lnTo>
                  <a:lnTo>
                    <a:pt x="858" y="64"/>
                  </a:lnTo>
                  <a:lnTo>
                    <a:pt x="743" y="103"/>
                  </a:lnTo>
                  <a:lnTo>
                    <a:pt x="641" y="154"/>
                  </a:lnTo>
                  <a:lnTo>
                    <a:pt x="538" y="218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48"/>
                  </a:lnTo>
                  <a:lnTo>
                    <a:pt x="218" y="538"/>
                  </a:lnTo>
                  <a:lnTo>
                    <a:pt x="154" y="641"/>
                  </a:lnTo>
                  <a:lnTo>
                    <a:pt x="103" y="743"/>
                  </a:lnTo>
                  <a:lnTo>
                    <a:pt x="64" y="858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0" y="1217"/>
                  </a:lnTo>
                  <a:lnTo>
                    <a:pt x="13" y="1345"/>
                  </a:lnTo>
                  <a:lnTo>
                    <a:pt x="26" y="1460"/>
                  </a:lnTo>
                  <a:lnTo>
                    <a:pt x="64" y="1576"/>
                  </a:lnTo>
                  <a:lnTo>
                    <a:pt x="103" y="1691"/>
                  </a:lnTo>
                  <a:lnTo>
                    <a:pt x="154" y="1793"/>
                  </a:lnTo>
                  <a:lnTo>
                    <a:pt x="218" y="1896"/>
                  </a:lnTo>
                  <a:lnTo>
                    <a:pt x="282" y="1985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8" y="2229"/>
                  </a:lnTo>
                  <a:lnTo>
                    <a:pt x="641" y="2293"/>
                  </a:lnTo>
                  <a:lnTo>
                    <a:pt x="743" y="2344"/>
                  </a:lnTo>
                  <a:lnTo>
                    <a:pt x="858" y="2382"/>
                  </a:lnTo>
                  <a:lnTo>
                    <a:pt x="974" y="2408"/>
                  </a:lnTo>
                  <a:lnTo>
                    <a:pt x="1102" y="2421"/>
                  </a:lnTo>
                  <a:lnTo>
                    <a:pt x="1217" y="2434"/>
                  </a:lnTo>
                  <a:lnTo>
                    <a:pt x="1345" y="2421"/>
                  </a:lnTo>
                  <a:lnTo>
                    <a:pt x="1460" y="2408"/>
                  </a:lnTo>
                  <a:lnTo>
                    <a:pt x="1576" y="2382"/>
                  </a:lnTo>
                  <a:lnTo>
                    <a:pt x="1691" y="2344"/>
                  </a:lnTo>
                  <a:lnTo>
                    <a:pt x="1793" y="2293"/>
                  </a:lnTo>
                  <a:lnTo>
                    <a:pt x="1896" y="2229"/>
                  </a:lnTo>
                  <a:lnTo>
                    <a:pt x="1998" y="2152"/>
                  </a:lnTo>
                  <a:lnTo>
                    <a:pt x="2075" y="2075"/>
                  </a:lnTo>
                  <a:lnTo>
                    <a:pt x="2152" y="1985"/>
                  </a:lnTo>
                  <a:lnTo>
                    <a:pt x="2229" y="1896"/>
                  </a:lnTo>
                  <a:lnTo>
                    <a:pt x="2293" y="1793"/>
                  </a:lnTo>
                  <a:lnTo>
                    <a:pt x="2344" y="1691"/>
                  </a:lnTo>
                  <a:lnTo>
                    <a:pt x="2383" y="1576"/>
                  </a:lnTo>
                  <a:lnTo>
                    <a:pt x="2408" y="1460"/>
                  </a:lnTo>
                  <a:lnTo>
                    <a:pt x="2434" y="1345"/>
                  </a:lnTo>
                  <a:lnTo>
                    <a:pt x="2434" y="1217"/>
                  </a:lnTo>
                  <a:lnTo>
                    <a:pt x="2434" y="1089"/>
                  </a:lnTo>
                  <a:lnTo>
                    <a:pt x="2408" y="974"/>
                  </a:lnTo>
                  <a:lnTo>
                    <a:pt x="2383" y="858"/>
                  </a:lnTo>
                  <a:lnTo>
                    <a:pt x="2344" y="743"/>
                  </a:lnTo>
                  <a:lnTo>
                    <a:pt x="2293" y="641"/>
                  </a:lnTo>
                  <a:lnTo>
                    <a:pt x="2229" y="538"/>
                  </a:lnTo>
                  <a:lnTo>
                    <a:pt x="2152" y="448"/>
                  </a:lnTo>
                  <a:lnTo>
                    <a:pt x="2075" y="359"/>
                  </a:lnTo>
                  <a:lnTo>
                    <a:pt x="1998" y="282"/>
                  </a:lnTo>
                  <a:lnTo>
                    <a:pt x="1896" y="218"/>
                  </a:lnTo>
                  <a:lnTo>
                    <a:pt x="1793" y="154"/>
                  </a:lnTo>
                  <a:lnTo>
                    <a:pt x="1691" y="103"/>
                  </a:lnTo>
                  <a:lnTo>
                    <a:pt x="1576" y="64"/>
                  </a:lnTo>
                  <a:lnTo>
                    <a:pt x="1460" y="26"/>
                  </a:lnTo>
                  <a:lnTo>
                    <a:pt x="1345" y="13"/>
                  </a:lnTo>
                  <a:lnTo>
                    <a:pt x="1217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6" name="Google Shape;2306;p44"/>
            <p:cNvSpPr/>
            <p:nvPr/>
          </p:nvSpPr>
          <p:spPr>
            <a:xfrm>
              <a:off x="4228800" y="2822425"/>
              <a:ext cx="60875" cy="60875"/>
            </a:xfrm>
            <a:custGeom>
              <a:avLst/>
              <a:gdLst/>
              <a:ahLst/>
              <a:cxnLst/>
              <a:rect l="l" t="t" r="r" b="b"/>
              <a:pathLst>
                <a:path w="2435" h="2435" extrusionOk="0">
                  <a:moveTo>
                    <a:pt x="1089" y="1"/>
                  </a:moveTo>
                  <a:lnTo>
                    <a:pt x="974" y="26"/>
                  </a:lnTo>
                  <a:lnTo>
                    <a:pt x="859" y="52"/>
                  </a:lnTo>
                  <a:lnTo>
                    <a:pt x="744" y="90"/>
                  </a:lnTo>
                  <a:lnTo>
                    <a:pt x="641" y="141"/>
                  </a:lnTo>
                  <a:lnTo>
                    <a:pt x="539" y="205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36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1" y="1217"/>
                  </a:lnTo>
                  <a:lnTo>
                    <a:pt x="13" y="1333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2" y="1986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9" y="2216"/>
                  </a:lnTo>
                  <a:lnTo>
                    <a:pt x="641" y="2280"/>
                  </a:lnTo>
                  <a:lnTo>
                    <a:pt x="744" y="2332"/>
                  </a:lnTo>
                  <a:lnTo>
                    <a:pt x="859" y="2370"/>
                  </a:lnTo>
                  <a:lnTo>
                    <a:pt x="974" y="2408"/>
                  </a:lnTo>
                  <a:lnTo>
                    <a:pt x="1089" y="2421"/>
                  </a:lnTo>
                  <a:lnTo>
                    <a:pt x="1217" y="2434"/>
                  </a:lnTo>
                  <a:lnTo>
                    <a:pt x="1346" y="2421"/>
                  </a:lnTo>
                  <a:lnTo>
                    <a:pt x="1461" y="2408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4" y="2280"/>
                  </a:lnTo>
                  <a:lnTo>
                    <a:pt x="1896" y="2216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2" y="1986"/>
                  </a:lnTo>
                  <a:lnTo>
                    <a:pt x="2216" y="1896"/>
                  </a:lnTo>
                  <a:lnTo>
                    <a:pt x="2280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1" y="1333"/>
                  </a:lnTo>
                  <a:lnTo>
                    <a:pt x="2434" y="1217"/>
                  </a:lnTo>
                  <a:lnTo>
                    <a:pt x="2421" y="1089"/>
                  </a:lnTo>
                  <a:lnTo>
                    <a:pt x="2409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0" y="641"/>
                  </a:lnTo>
                  <a:lnTo>
                    <a:pt x="2216" y="538"/>
                  </a:lnTo>
                  <a:lnTo>
                    <a:pt x="2152" y="436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05"/>
                  </a:lnTo>
                  <a:lnTo>
                    <a:pt x="1794" y="141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46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7" name="Google Shape;2307;p44"/>
            <p:cNvSpPr/>
            <p:nvPr/>
          </p:nvSpPr>
          <p:spPr>
            <a:xfrm>
              <a:off x="4315250" y="2674175"/>
              <a:ext cx="60550" cy="60850"/>
            </a:xfrm>
            <a:custGeom>
              <a:avLst/>
              <a:gdLst/>
              <a:ahLst/>
              <a:cxnLst/>
              <a:rect l="l" t="t" r="r" b="b"/>
              <a:pathLst>
                <a:path w="2422" h="2434" extrusionOk="0">
                  <a:moveTo>
                    <a:pt x="1205" y="0"/>
                  </a:moveTo>
                  <a:lnTo>
                    <a:pt x="1089" y="13"/>
                  </a:lnTo>
                  <a:lnTo>
                    <a:pt x="961" y="26"/>
                  </a:lnTo>
                  <a:lnTo>
                    <a:pt x="846" y="65"/>
                  </a:lnTo>
                  <a:lnTo>
                    <a:pt x="744" y="103"/>
                  </a:lnTo>
                  <a:lnTo>
                    <a:pt x="628" y="154"/>
                  </a:lnTo>
                  <a:lnTo>
                    <a:pt x="526" y="218"/>
                  </a:lnTo>
                  <a:lnTo>
                    <a:pt x="436" y="282"/>
                  </a:lnTo>
                  <a:lnTo>
                    <a:pt x="347" y="359"/>
                  </a:lnTo>
                  <a:lnTo>
                    <a:pt x="270" y="449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102"/>
                  </a:lnTo>
                  <a:lnTo>
                    <a:pt x="1" y="1217"/>
                  </a:lnTo>
                  <a:lnTo>
                    <a:pt x="1" y="1345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99"/>
                  </a:lnTo>
                  <a:lnTo>
                    <a:pt x="347" y="2075"/>
                  </a:lnTo>
                  <a:lnTo>
                    <a:pt x="436" y="2152"/>
                  </a:lnTo>
                  <a:lnTo>
                    <a:pt x="526" y="2229"/>
                  </a:lnTo>
                  <a:lnTo>
                    <a:pt x="628" y="2293"/>
                  </a:lnTo>
                  <a:lnTo>
                    <a:pt x="744" y="2344"/>
                  </a:lnTo>
                  <a:lnTo>
                    <a:pt x="846" y="2383"/>
                  </a:lnTo>
                  <a:lnTo>
                    <a:pt x="961" y="2408"/>
                  </a:lnTo>
                  <a:lnTo>
                    <a:pt x="1089" y="2434"/>
                  </a:lnTo>
                  <a:lnTo>
                    <a:pt x="1333" y="2434"/>
                  </a:lnTo>
                  <a:lnTo>
                    <a:pt x="1461" y="2408"/>
                  </a:lnTo>
                  <a:lnTo>
                    <a:pt x="1576" y="2383"/>
                  </a:lnTo>
                  <a:lnTo>
                    <a:pt x="1679" y="2344"/>
                  </a:lnTo>
                  <a:lnTo>
                    <a:pt x="1794" y="2293"/>
                  </a:lnTo>
                  <a:lnTo>
                    <a:pt x="1884" y="2229"/>
                  </a:lnTo>
                  <a:lnTo>
                    <a:pt x="1986" y="2152"/>
                  </a:lnTo>
                  <a:lnTo>
                    <a:pt x="2063" y="2075"/>
                  </a:lnTo>
                  <a:lnTo>
                    <a:pt x="2153" y="1999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396" y="1461"/>
                  </a:lnTo>
                  <a:lnTo>
                    <a:pt x="2421" y="1345"/>
                  </a:lnTo>
                  <a:lnTo>
                    <a:pt x="2421" y="1217"/>
                  </a:lnTo>
                  <a:lnTo>
                    <a:pt x="2421" y="1102"/>
                  </a:lnTo>
                  <a:lnTo>
                    <a:pt x="2396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49"/>
                  </a:lnTo>
                  <a:lnTo>
                    <a:pt x="2063" y="359"/>
                  </a:lnTo>
                  <a:lnTo>
                    <a:pt x="1986" y="282"/>
                  </a:lnTo>
                  <a:lnTo>
                    <a:pt x="1884" y="218"/>
                  </a:lnTo>
                  <a:lnTo>
                    <a:pt x="1794" y="154"/>
                  </a:lnTo>
                  <a:lnTo>
                    <a:pt x="1679" y="103"/>
                  </a:lnTo>
                  <a:lnTo>
                    <a:pt x="1576" y="65"/>
                  </a:lnTo>
                  <a:lnTo>
                    <a:pt x="1461" y="26"/>
                  </a:lnTo>
                  <a:lnTo>
                    <a:pt x="1333" y="13"/>
                  </a:lnTo>
                  <a:lnTo>
                    <a:pt x="1205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44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dirty="0"/>
              <a:t>HuggingFace</a:t>
            </a:r>
            <a:endParaRPr dirty="0"/>
          </a:p>
        </p:txBody>
      </p:sp>
      <p:sp>
        <p:nvSpPr>
          <p:cNvPr id="2259" name="Google Shape;2259;p44"/>
          <p:cNvSpPr/>
          <p:nvPr/>
        </p:nvSpPr>
        <p:spPr>
          <a:xfrm>
            <a:off x="6502400" y="3416300"/>
            <a:ext cx="5056498" cy="2892800"/>
          </a:xfrm>
          <a:prstGeom prst="roundRect">
            <a:avLst>
              <a:gd name="adj" fmla="val 16667"/>
            </a:avLst>
          </a:prstGeom>
          <a:solidFill>
            <a:srgbClr val="EA4827">
              <a:alpha val="250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60" name="Google Shape;2260;p44"/>
          <p:cNvSpPr/>
          <p:nvPr/>
        </p:nvSpPr>
        <p:spPr>
          <a:xfrm>
            <a:off x="609567" y="3416300"/>
            <a:ext cx="5092800" cy="2892800"/>
          </a:xfrm>
          <a:prstGeom prst="roundRect">
            <a:avLst>
              <a:gd name="adj" fmla="val 16667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261" name="Google Shape;2261;p44"/>
          <p:cNvGrpSpPr/>
          <p:nvPr/>
        </p:nvGrpSpPr>
        <p:grpSpPr>
          <a:xfrm>
            <a:off x="927146" y="3790636"/>
            <a:ext cx="4775221" cy="1985065"/>
            <a:chOff x="695359" y="2302076"/>
            <a:chExt cx="3343229" cy="1488799"/>
          </a:xfrm>
        </p:grpSpPr>
        <p:sp>
          <p:nvSpPr>
            <p:cNvPr id="2262" name="Google Shape;2262;p44"/>
            <p:cNvSpPr txBox="1"/>
            <p:nvPr/>
          </p:nvSpPr>
          <p:spPr>
            <a:xfrm>
              <a:off x="695359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24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Advantages</a:t>
              </a:r>
              <a:endParaRPr sz="24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63" name="Google Shape;2263;p44"/>
            <p:cNvSpPr txBox="1"/>
            <p:nvPr/>
          </p:nvSpPr>
          <p:spPr>
            <a:xfrm>
              <a:off x="695388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426709" indent="-423323">
                <a:buSzPts val="1400"/>
                <a:buFont typeface="Roboto"/>
                <a:buChar char="●"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Full control over model and logic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Custom preprocessing and workflows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Interactive UI for users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Supports niche and custom models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No inference provider dependency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64" name="Google Shape;2264;p44"/>
          <p:cNvGrpSpPr/>
          <p:nvPr/>
        </p:nvGrpSpPr>
        <p:grpSpPr>
          <a:xfrm>
            <a:off x="6700413" y="3790636"/>
            <a:ext cx="4858486" cy="1985065"/>
            <a:chOff x="5114996" y="2302076"/>
            <a:chExt cx="3343204" cy="1488799"/>
          </a:xfrm>
        </p:grpSpPr>
        <p:sp>
          <p:nvSpPr>
            <p:cNvPr id="2265" name="Google Shape;2265;p44"/>
            <p:cNvSpPr txBox="1"/>
            <p:nvPr/>
          </p:nvSpPr>
          <p:spPr>
            <a:xfrm>
              <a:off x="5114996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24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Disadvantages</a:t>
              </a:r>
              <a:endParaRPr sz="24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66" name="Google Shape;2266;p44"/>
            <p:cNvSpPr txBox="1"/>
            <p:nvPr/>
          </p:nvSpPr>
          <p:spPr>
            <a:xfrm>
              <a:off x="5115000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You manage performance and limits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Slower on CPU for heavy models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Cold starts can impact latency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Limited scalability by hardware free tier</a:t>
              </a:r>
              <a:endParaRPr sz="20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67" name="Google Shape;2267;p44"/>
          <p:cNvGrpSpPr/>
          <p:nvPr/>
        </p:nvGrpSpPr>
        <p:grpSpPr>
          <a:xfrm>
            <a:off x="4945245" y="3677390"/>
            <a:ext cx="452337" cy="452337"/>
            <a:chOff x="1492675" y="4992125"/>
            <a:chExt cx="481825" cy="481825"/>
          </a:xfrm>
        </p:grpSpPr>
        <p:sp>
          <p:nvSpPr>
            <p:cNvPr id="2268" name="Google Shape;2268;p44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69" name="Google Shape;2269;p44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270" name="Google Shape;2270;p44"/>
          <p:cNvGrpSpPr/>
          <p:nvPr/>
        </p:nvGrpSpPr>
        <p:grpSpPr>
          <a:xfrm>
            <a:off x="10825268" y="3677390"/>
            <a:ext cx="452337" cy="452337"/>
            <a:chOff x="2085525" y="4992125"/>
            <a:chExt cx="481825" cy="481825"/>
          </a:xfrm>
        </p:grpSpPr>
        <p:sp>
          <p:nvSpPr>
            <p:cNvPr id="2271" name="Google Shape;2271;p44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72" name="Google Shape;2272;p44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2273" name="Google Shape;2273;p44"/>
          <p:cNvSpPr/>
          <p:nvPr/>
        </p:nvSpPr>
        <p:spPr>
          <a:xfrm>
            <a:off x="1625600" y="1600100"/>
            <a:ext cx="8956800" cy="710000"/>
          </a:xfrm>
          <a:prstGeom prst="roundRect">
            <a:avLst>
              <a:gd name="adj" fmla="val 50000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74" name="Google Shape;2274;p44"/>
          <p:cNvSpPr txBox="1"/>
          <p:nvPr/>
        </p:nvSpPr>
        <p:spPr>
          <a:xfrm>
            <a:off x="2936800" y="1736170"/>
            <a:ext cx="63344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Host your Own Space using </a:t>
            </a:r>
            <a:r>
              <a:rPr lang="en-US" sz="2400" b="1" dirty="0" err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Gradio</a:t>
            </a:r>
            <a:r>
              <a:rPr lang="en-US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/</a:t>
            </a:r>
            <a:r>
              <a:rPr lang="en-US" sz="2400" b="1" dirty="0" err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Streamlit</a:t>
            </a:r>
            <a:endParaRPr sz="24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2275" name="Google Shape;2275;p44"/>
          <p:cNvCxnSpPr>
            <a:stCxn id="2273" idx="2"/>
            <a:endCxn id="2260" idx="0"/>
          </p:cNvCxnSpPr>
          <p:nvPr/>
        </p:nvCxnSpPr>
        <p:spPr>
          <a:xfrm rot="5400000">
            <a:off x="4076800" y="1389300"/>
            <a:ext cx="1106400" cy="29480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6" name="Google Shape;2276;p44"/>
          <p:cNvCxnSpPr>
            <a:cxnSpLocks/>
            <a:stCxn id="2273" idx="2"/>
            <a:endCxn id="2259" idx="0"/>
          </p:cNvCxnSpPr>
          <p:nvPr/>
        </p:nvCxnSpPr>
        <p:spPr>
          <a:xfrm rot="16200000" flipH="1">
            <a:off x="7014224" y="1399875"/>
            <a:ext cx="1106200" cy="292664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77" name="Google Shape;2277;p44"/>
          <p:cNvGrpSpPr/>
          <p:nvPr/>
        </p:nvGrpSpPr>
        <p:grpSpPr>
          <a:xfrm>
            <a:off x="9851645" y="1191211"/>
            <a:ext cx="1730771" cy="1527663"/>
            <a:chOff x="3268225" y="2120225"/>
            <a:chExt cx="1107575" cy="977600"/>
          </a:xfrm>
        </p:grpSpPr>
        <p:sp>
          <p:nvSpPr>
            <p:cNvPr id="2278" name="Google Shape;2278;p44"/>
            <p:cNvSpPr/>
            <p:nvPr/>
          </p:nvSpPr>
          <p:spPr>
            <a:xfrm>
              <a:off x="3783725" y="2149375"/>
              <a:ext cx="30450" cy="180600"/>
            </a:xfrm>
            <a:custGeom>
              <a:avLst/>
              <a:gdLst/>
              <a:ahLst/>
              <a:cxnLst/>
              <a:rect l="l" t="t" r="r" b="b"/>
              <a:pathLst>
                <a:path w="1218" h="7224" extrusionOk="0">
                  <a:moveTo>
                    <a:pt x="616" y="0"/>
                  </a:moveTo>
                  <a:lnTo>
                    <a:pt x="487" y="13"/>
                  </a:lnTo>
                  <a:lnTo>
                    <a:pt x="372" y="39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02"/>
                  </a:lnTo>
                  <a:lnTo>
                    <a:pt x="1" y="6622"/>
                  </a:lnTo>
                  <a:lnTo>
                    <a:pt x="14" y="6737"/>
                  </a:lnTo>
                  <a:lnTo>
                    <a:pt x="52" y="6853"/>
                  </a:lnTo>
                  <a:lnTo>
                    <a:pt x="103" y="6955"/>
                  </a:lnTo>
                  <a:lnTo>
                    <a:pt x="180" y="7045"/>
                  </a:lnTo>
                  <a:lnTo>
                    <a:pt x="270" y="7122"/>
                  </a:lnTo>
                  <a:lnTo>
                    <a:pt x="372" y="7173"/>
                  </a:lnTo>
                  <a:lnTo>
                    <a:pt x="487" y="7211"/>
                  </a:lnTo>
                  <a:lnTo>
                    <a:pt x="616" y="7224"/>
                  </a:lnTo>
                  <a:lnTo>
                    <a:pt x="731" y="7211"/>
                  </a:lnTo>
                  <a:lnTo>
                    <a:pt x="846" y="7173"/>
                  </a:lnTo>
                  <a:lnTo>
                    <a:pt x="949" y="7122"/>
                  </a:lnTo>
                  <a:lnTo>
                    <a:pt x="1038" y="7045"/>
                  </a:lnTo>
                  <a:lnTo>
                    <a:pt x="1115" y="6955"/>
                  </a:lnTo>
                  <a:lnTo>
                    <a:pt x="1166" y="6853"/>
                  </a:lnTo>
                  <a:lnTo>
                    <a:pt x="1205" y="6737"/>
                  </a:lnTo>
                  <a:lnTo>
                    <a:pt x="1218" y="6622"/>
                  </a:lnTo>
                  <a:lnTo>
                    <a:pt x="1218" y="602"/>
                  </a:lnTo>
                  <a:lnTo>
                    <a:pt x="1205" y="487"/>
                  </a:lnTo>
                  <a:lnTo>
                    <a:pt x="1166" y="372"/>
                  </a:lnTo>
                  <a:lnTo>
                    <a:pt x="1115" y="269"/>
                  </a:lnTo>
                  <a:lnTo>
                    <a:pt x="1038" y="180"/>
                  </a:lnTo>
                  <a:lnTo>
                    <a:pt x="949" y="103"/>
                  </a:lnTo>
                  <a:lnTo>
                    <a:pt x="846" y="39"/>
                  </a:lnTo>
                  <a:lnTo>
                    <a:pt x="731" y="13"/>
                  </a:lnTo>
                  <a:lnTo>
                    <a:pt x="6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79" name="Google Shape;2279;p44"/>
            <p:cNvSpPr/>
            <p:nvPr/>
          </p:nvSpPr>
          <p:spPr>
            <a:xfrm>
              <a:off x="3953425" y="2135275"/>
              <a:ext cx="226425" cy="251075"/>
            </a:xfrm>
            <a:custGeom>
              <a:avLst/>
              <a:gdLst/>
              <a:ahLst/>
              <a:cxnLst/>
              <a:rect l="l" t="t" r="r" b="b"/>
              <a:pathLst>
                <a:path w="9057" h="10043" extrusionOk="0">
                  <a:moveTo>
                    <a:pt x="4791" y="1"/>
                  </a:moveTo>
                  <a:lnTo>
                    <a:pt x="4663" y="14"/>
                  </a:lnTo>
                  <a:lnTo>
                    <a:pt x="4548" y="52"/>
                  </a:lnTo>
                  <a:lnTo>
                    <a:pt x="4445" y="103"/>
                  </a:lnTo>
                  <a:lnTo>
                    <a:pt x="4356" y="180"/>
                  </a:lnTo>
                  <a:lnTo>
                    <a:pt x="4292" y="270"/>
                  </a:lnTo>
                  <a:lnTo>
                    <a:pt x="4228" y="372"/>
                  </a:lnTo>
                  <a:lnTo>
                    <a:pt x="4189" y="487"/>
                  </a:lnTo>
                  <a:lnTo>
                    <a:pt x="4176" y="616"/>
                  </a:lnTo>
                  <a:lnTo>
                    <a:pt x="4176" y="4394"/>
                  </a:lnTo>
                  <a:lnTo>
                    <a:pt x="155" y="9030"/>
                  </a:lnTo>
                  <a:lnTo>
                    <a:pt x="78" y="9133"/>
                  </a:lnTo>
                  <a:lnTo>
                    <a:pt x="27" y="9235"/>
                  </a:lnTo>
                  <a:lnTo>
                    <a:pt x="1" y="9351"/>
                  </a:lnTo>
                  <a:lnTo>
                    <a:pt x="1" y="9479"/>
                  </a:lnTo>
                  <a:lnTo>
                    <a:pt x="14" y="9581"/>
                  </a:lnTo>
                  <a:lnTo>
                    <a:pt x="65" y="9696"/>
                  </a:lnTo>
                  <a:lnTo>
                    <a:pt x="129" y="9799"/>
                  </a:lnTo>
                  <a:lnTo>
                    <a:pt x="206" y="9888"/>
                  </a:lnTo>
                  <a:lnTo>
                    <a:pt x="296" y="9953"/>
                  </a:lnTo>
                  <a:lnTo>
                    <a:pt x="398" y="10004"/>
                  </a:lnTo>
                  <a:lnTo>
                    <a:pt x="500" y="10029"/>
                  </a:lnTo>
                  <a:lnTo>
                    <a:pt x="603" y="10042"/>
                  </a:lnTo>
                  <a:lnTo>
                    <a:pt x="731" y="10029"/>
                  </a:lnTo>
                  <a:lnTo>
                    <a:pt x="859" y="9991"/>
                  </a:lnTo>
                  <a:lnTo>
                    <a:pt x="962" y="9914"/>
                  </a:lnTo>
                  <a:lnTo>
                    <a:pt x="1064" y="9824"/>
                  </a:lnTo>
                  <a:lnTo>
                    <a:pt x="5252" y="5021"/>
                  </a:lnTo>
                  <a:lnTo>
                    <a:pt x="5316" y="4932"/>
                  </a:lnTo>
                  <a:lnTo>
                    <a:pt x="5355" y="4829"/>
                  </a:lnTo>
                  <a:lnTo>
                    <a:pt x="5380" y="4727"/>
                  </a:lnTo>
                  <a:lnTo>
                    <a:pt x="5393" y="4624"/>
                  </a:lnTo>
                  <a:lnTo>
                    <a:pt x="5393" y="1218"/>
                  </a:lnTo>
                  <a:lnTo>
                    <a:pt x="8441" y="1218"/>
                  </a:lnTo>
                  <a:lnTo>
                    <a:pt x="8569" y="1205"/>
                  </a:lnTo>
                  <a:lnTo>
                    <a:pt x="8685" y="1166"/>
                  </a:lnTo>
                  <a:lnTo>
                    <a:pt x="8787" y="1115"/>
                  </a:lnTo>
                  <a:lnTo>
                    <a:pt x="8877" y="1038"/>
                  </a:lnTo>
                  <a:lnTo>
                    <a:pt x="8941" y="949"/>
                  </a:lnTo>
                  <a:lnTo>
                    <a:pt x="9005" y="846"/>
                  </a:lnTo>
                  <a:lnTo>
                    <a:pt x="9043" y="731"/>
                  </a:lnTo>
                  <a:lnTo>
                    <a:pt x="9056" y="616"/>
                  </a:lnTo>
                  <a:lnTo>
                    <a:pt x="9043" y="487"/>
                  </a:lnTo>
                  <a:lnTo>
                    <a:pt x="9005" y="372"/>
                  </a:lnTo>
                  <a:lnTo>
                    <a:pt x="8941" y="270"/>
                  </a:lnTo>
                  <a:lnTo>
                    <a:pt x="8877" y="180"/>
                  </a:lnTo>
                  <a:lnTo>
                    <a:pt x="8787" y="103"/>
                  </a:lnTo>
                  <a:lnTo>
                    <a:pt x="8685" y="52"/>
                  </a:lnTo>
                  <a:lnTo>
                    <a:pt x="8569" y="14"/>
                  </a:lnTo>
                  <a:lnTo>
                    <a:pt x="84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0" name="Google Shape;2280;p44"/>
            <p:cNvSpPr/>
            <p:nvPr/>
          </p:nvSpPr>
          <p:spPr>
            <a:xfrm>
              <a:off x="4051425" y="2316525"/>
              <a:ext cx="108875" cy="208450"/>
            </a:xfrm>
            <a:custGeom>
              <a:avLst/>
              <a:gdLst/>
              <a:ahLst/>
              <a:cxnLst/>
              <a:rect l="l" t="t" r="r" b="b"/>
              <a:pathLst>
                <a:path w="4355" h="8338" extrusionOk="0">
                  <a:moveTo>
                    <a:pt x="3625" y="0"/>
                  </a:moveTo>
                  <a:lnTo>
                    <a:pt x="3509" y="38"/>
                  </a:lnTo>
                  <a:lnTo>
                    <a:pt x="3407" y="103"/>
                  </a:lnTo>
                  <a:lnTo>
                    <a:pt x="3317" y="167"/>
                  </a:lnTo>
                  <a:lnTo>
                    <a:pt x="3241" y="256"/>
                  </a:lnTo>
                  <a:lnTo>
                    <a:pt x="3189" y="359"/>
                  </a:lnTo>
                  <a:lnTo>
                    <a:pt x="3151" y="474"/>
                  </a:lnTo>
                  <a:lnTo>
                    <a:pt x="3138" y="602"/>
                  </a:lnTo>
                  <a:lnTo>
                    <a:pt x="3138" y="4572"/>
                  </a:lnTo>
                  <a:lnTo>
                    <a:pt x="192" y="7288"/>
                  </a:lnTo>
                  <a:lnTo>
                    <a:pt x="115" y="7377"/>
                  </a:lnTo>
                  <a:lnTo>
                    <a:pt x="51" y="7480"/>
                  </a:lnTo>
                  <a:lnTo>
                    <a:pt x="13" y="7595"/>
                  </a:lnTo>
                  <a:lnTo>
                    <a:pt x="0" y="7710"/>
                  </a:lnTo>
                  <a:lnTo>
                    <a:pt x="0" y="7826"/>
                  </a:lnTo>
                  <a:lnTo>
                    <a:pt x="39" y="7941"/>
                  </a:lnTo>
                  <a:lnTo>
                    <a:pt x="90" y="8043"/>
                  </a:lnTo>
                  <a:lnTo>
                    <a:pt x="154" y="8146"/>
                  </a:lnTo>
                  <a:lnTo>
                    <a:pt x="256" y="8223"/>
                  </a:lnTo>
                  <a:lnTo>
                    <a:pt x="372" y="8287"/>
                  </a:lnTo>
                  <a:lnTo>
                    <a:pt x="487" y="8325"/>
                  </a:lnTo>
                  <a:lnTo>
                    <a:pt x="602" y="8338"/>
                  </a:lnTo>
                  <a:lnTo>
                    <a:pt x="717" y="8325"/>
                  </a:lnTo>
                  <a:lnTo>
                    <a:pt x="820" y="8300"/>
                  </a:lnTo>
                  <a:lnTo>
                    <a:pt x="922" y="8248"/>
                  </a:lnTo>
                  <a:lnTo>
                    <a:pt x="1012" y="8172"/>
                  </a:lnTo>
                  <a:lnTo>
                    <a:pt x="4150" y="5277"/>
                  </a:lnTo>
                  <a:lnTo>
                    <a:pt x="4240" y="5187"/>
                  </a:lnTo>
                  <a:lnTo>
                    <a:pt x="4304" y="5072"/>
                  </a:lnTo>
                  <a:lnTo>
                    <a:pt x="4342" y="4957"/>
                  </a:lnTo>
                  <a:lnTo>
                    <a:pt x="4355" y="4829"/>
                  </a:lnTo>
                  <a:lnTo>
                    <a:pt x="4355" y="602"/>
                  </a:lnTo>
                  <a:lnTo>
                    <a:pt x="4342" y="474"/>
                  </a:lnTo>
                  <a:lnTo>
                    <a:pt x="4304" y="359"/>
                  </a:lnTo>
                  <a:lnTo>
                    <a:pt x="4252" y="256"/>
                  </a:lnTo>
                  <a:lnTo>
                    <a:pt x="4175" y="167"/>
                  </a:lnTo>
                  <a:lnTo>
                    <a:pt x="4086" y="103"/>
                  </a:lnTo>
                  <a:lnTo>
                    <a:pt x="3983" y="38"/>
                  </a:lnTo>
                  <a:lnTo>
                    <a:pt x="38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1" name="Google Shape;2281;p44"/>
            <p:cNvSpPr/>
            <p:nvPr/>
          </p:nvSpPr>
          <p:spPr>
            <a:xfrm>
              <a:off x="4057825" y="2603100"/>
              <a:ext cx="302925" cy="116900"/>
            </a:xfrm>
            <a:custGeom>
              <a:avLst/>
              <a:gdLst/>
              <a:ahLst/>
              <a:cxnLst/>
              <a:rect l="l" t="t" r="r" b="b"/>
              <a:pathLst>
                <a:path w="12117" h="4676" extrusionOk="0">
                  <a:moveTo>
                    <a:pt x="615" y="0"/>
                  </a:moveTo>
                  <a:lnTo>
                    <a:pt x="487" y="13"/>
                  </a:lnTo>
                  <a:lnTo>
                    <a:pt x="372" y="51"/>
                  </a:lnTo>
                  <a:lnTo>
                    <a:pt x="269" y="103"/>
                  </a:lnTo>
                  <a:lnTo>
                    <a:pt x="180" y="179"/>
                  </a:lnTo>
                  <a:lnTo>
                    <a:pt x="116" y="269"/>
                  </a:lnTo>
                  <a:lnTo>
                    <a:pt x="52" y="372"/>
                  </a:lnTo>
                  <a:lnTo>
                    <a:pt x="13" y="487"/>
                  </a:lnTo>
                  <a:lnTo>
                    <a:pt x="0" y="615"/>
                  </a:lnTo>
                  <a:lnTo>
                    <a:pt x="13" y="730"/>
                  </a:lnTo>
                  <a:lnTo>
                    <a:pt x="52" y="845"/>
                  </a:lnTo>
                  <a:lnTo>
                    <a:pt x="116" y="948"/>
                  </a:lnTo>
                  <a:lnTo>
                    <a:pt x="180" y="1038"/>
                  </a:lnTo>
                  <a:lnTo>
                    <a:pt x="269" y="1114"/>
                  </a:lnTo>
                  <a:lnTo>
                    <a:pt x="372" y="1166"/>
                  </a:lnTo>
                  <a:lnTo>
                    <a:pt x="487" y="1204"/>
                  </a:lnTo>
                  <a:lnTo>
                    <a:pt x="615" y="1217"/>
                  </a:lnTo>
                  <a:lnTo>
                    <a:pt x="6225" y="1217"/>
                  </a:lnTo>
                  <a:lnTo>
                    <a:pt x="6225" y="4060"/>
                  </a:lnTo>
                  <a:lnTo>
                    <a:pt x="6238" y="4188"/>
                  </a:lnTo>
                  <a:lnTo>
                    <a:pt x="6263" y="4304"/>
                  </a:lnTo>
                  <a:lnTo>
                    <a:pt x="6327" y="4406"/>
                  </a:lnTo>
                  <a:lnTo>
                    <a:pt x="6404" y="4496"/>
                  </a:lnTo>
                  <a:lnTo>
                    <a:pt x="6494" y="4573"/>
                  </a:lnTo>
                  <a:lnTo>
                    <a:pt x="6596" y="4624"/>
                  </a:lnTo>
                  <a:lnTo>
                    <a:pt x="6712" y="4662"/>
                  </a:lnTo>
                  <a:lnTo>
                    <a:pt x="6827" y="4675"/>
                  </a:lnTo>
                  <a:lnTo>
                    <a:pt x="11502" y="4675"/>
                  </a:lnTo>
                  <a:lnTo>
                    <a:pt x="11630" y="4662"/>
                  </a:lnTo>
                  <a:lnTo>
                    <a:pt x="11745" y="4624"/>
                  </a:lnTo>
                  <a:lnTo>
                    <a:pt x="11848" y="4573"/>
                  </a:lnTo>
                  <a:lnTo>
                    <a:pt x="11937" y="4496"/>
                  </a:lnTo>
                  <a:lnTo>
                    <a:pt x="12014" y="4406"/>
                  </a:lnTo>
                  <a:lnTo>
                    <a:pt x="12065" y="4304"/>
                  </a:lnTo>
                  <a:lnTo>
                    <a:pt x="12104" y="4188"/>
                  </a:lnTo>
                  <a:lnTo>
                    <a:pt x="12117" y="4060"/>
                  </a:lnTo>
                  <a:lnTo>
                    <a:pt x="12104" y="3945"/>
                  </a:lnTo>
                  <a:lnTo>
                    <a:pt x="12065" y="3830"/>
                  </a:lnTo>
                  <a:lnTo>
                    <a:pt x="12014" y="3727"/>
                  </a:lnTo>
                  <a:lnTo>
                    <a:pt x="11937" y="3638"/>
                  </a:lnTo>
                  <a:lnTo>
                    <a:pt x="11848" y="3561"/>
                  </a:lnTo>
                  <a:lnTo>
                    <a:pt x="11745" y="3509"/>
                  </a:lnTo>
                  <a:lnTo>
                    <a:pt x="11630" y="3471"/>
                  </a:lnTo>
                  <a:lnTo>
                    <a:pt x="11502" y="3458"/>
                  </a:lnTo>
                  <a:lnTo>
                    <a:pt x="7442" y="3458"/>
                  </a:lnTo>
                  <a:lnTo>
                    <a:pt x="7442" y="615"/>
                  </a:lnTo>
                  <a:lnTo>
                    <a:pt x="7429" y="487"/>
                  </a:lnTo>
                  <a:lnTo>
                    <a:pt x="7390" y="372"/>
                  </a:lnTo>
                  <a:lnTo>
                    <a:pt x="7326" y="269"/>
                  </a:lnTo>
                  <a:lnTo>
                    <a:pt x="7262" y="179"/>
                  </a:lnTo>
                  <a:lnTo>
                    <a:pt x="7173" y="103"/>
                  </a:lnTo>
                  <a:lnTo>
                    <a:pt x="7070" y="51"/>
                  </a:lnTo>
                  <a:lnTo>
                    <a:pt x="6955" y="13"/>
                  </a:lnTo>
                  <a:lnTo>
                    <a:pt x="68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2" name="Google Shape;2282;p44"/>
            <p:cNvSpPr/>
            <p:nvPr/>
          </p:nvSpPr>
          <p:spPr>
            <a:xfrm>
              <a:off x="4025475" y="2700750"/>
              <a:ext cx="248825" cy="167175"/>
            </a:xfrm>
            <a:custGeom>
              <a:avLst/>
              <a:gdLst/>
              <a:ahLst/>
              <a:cxnLst/>
              <a:rect l="l" t="t" r="r" b="b"/>
              <a:pathLst>
                <a:path w="9953" h="6687" extrusionOk="0">
                  <a:moveTo>
                    <a:pt x="590" y="1"/>
                  </a:moveTo>
                  <a:lnTo>
                    <a:pt x="475" y="13"/>
                  </a:lnTo>
                  <a:lnTo>
                    <a:pt x="359" y="52"/>
                  </a:lnTo>
                  <a:lnTo>
                    <a:pt x="257" y="103"/>
                  </a:lnTo>
                  <a:lnTo>
                    <a:pt x="167" y="180"/>
                  </a:lnTo>
                  <a:lnTo>
                    <a:pt x="90" y="282"/>
                  </a:lnTo>
                  <a:lnTo>
                    <a:pt x="39" y="398"/>
                  </a:lnTo>
                  <a:lnTo>
                    <a:pt x="13" y="513"/>
                  </a:lnTo>
                  <a:lnTo>
                    <a:pt x="1" y="628"/>
                  </a:lnTo>
                  <a:lnTo>
                    <a:pt x="13" y="743"/>
                  </a:lnTo>
                  <a:lnTo>
                    <a:pt x="52" y="846"/>
                  </a:lnTo>
                  <a:lnTo>
                    <a:pt x="116" y="948"/>
                  </a:lnTo>
                  <a:lnTo>
                    <a:pt x="193" y="1038"/>
                  </a:lnTo>
                  <a:lnTo>
                    <a:pt x="282" y="1115"/>
                  </a:lnTo>
                  <a:lnTo>
                    <a:pt x="9030" y="6597"/>
                  </a:lnTo>
                  <a:lnTo>
                    <a:pt x="9107" y="6635"/>
                  </a:lnTo>
                  <a:lnTo>
                    <a:pt x="9184" y="6661"/>
                  </a:lnTo>
                  <a:lnTo>
                    <a:pt x="9261" y="6686"/>
                  </a:lnTo>
                  <a:lnTo>
                    <a:pt x="9427" y="6686"/>
                  </a:lnTo>
                  <a:lnTo>
                    <a:pt x="9491" y="6673"/>
                  </a:lnTo>
                  <a:lnTo>
                    <a:pt x="9568" y="6648"/>
                  </a:lnTo>
                  <a:lnTo>
                    <a:pt x="9632" y="6609"/>
                  </a:lnTo>
                  <a:lnTo>
                    <a:pt x="9696" y="6571"/>
                  </a:lnTo>
                  <a:lnTo>
                    <a:pt x="9760" y="6520"/>
                  </a:lnTo>
                  <a:lnTo>
                    <a:pt x="9812" y="6469"/>
                  </a:lnTo>
                  <a:lnTo>
                    <a:pt x="9863" y="6404"/>
                  </a:lnTo>
                  <a:lnTo>
                    <a:pt x="9914" y="6289"/>
                  </a:lnTo>
                  <a:lnTo>
                    <a:pt x="9952" y="6174"/>
                  </a:lnTo>
                  <a:lnTo>
                    <a:pt x="9952" y="6059"/>
                  </a:lnTo>
                  <a:lnTo>
                    <a:pt x="9940" y="5943"/>
                  </a:lnTo>
                  <a:lnTo>
                    <a:pt x="9901" y="5841"/>
                  </a:lnTo>
                  <a:lnTo>
                    <a:pt x="9850" y="5738"/>
                  </a:lnTo>
                  <a:lnTo>
                    <a:pt x="9773" y="5636"/>
                  </a:lnTo>
                  <a:lnTo>
                    <a:pt x="9671" y="5572"/>
                  </a:lnTo>
                  <a:lnTo>
                    <a:pt x="936" y="90"/>
                  </a:lnTo>
                  <a:lnTo>
                    <a:pt x="820" y="39"/>
                  </a:lnTo>
                  <a:lnTo>
                    <a:pt x="7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3" name="Google Shape;2283;p44"/>
            <p:cNvSpPr/>
            <p:nvPr/>
          </p:nvSpPr>
          <p:spPr>
            <a:xfrm>
              <a:off x="3967200" y="2775025"/>
              <a:ext cx="114650" cy="266750"/>
            </a:xfrm>
            <a:custGeom>
              <a:avLst/>
              <a:gdLst/>
              <a:ahLst/>
              <a:cxnLst/>
              <a:rect l="l" t="t" r="r" b="b"/>
              <a:pathLst>
                <a:path w="4586" h="10670" extrusionOk="0">
                  <a:moveTo>
                    <a:pt x="513" y="1"/>
                  </a:moveTo>
                  <a:lnTo>
                    <a:pt x="398" y="27"/>
                  </a:lnTo>
                  <a:lnTo>
                    <a:pt x="295" y="78"/>
                  </a:lnTo>
                  <a:lnTo>
                    <a:pt x="206" y="155"/>
                  </a:lnTo>
                  <a:lnTo>
                    <a:pt x="116" y="244"/>
                  </a:lnTo>
                  <a:lnTo>
                    <a:pt x="52" y="347"/>
                  </a:lnTo>
                  <a:lnTo>
                    <a:pt x="13" y="462"/>
                  </a:lnTo>
                  <a:lnTo>
                    <a:pt x="1" y="577"/>
                  </a:lnTo>
                  <a:lnTo>
                    <a:pt x="1" y="693"/>
                  </a:lnTo>
                  <a:lnTo>
                    <a:pt x="26" y="808"/>
                  </a:lnTo>
                  <a:lnTo>
                    <a:pt x="78" y="910"/>
                  </a:lnTo>
                  <a:lnTo>
                    <a:pt x="154" y="1013"/>
                  </a:lnTo>
                  <a:lnTo>
                    <a:pt x="244" y="1090"/>
                  </a:lnTo>
                  <a:lnTo>
                    <a:pt x="3369" y="3421"/>
                  </a:lnTo>
                  <a:lnTo>
                    <a:pt x="3369" y="10055"/>
                  </a:lnTo>
                  <a:lnTo>
                    <a:pt x="3382" y="10183"/>
                  </a:lnTo>
                  <a:lnTo>
                    <a:pt x="3420" y="10299"/>
                  </a:lnTo>
                  <a:lnTo>
                    <a:pt x="3472" y="10401"/>
                  </a:lnTo>
                  <a:lnTo>
                    <a:pt x="3548" y="10491"/>
                  </a:lnTo>
                  <a:lnTo>
                    <a:pt x="3638" y="10567"/>
                  </a:lnTo>
                  <a:lnTo>
                    <a:pt x="3741" y="10619"/>
                  </a:lnTo>
                  <a:lnTo>
                    <a:pt x="3856" y="10657"/>
                  </a:lnTo>
                  <a:lnTo>
                    <a:pt x="3971" y="10670"/>
                  </a:lnTo>
                  <a:lnTo>
                    <a:pt x="4099" y="10657"/>
                  </a:lnTo>
                  <a:lnTo>
                    <a:pt x="4214" y="10619"/>
                  </a:lnTo>
                  <a:lnTo>
                    <a:pt x="4317" y="10567"/>
                  </a:lnTo>
                  <a:lnTo>
                    <a:pt x="4407" y="10491"/>
                  </a:lnTo>
                  <a:lnTo>
                    <a:pt x="4483" y="10401"/>
                  </a:lnTo>
                  <a:lnTo>
                    <a:pt x="4535" y="10299"/>
                  </a:lnTo>
                  <a:lnTo>
                    <a:pt x="4573" y="10183"/>
                  </a:lnTo>
                  <a:lnTo>
                    <a:pt x="4586" y="10055"/>
                  </a:lnTo>
                  <a:lnTo>
                    <a:pt x="4586" y="3113"/>
                  </a:lnTo>
                  <a:lnTo>
                    <a:pt x="4573" y="3036"/>
                  </a:lnTo>
                  <a:lnTo>
                    <a:pt x="4560" y="2972"/>
                  </a:lnTo>
                  <a:lnTo>
                    <a:pt x="4547" y="2896"/>
                  </a:lnTo>
                  <a:lnTo>
                    <a:pt x="4522" y="2832"/>
                  </a:lnTo>
                  <a:lnTo>
                    <a:pt x="4483" y="2780"/>
                  </a:lnTo>
                  <a:lnTo>
                    <a:pt x="4445" y="2716"/>
                  </a:lnTo>
                  <a:lnTo>
                    <a:pt x="4394" y="2665"/>
                  </a:lnTo>
                  <a:lnTo>
                    <a:pt x="4330" y="2627"/>
                  </a:lnTo>
                  <a:lnTo>
                    <a:pt x="961" y="116"/>
                  </a:lnTo>
                  <a:lnTo>
                    <a:pt x="859" y="52"/>
                  </a:lnTo>
                  <a:lnTo>
                    <a:pt x="744" y="14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4" name="Google Shape;2284;p44"/>
            <p:cNvSpPr/>
            <p:nvPr/>
          </p:nvSpPr>
          <p:spPr>
            <a:xfrm>
              <a:off x="3400125" y="2793925"/>
              <a:ext cx="254275" cy="218400"/>
            </a:xfrm>
            <a:custGeom>
              <a:avLst/>
              <a:gdLst/>
              <a:ahLst/>
              <a:cxnLst/>
              <a:rect l="l" t="t" r="r" b="b"/>
              <a:pathLst>
                <a:path w="10171" h="8736" extrusionOk="0">
                  <a:moveTo>
                    <a:pt x="9556" y="1"/>
                  </a:moveTo>
                  <a:lnTo>
                    <a:pt x="9440" y="13"/>
                  </a:lnTo>
                  <a:lnTo>
                    <a:pt x="9325" y="52"/>
                  </a:lnTo>
                  <a:lnTo>
                    <a:pt x="9223" y="103"/>
                  </a:lnTo>
                  <a:lnTo>
                    <a:pt x="9133" y="180"/>
                  </a:lnTo>
                  <a:lnTo>
                    <a:pt x="5483" y="3971"/>
                  </a:lnTo>
                  <a:lnTo>
                    <a:pt x="616" y="3971"/>
                  </a:lnTo>
                  <a:lnTo>
                    <a:pt x="488" y="3984"/>
                  </a:lnTo>
                  <a:lnTo>
                    <a:pt x="372" y="4022"/>
                  </a:lnTo>
                  <a:lnTo>
                    <a:pt x="270" y="4074"/>
                  </a:lnTo>
                  <a:lnTo>
                    <a:pt x="180" y="4150"/>
                  </a:lnTo>
                  <a:lnTo>
                    <a:pt x="103" y="4240"/>
                  </a:lnTo>
                  <a:lnTo>
                    <a:pt x="52" y="4343"/>
                  </a:lnTo>
                  <a:lnTo>
                    <a:pt x="14" y="4458"/>
                  </a:lnTo>
                  <a:lnTo>
                    <a:pt x="1" y="4573"/>
                  </a:lnTo>
                  <a:lnTo>
                    <a:pt x="1" y="8134"/>
                  </a:lnTo>
                  <a:lnTo>
                    <a:pt x="14" y="8249"/>
                  </a:lnTo>
                  <a:lnTo>
                    <a:pt x="52" y="8364"/>
                  </a:lnTo>
                  <a:lnTo>
                    <a:pt x="103" y="8467"/>
                  </a:lnTo>
                  <a:lnTo>
                    <a:pt x="180" y="8556"/>
                  </a:lnTo>
                  <a:lnTo>
                    <a:pt x="270" y="8633"/>
                  </a:lnTo>
                  <a:lnTo>
                    <a:pt x="372" y="8684"/>
                  </a:lnTo>
                  <a:lnTo>
                    <a:pt x="488" y="8723"/>
                  </a:lnTo>
                  <a:lnTo>
                    <a:pt x="616" y="8736"/>
                  </a:lnTo>
                  <a:lnTo>
                    <a:pt x="731" y="8723"/>
                  </a:lnTo>
                  <a:lnTo>
                    <a:pt x="846" y="8684"/>
                  </a:lnTo>
                  <a:lnTo>
                    <a:pt x="949" y="8633"/>
                  </a:lnTo>
                  <a:lnTo>
                    <a:pt x="1038" y="8556"/>
                  </a:lnTo>
                  <a:lnTo>
                    <a:pt x="1115" y="8467"/>
                  </a:lnTo>
                  <a:lnTo>
                    <a:pt x="1166" y="8364"/>
                  </a:lnTo>
                  <a:lnTo>
                    <a:pt x="1205" y="8249"/>
                  </a:lnTo>
                  <a:lnTo>
                    <a:pt x="1218" y="8134"/>
                  </a:lnTo>
                  <a:lnTo>
                    <a:pt x="1218" y="5188"/>
                  </a:lnTo>
                  <a:lnTo>
                    <a:pt x="5739" y="5188"/>
                  </a:lnTo>
                  <a:lnTo>
                    <a:pt x="5854" y="5175"/>
                  </a:lnTo>
                  <a:lnTo>
                    <a:pt x="5969" y="5137"/>
                  </a:lnTo>
                  <a:lnTo>
                    <a:pt x="6085" y="5073"/>
                  </a:lnTo>
                  <a:lnTo>
                    <a:pt x="6174" y="4996"/>
                  </a:lnTo>
                  <a:lnTo>
                    <a:pt x="10004" y="1025"/>
                  </a:lnTo>
                  <a:lnTo>
                    <a:pt x="10081" y="923"/>
                  </a:lnTo>
                  <a:lnTo>
                    <a:pt x="10132" y="820"/>
                  </a:lnTo>
                  <a:lnTo>
                    <a:pt x="10158" y="705"/>
                  </a:lnTo>
                  <a:lnTo>
                    <a:pt x="10170" y="590"/>
                  </a:lnTo>
                  <a:lnTo>
                    <a:pt x="10158" y="475"/>
                  </a:lnTo>
                  <a:lnTo>
                    <a:pt x="10119" y="359"/>
                  </a:lnTo>
                  <a:lnTo>
                    <a:pt x="10068" y="257"/>
                  </a:lnTo>
                  <a:lnTo>
                    <a:pt x="9991" y="167"/>
                  </a:lnTo>
                  <a:lnTo>
                    <a:pt x="9889" y="90"/>
                  </a:lnTo>
                  <a:lnTo>
                    <a:pt x="9786" y="39"/>
                  </a:lnTo>
                  <a:lnTo>
                    <a:pt x="96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5" name="Google Shape;2285;p44"/>
            <p:cNvSpPr/>
            <p:nvPr/>
          </p:nvSpPr>
          <p:spPr>
            <a:xfrm>
              <a:off x="3283275" y="2700750"/>
              <a:ext cx="289150" cy="104725"/>
            </a:xfrm>
            <a:custGeom>
              <a:avLst/>
              <a:gdLst/>
              <a:ahLst/>
              <a:cxnLst/>
              <a:rect l="l" t="t" r="r" b="b"/>
              <a:pathLst>
                <a:path w="11566" h="4189" extrusionOk="0">
                  <a:moveTo>
                    <a:pt x="10887" y="1"/>
                  </a:moveTo>
                  <a:lnTo>
                    <a:pt x="10771" y="26"/>
                  </a:lnTo>
                  <a:lnTo>
                    <a:pt x="10669" y="77"/>
                  </a:lnTo>
                  <a:lnTo>
                    <a:pt x="10567" y="141"/>
                  </a:lnTo>
                  <a:lnTo>
                    <a:pt x="7288" y="2972"/>
                  </a:lnTo>
                  <a:lnTo>
                    <a:pt x="602" y="2972"/>
                  </a:lnTo>
                  <a:lnTo>
                    <a:pt x="487" y="2985"/>
                  </a:lnTo>
                  <a:lnTo>
                    <a:pt x="372" y="3023"/>
                  </a:lnTo>
                  <a:lnTo>
                    <a:pt x="269" y="3074"/>
                  </a:lnTo>
                  <a:lnTo>
                    <a:pt x="179" y="3151"/>
                  </a:lnTo>
                  <a:lnTo>
                    <a:pt x="103" y="3241"/>
                  </a:lnTo>
                  <a:lnTo>
                    <a:pt x="51" y="3343"/>
                  </a:lnTo>
                  <a:lnTo>
                    <a:pt x="13" y="3459"/>
                  </a:lnTo>
                  <a:lnTo>
                    <a:pt x="0" y="3574"/>
                  </a:lnTo>
                  <a:lnTo>
                    <a:pt x="13" y="3702"/>
                  </a:lnTo>
                  <a:lnTo>
                    <a:pt x="51" y="3817"/>
                  </a:lnTo>
                  <a:lnTo>
                    <a:pt x="103" y="3920"/>
                  </a:lnTo>
                  <a:lnTo>
                    <a:pt x="179" y="4009"/>
                  </a:lnTo>
                  <a:lnTo>
                    <a:pt x="269" y="4073"/>
                  </a:lnTo>
                  <a:lnTo>
                    <a:pt x="372" y="4137"/>
                  </a:lnTo>
                  <a:lnTo>
                    <a:pt x="487" y="4176"/>
                  </a:lnTo>
                  <a:lnTo>
                    <a:pt x="602" y="4189"/>
                  </a:lnTo>
                  <a:lnTo>
                    <a:pt x="7518" y="4189"/>
                  </a:lnTo>
                  <a:lnTo>
                    <a:pt x="7621" y="4176"/>
                  </a:lnTo>
                  <a:lnTo>
                    <a:pt x="7723" y="4150"/>
                  </a:lnTo>
                  <a:lnTo>
                    <a:pt x="7826" y="4099"/>
                  </a:lnTo>
                  <a:lnTo>
                    <a:pt x="7915" y="4035"/>
                  </a:lnTo>
                  <a:lnTo>
                    <a:pt x="11361" y="1064"/>
                  </a:lnTo>
                  <a:lnTo>
                    <a:pt x="11450" y="974"/>
                  </a:lnTo>
                  <a:lnTo>
                    <a:pt x="11502" y="871"/>
                  </a:lnTo>
                  <a:lnTo>
                    <a:pt x="11553" y="769"/>
                  </a:lnTo>
                  <a:lnTo>
                    <a:pt x="11566" y="654"/>
                  </a:lnTo>
                  <a:lnTo>
                    <a:pt x="11566" y="526"/>
                  </a:lnTo>
                  <a:lnTo>
                    <a:pt x="11540" y="423"/>
                  </a:lnTo>
                  <a:lnTo>
                    <a:pt x="11489" y="308"/>
                  </a:lnTo>
                  <a:lnTo>
                    <a:pt x="11425" y="205"/>
                  </a:lnTo>
                  <a:lnTo>
                    <a:pt x="11335" y="129"/>
                  </a:lnTo>
                  <a:lnTo>
                    <a:pt x="11233" y="65"/>
                  </a:lnTo>
                  <a:lnTo>
                    <a:pt x="11117" y="13"/>
                  </a:lnTo>
                  <a:lnTo>
                    <a:pt x="110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6" name="Google Shape;2286;p44"/>
            <p:cNvSpPr/>
            <p:nvPr/>
          </p:nvSpPr>
          <p:spPr>
            <a:xfrm>
              <a:off x="3350175" y="2633825"/>
              <a:ext cx="192475" cy="30450"/>
            </a:xfrm>
            <a:custGeom>
              <a:avLst/>
              <a:gdLst/>
              <a:ahLst/>
              <a:cxnLst/>
              <a:rect l="l" t="t" r="r" b="b"/>
              <a:pathLst>
                <a:path w="7699" h="1218" extrusionOk="0">
                  <a:moveTo>
                    <a:pt x="603" y="1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70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03"/>
                  </a:lnTo>
                  <a:lnTo>
                    <a:pt x="14" y="731"/>
                  </a:lnTo>
                  <a:lnTo>
                    <a:pt x="52" y="846"/>
                  </a:lnTo>
                  <a:lnTo>
                    <a:pt x="103" y="948"/>
                  </a:lnTo>
                  <a:lnTo>
                    <a:pt x="180" y="1038"/>
                  </a:lnTo>
                  <a:lnTo>
                    <a:pt x="270" y="1115"/>
                  </a:lnTo>
                  <a:lnTo>
                    <a:pt x="372" y="1166"/>
                  </a:lnTo>
                  <a:lnTo>
                    <a:pt x="488" y="1205"/>
                  </a:lnTo>
                  <a:lnTo>
                    <a:pt x="603" y="1217"/>
                  </a:lnTo>
                  <a:lnTo>
                    <a:pt x="7084" y="1217"/>
                  </a:lnTo>
                  <a:lnTo>
                    <a:pt x="7212" y="1205"/>
                  </a:lnTo>
                  <a:lnTo>
                    <a:pt x="7327" y="1166"/>
                  </a:lnTo>
                  <a:lnTo>
                    <a:pt x="7429" y="1115"/>
                  </a:lnTo>
                  <a:lnTo>
                    <a:pt x="7519" y="1038"/>
                  </a:lnTo>
                  <a:lnTo>
                    <a:pt x="7596" y="948"/>
                  </a:lnTo>
                  <a:lnTo>
                    <a:pt x="7647" y="846"/>
                  </a:lnTo>
                  <a:lnTo>
                    <a:pt x="7686" y="731"/>
                  </a:lnTo>
                  <a:lnTo>
                    <a:pt x="7698" y="603"/>
                  </a:lnTo>
                  <a:lnTo>
                    <a:pt x="7686" y="487"/>
                  </a:lnTo>
                  <a:lnTo>
                    <a:pt x="7647" y="372"/>
                  </a:lnTo>
                  <a:lnTo>
                    <a:pt x="7596" y="270"/>
                  </a:lnTo>
                  <a:lnTo>
                    <a:pt x="7519" y="180"/>
                  </a:lnTo>
                  <a:lnTo>
                    <a:pt x="7429" y="103"/>
                  </a:lnTo>
                  <a:lnTo>
                    <a:pt x="7327" y="52"/>
                  </a:lnTo>
                  <a:lnTo>
                    <a:pt x="7212" y="13"/>
                  </a:lnTo>
                  <a:lnTo>
                    <a:pt x="70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7" name="Google Shape;2287;p44"/>
            <p:cNvSpPr/>
            <p:nvPr/>
          </p:nvSpPr>
          <p:spPr>
            <a:xfrm>
              <a:off x="3283275" y="2447150"/>
              <a:ext cx="256800" cy="130675"/>
            </a:xfrm>
            <a:custGeom>
              <a:avLst/>
              <a:gdLst/>
              <a:ahLst/>
              <a:cxnLst/>
              <a:rect l="l" t="t" r="r" b="b"/>
              <a:pathLst>
                <a:path w="10272" h="5227" extrusionOk="0">
                  <a:moveTo>
                    <a:pt x="615" y="1"/>
                  </a:moveTo>
                  <a:lnTo>
                    <a:pt x="500" y="13"/>
                  </a:lnTo>
                  <a:lnTo>
                    <a:pt x="384" y="39"/>
                  </a:lnTo>
                  <a:lnTo>
                    <a:pt x="282" y="103"/>
                  </a:lnTo>
                  <a:lnTo>
                    <a:pt x="192" y="167"/>
                  </a:lnTo>
                  <a:lnTo>
                    <a:pt x="115" y="257"/>
                  </a:lnTo>
                  <a:lnTo>
                    <a:pt x="51" y="359"/>
                  </a:lnTo>
                  <a:lnTo>
                    <a:pt x="13" y="487"/>
                  </a:lnTo>
                  <a:lnTo>
                    <a:pt x="0" y="603"/>
                  </a:lnTo>
                  <a:lnTo>
                    <a:pt x="13" y="718"/>
                  </a:lnTo>
                  <a:lnTo>
                    <a:pt x="39" y="833"/>
                  </a:lnTo>
                  <a:lnTo>
                    <a:pt x="90" y="936"/>
                  </a:lnTo>
                  <a:lnTo>
                    <a:pt x="167" y="1025"/>
                  </a:lnTo>
                  <a:lnTo>
                    <a:pt x="256" y="1102"/>
                  </a:lnTo>
                  <a:lnTo>
                    <a:pt x="359" y="1166"/>
                  </a:lnTo>
                  <a:lnTo>
                    <a:pt x="9414" y="5175"/>
                  </a:lnTo>
                  <a:lnTo>
                    <a:pt x="9542" y="5213"/>
                  </a:lnTo>
                  <a:lnTo>
                    <a:pt x="9670" y="5226"/>
                  </a:lnTo>
                  <a:lnTo>
                    <a:pt x="9747" y="5226"/>
                  </a:lnTo>
                  <a:lnTo>
                    <a:pt x="9837" y="5201"/>
                  </a:lnTo>
                  <a:lnTo>
                    <a:pt x="9913" y="5175"/>
                  </a:lnTo>
                  <a:lnTo>
                    <a:pt x="9990" y="5137"/>
                  </a:lnTo>
                  <a:lnTo>
                    <a:pt x="10067" y="5085"/>
                  </a:lnTo>
                  <a:lnTo>
                    <a:pt x="10118" y="5021"/>
                  </a:lnTo>
                  <a:lnTo>
                    <a:pt x="10182" y="4945"/>
                  </a:lnTo>
                  <a:lnTo>
                    <a:pt x="10221" y="4868"/>
                  </a:lnTo>
                  <a:lnTo>
                    <a:pt x="10259" y="4752"/>
                  </a:lnTo>
                  <a:lnTo>
                    <a:pt x="10272" y="4637"/>
                  </a:lnTo>
                  <a:lnTo>
                    <a:pt x="10259" y="4509"/>
                  </a:lnTo>
                  <a:lnTo>
                    <a:pt x="10234" y="4407"/>
                  </a:lnTo>
                  <a:lnTo>
                    <a:pt x="10182" y="4304"/>
                  </a:lnTo>
                  <a:lnTo>
                    <a:pt x="10105" y="4202"/>
                  </a:lnTo>
                  <a:lnTo>
                    <a:pt x="10016" y="4125"/>
                  </a:lnTo>
                  <a:lnTo>
                    <a:pt x="9913" y="4061"/>
                  </a:lnTo>
                  <a:lnTo>
                    <a:pt x="858" y="52"/>
                  </a:lnTo>
                  <a:lnTo>
                    <a:pt x="743" y="13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8" name="Google Shape;2288;p44"/>
            <p:cNvSpPr/>
            <p:nvPr/>
          </p:nvSpPr>
          <p:spPr>
            <a:xfrm>
              <a:off x="3366825" y="2191000"/>
              <a:ext cx="205600" cy="281150"/>
            </a:xfrm>
            <a:custGeom>
              <a:avLst/>
              <a:gdLst/>
              <a:ahLst/>
              <a:cxnLst/>
              <a:rect l="l" t="t" r="r" b="b"/>
              <a:pathLst>
                <a:path w="8224" h="11246" extrusionOk="0">
                  <a:moveTo>
                    <a:pt x="603" y="0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15"/>
                  </a:lnTo>
                  <a:lnTo>
                    <a:pt x="1" y="7198"/>
                  </a:lnTo>
                  <a:lnTo>
                    <a:pt x="1" y="7288"/>
                  </a:lnTo>
                  <a:lnTo>
                    <a:pt x="27" y="7365"/>
                  </a:lnTo>
                  <a:lnTo>
                    <a:pt x="52" y="7455"/>
                  </a:lnTo>
                  <a:lnTo>
                    <a:pt x="91" y="7519"/>
                  </a:lnTo>
                  <a:lnTo>
                    <a:pt x="142" y="7595"/>
                  </a:lnTo>
                  <a:lnTo>
                    <a:pt x="206" y="7647"/>
                  </a:lnTo>
                  <a:lnTo>
                    <a:pt x="270" y="7698"/>
                  </a:lnTo>
                  <a:lnTo>
                    <a:pt x="347" y="7749"/>
                  </a:lnTo>
                  <a:lnTo>
                    <a:pt x="7353" y="11182"/>
                  </a:lnTo>
                  <a:lnTo>
                    <a:pt x="7417" y="11207"/>
                  </a:lnTo>
                  <a:lnTo>
                    <a:pt x="7481" y="11220"/>
                  </a:lnTo>
                  <a:lnTo>
                    <a:pt x="7558" y="11233"/>
                  </a:lnTo>
                  <a:lnTo>
                    <a:pt x="7622" y="11246"/>
                  </a:lnTo>
                  <a:lnTo>
                    <a:pt x="7698" y="11233"/>
                  </a:lnTo>
                  <a:lnTo>
                    <a:pt x="7788" y="11220"/>
                  </a:lnTo>
                  <a:lnTo>
                    <a:pt x="7865" y="11194"/>
                  </a:lnTo>
                  <a:lnTo>
                    <a:pt x="7942" y="11156"/>
                  </a:lnTo>
                  <a:lnTo>
                    <a:pt x="8006" y="11105"/>
                  </a:lnTo>
                  <a:lnTo>
                    <a:pt x="8070" y="11041"/>
                  </a:lnTo>
                  <a:lnTo>
                    <a:pt x="8121" y="10977"/>
                  </a:lnTo>
                  <a:lnTo>
                    <a:pt x="8172" y="10900"/>
                  </a:lnTo>
                  <a:lnTo>
                    <a:pt x="8211" y="10785"/>
                  </a:lnTo>
                  <a:lnTo>
                    <a:pt x="8224" y="10669"/>
                  </a:lnTo>
                  <a:lnTo>
                    <a:pt x="8224" y="10554"/>
                  </a:lnTo>
                  <a:lnTo>
                    <a:pt x="8198" y="10439"/>
                  </a:lnTo>
                  <a:lnTo>
                    <a:pt x="8147" y="10336"/>
                  </a:lnTo>
                  <a:lnTo>
                    <a:pt x="8083" y="10234"/>
                  </a:lnTo>
                  <a:lnTo>
                    <a:pt x="7993" y="10157"/>
                  </a:lnTo>
                  <a:lnTo>
                    <a:pt x="7891" y="10093"/>
                  </a:lnTo>
                  <a:lnTo>
                    <a:pt x="1218" y="6827"/>
                  </a:lnTo>
                  <a:lnTo>
                    <a:pt x="1218" y="615"/>
                  </a:lnTo>
                  <a:lnTo>
                    <a:pt x="1205" y="487"/>
                  </a:lnTo>
                  <a:lnTo>
                    <a:pt x="1166" y="372"/>
                  </a:lnTo>
                  <a:lnTo>
                    <a:pt x="1115" y="269"/>
                  </a:lnTo>
                  <a:lnTo>
                    <a:pt x="1038" y="180"/>
                  </a:lnTo>
                  <a:lnTo>
                    <a:pt x="949" y="103"/>
                  </a:lnTo>
                  <a:lnTo>
                    <a:pt x="846" y="52"/>
                  </a:lnTo>
                  <a:lnTo>
                    <a:pt x="731" y="13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9" name="Google Shape;2289;p44"/>
            <p:cNvSpPr/>
            <p:nvPr/>
          </p:nvSpPr>
          <p:spPr>
            <a:xfrm>
              <a:off x="3483700" y="2207650"/>
              <a:ext cx="209125" cy="147950"/>
            </a:xfrm>
            <a:custGeom>
              <a:avLst/>
              <a:gdLst/>
              <a:ahLst/>
              <a:cxnLst/>
              <a:rect l="l" t="t" r="r" b="b"/>
              <a:pathLst>
                <a:path w="8365" h="5918" extrusionOk="0">
                  <a:moveTo>
                    <a:pt x="616" y="0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15"/>
                  </a:lnTo>
                  <a:lnTo>
                    <a:pt x="14" y="730"/>
                  </a:lnTo>
                  <a:lnTo>
                    <a:pt x="52" y="846"/>
                  </a:lnTo>
                  <a:lnTo>
                    <a:pt x="103" y="948"/>
                  </a:lnTo>
                  <a:lnTo>
                    <a:pt x="180" y="1038"/>
                  </a:lnTo>
                  <a:lnTo>
                    <a:pt x="270" y="1115"/>
                  </a:lnTo>
                  <a:lnTo>
                    <a:pt x="372" y="1166"/>
                  </a:lnTo>
                  <a:lnTo>
                    <a:pt x="488" y="1204"/>
                  </a:lnTo>
                  <a:lnTo>
                    <a:pt x="616" y="1217"/>
                  </a:lnTo>
                  <a:lnTo>
                    <a:pt x="3677" y="1217"/>
                  </a:lnTo>
                  <a:lnTo>
                    <a:pt x="3677" y="3625"/>
                  </a:lnTo>
                  <a:lnTo>
                    <a:pt x="3677" y="3702"/>
                  </a:lnTo>
                  <a:lnTo>
                    <a:pt x="3702" y="3792"/>
                  </a:lnTo>
                  <a:lnTo>
                    <a:pt x="3728" y="3868"/>
                  </a:lnTo>
                  <a:lnTo>
                    <a:pt x="3766" y="3945"/>
                  </a:lnTo>
                  <a:lnTo>
                    <a:pt x="3818" y="4009"/>
                  </a:lnTo>
                  <a:lnTo>
                    <a:pt x="3882" y="4073"/>
                  </a:lnTo>
                  <a:lnTo>
                    <a:pt x="3946" y="4125"/>
                  </a:lnTo>
                  <a:lnTo>
                    <a:pt x="4022" y="4163"/>
                  </a:lnTo>
                  <a:lnTo>
                    <a:pt x="7493" y="5854"/>
                  </a:lnTo>
                  <a:lnTo>
                    <a:pt x="7557" y="5892"/>
                  </a:lnTo>
                  <a:lnTo>
                    <a:pt x="7634" y="5905"/>
                  </a:lnTo>
                  <a:lnTo>
                    <a:pt x="7762" y="5918"/>
                  </a:lnTo>
                  <a:lnTo>
                    <a:pt x="7852" y="5918"/>
                  </a:lnTo>
                  <a:lnTo>
                    <a:pt x="7929" y="5892"/>
                  </a:lnTo>
                  <a:lnTo>
                    <a:pt x="8006" y="5866"/>
                  </a:lnTo>
                  <a:lnTo>
                    <a:pt x="8083" y="5828"/>
                  </a:lnTo>
                  <a:lnTo>
                    <a:pt x="8147" y="5777"/>
                  </a:lnTo>
                  <a:lnTo>
                    <a:pt x="8211" y="5726"/>
                  </a:lnTo>
                  <a:lnTo>
                    <a:pt x="8262" y="5661"/>
                  </a:lnTo>
                  <a:lnTo>
                    <a:pt x="8313" y="5585"/>
                  </a:lnTo>
                  <a:lnTo>
                    <a:pt x="8352" y="5469"/>
                  </a:lnTo>
                  <a:lnTo>
                    <a:pt x="8364" y="5341"/>
                  </a:lnTo>
                  <a:lnTo>
                    <a:pt x="8364" y="5226"/>
                  </a:lnTo>
                  <a:lnTo>
                    <a:pt x="8339" y="5111"/>
                  </a:lnTo>
                  <a:lnTo>
                    <a:pt x="8287" y="5008"/>
                  </a:lnTo>
                  <a:lnTo>
                    <a:pt x="8223" y="4919"/>
                  </a:lnTo>
                  <a:lnTo>
                    <a:pt x="8134" y="4829"/>
                  </a:lnTo>
                  <a:lnTo>
                    <a:pt x="8031" y="4765"/>
                  </a:lnTo>
                  <a:lnTo>
                    <a:pt x="4893" y="3241"/>
                  </a:lnTo>
                  <a:lnTo>
                    <a:pt x="4893" y="615"/>
                  </a:lnTo>
                  <a:lnTo>
                    <a:pt x="4881" y="487"/>
                  </a:lnTo>
                  <a:lnTo>
                    <a:pt x="4842" y="372"/>
                  </a:lnTo>
                  <a:lnTo>
                    <a:pt x="4791" y="269"/>
                  </a:lnTo>
                  <a:lnTo>
                    <a:pt x="4714" y="180"/>
                  </a:lnTo>
                  <a:lnTo>
                    <a:pt x="4624" y="103"/>
                  </a:lnTo>
                  <a:lnTo>
                    <a:pt x="4522" y="52"/>
                  </a:lnTo>
                  <a:lnTo>
                    <a:pt x="4407" y="13"/>
                  </a:lnTo>
                  <a:lnTo>
                    <a:pt x="42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0" name="Google Shape;2290;p44"/>
            <p:cNvSpPr/>
            <p:nvPr/>
          </p:nvSpPr>
          <p:spPr>
            <a:xfrm>
              <a:off x="3709450" y="2843550"/>
              <a:ext cx="166525" cy="254275"/>
            </a:xfrm>
            <a:custGeom>
              <a:avLst/>
              <a:gdLst/>
              <a:ahLst/>
              <a:cxnLst/>
              <a:rect l="l" t="t" r="r" b="b"/>
              <a:pathLst>
                <a:path w="6661" h="10171" extrusionOk="0">
                  <a:moveTo>
                    <a:pt x="0" y="1"/>
                  </a:moveTo>
                  <a:lnTo>
                    <a:pt x="0" y="6840"/>
                  </a:lnTo>
                  <a:lnTo>
                    <a:pt x="0" y="7007"/>
                  </a:lnTo>
                  <a:lnTo>
                    <a:pt x="13" y="7173"/>
                  </a:lnTo>
                  <a:lnTo>
                    <a:pt x="39" y="7340"/>
                  </a:lnTo>
                  <a:lnTo>
                    <a:pt x="64" y="7506"/>
                  </a:lnTo>
                  <a:lnTo>
                    <a:pt x="103" y="7673"/>
                  </a:lnTo>
                  <a:lnTo>
                    <a:pt x="154" y="7826"/>
                  </a:lnTo>
                  <a:lnTo>
                    <a:pt x="205" y="7980"/>
                  </a:lnTo>
                  <a:lnTo>
                    <a:pt x="256" y="8134"/>
                  </a:lnTo>
                  <a:lnTo>
                    <a:pt x="321" y="8275"/>
                  </a:lnTo>
                  <a:lnTo>
                    <a:pt x="397" y="8428"/>
                  </a:lnTo>
                  <a:lnTo>
                    <a:pt x="474" y="8557"/>
                  </a:lnTo>
                  <a:lnTo>
                    <a:pt x="564" y="8697"/>
                  </a:lnTo>
                  <a:lnTo>
                    <a:pt x="756" y="8954"/>
                  </a:lnTo>
                  <a:lnTo>
                    <a:pt x="974" y="9197"/>
                  </a:lnTo>
                  <a:lnTo>
                    <a:pt x="1204" y="9402"/>
                  </a:lnTo>
                  <a:lnTo>
                    <a:pt x="1460" y="9594"/>
                  </a:lnTo>
                  <a:lnTo>
                    <a:pt x="1601" y="9684"/>
                  </a:lnTo>
                  <a:lnTo>
                    <a:pt x="1742" y="9760"/>
                  </a:lnTo>
                  <a:lnTo>
                    <a:pt x="1883" y="9837"/>
                  </a:lnTo>
                  <a:lnTo>
                    <a:pt x="2037" y="9901"/>
                  </a:lnTo>
                  <a:lnTo>
                    <a:pt x="2178" y="9965"/>
                  </a:lnTo>
                  <a:lnTo>
                    <a:pt x="2344" y="10017"/>
                  </a:lnTo>
                  <a:lnTo>
                    <a:pt x="2498" y="10055"/>
                  </a:lnTo>
                  <a:lnTo>
                    <a:pt x="2652" y="10093"/>
                  </a:lnTo>
                  <a:lnTo>
                    <a:pt x="2818" y="10132"/>
                  </a:lnTo>
                  <a:lnTo>
                    <a:pt x="2985" y="10145"/>
                  </a:lnTo>
                  <a:lnTo>
                    <a:pt x="3151" y="10158"/>
                  </a:lnTo>
                  <a:lnTo>
                    <a:pt x="3330" y="10170"/>
                  </a:lnTo>
                  <a:lnTo>
                    <a:pt x="3497" y="10158"/>
                  </a:lnTo>
                  <a:lnTo>
                    <a:pt x="3663" y="10145"/>
                  </a:lnTo>
                  <a:lnTo>
                    <a:pt x="3830" y="10132"/>
                  </a:lnTo>
                  <a:lnTo>
                    <a:pt x="3996" y="10093"/>
                  </a:lnTo>
                  <a:lnTo>
                    <a:pt x="4163" y="10055"/>
                  </a:lnTo>
                  <a:lnTo>
                    <a:pt x="4317" y="10017"/>
                  </a:lnTo>
                  <a:lnTo>
                    <a:pt x="4470" y="9965"/>
                  </a:lnTo>
                  <a:lnTo>
                    <a:pt x="4624" y="9901"/>
                  </a:lnTo>
                  <a:lnTo>
                    <a:pt x="4778" y="9837"/>
                  </a:lnTo>
                  <a:lnTo>
                    <a:pt x="4919" y="9760"/>
                  </a:lnTo>
                  <a:lnTo>
                    <a:pt x="5059" y="9684"/>
                  </a:lnTo>
                  <a:lnTo>
                    <a:pt x="5188" y="9594"/>
                  </a:lnTo>
                  <a:lnTo>
                    <a:pt x="5444" y="9402"/>
                  </a:lnTo>
                  <a:lnTo>
                    <a:pt x="5687" y="9197"/>
                  </a:lnTo>
                  <a:lnTo>
                    <a:pt x="5892" y="8954"/>
                  </a:lnTo>
                  <a:lnTo>
                    <a:pt x="6084" y="8697"/>
                  </a:lnTo>
                  <a:lnTo>
                    <a:pt x="6174" y="8557"/>
                  </a:lnTo>
                  <a:lnTo>
                    <a:pt x="6251" y="8428"/>
                  </a:lnTo>
                  <a:lnTo>
                    <a:pt x="6327" y="8275"/>
                  </a:lnTo>
                  <a:lnTo>
                    <a:pt x="6391" y="8134"/>
                  </a:lnTo>
                  <a:lnTo>
                    <a:pt x="6455" y="7980"/>
                  </a:lnTo>
                  <a:lnTo>
                    <a:pt x="6507" y="7826"/>
                  </a:lnTo>
                  <a:lnTo>
                    <a:pt x="6558" y="7673"/>
                  </a:lnTo>
                  <a:lnTo>
                    <a:pt x="6596" y="7506"/>
                  </a:lnTo>
                  <a:lnTo>
                    <a:pt x="6622" y="7340"/>
                  </a:lnTo>
                  <a:lnTo>
                    <a:pt x="6635" y="7173"/>
                  </a:lnTo>
                  <a:lnTo>
                    <a:pt x="6648" y="7007"/>
                  </a:lnTo>
                  <a:lnTo>
                    <a:pt x="6660" y="6840"/>
                  </a:lnTo>
                  <a:lnTo>
                    <a:pt x="66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1" name="Google Shape;2291;p44"/>
            <p:cNvSpPr/>
            <p:nvPr/>
          </p:nvSpPr>
          <p:spPr>
            <a:xfrm>
              <a:off x="3669425" y="2834275"/>
              <a:ext cx="246250" cy="188625"/>
            </a:xfrm>
            <a:custGeom>
              <a:avLst/>
              <a:gdLst/>
              <a:ahLst/>
              <a:cxnLst/>
              <a:rect l="l" t="t" r="r" b="b"/>
              <a:pathLst>
                <a:path w="9850" h="7545" extrusionOk="0">
                  <a:moveTo>
                    <a:pt x="0" y="0"/>
                  </a:moveTo>
                  <a:lnTo>
                    <a:pt x="0" y="6648"/>
                  </a:lnTo>
                  <a:lnTo>
                    <a:pt x="13" y="6737"/>
                  </a:lnTo>
                  <a:lnTo>
                    <a:pt x="26" y="6827"/>
                  </a:lnTo>
                  <a:lnTo>
                    <a:pt x="52" y="6917"/>
                  </a:lnTo>
                  <a:lnTo>
                    <a:pt x="77" y="6994"/>
                  </a:lnTo>
                  <a:lnTo>
                    <a:pt x="116" y="7070"/>
                  </a:lnTo>
                  <a:lnTo>
                    <a:pt x="154" y="7147"/>
                  </a:lnTo>
                  <a:lnTo>
                    <a:pt x="205" y="7224"/>
                  </a:lnTo>
                  <a:lnTo>
                    <a:pt x="269" y="7275"/>
                  </a:lnTo>
                  <a:lnTo>
                    <a:pt x="333" y="7339"/>
                  </a:lnTo>
                  <a:lnTo>
                    <a:pt x="397" y="7391"/>
                  </a:lnTo>
                  <a:lnTo>
                    <a:pt x="474" y="7429"/>
                  </a:lnTo>
                  <a:lnTo>
                    <a:pt x="551" y="7467"/>
                  </a:lnTo>
                  <a:lnTo>
                    <a:pt x="628" y="7506"/>
                  </a:lnTo>
                  <a:lnTo>
                    <a:pt x="718" y="7519"/>
                  </a:lnTo>
                  <a:lnTo>
                    <a:pt x="807" y="7531"/>
                  </a:lnTo>
                  <a:lnTo>
                    <a:pt x="897" y="7544"/>
                  </a:lnTo>
                  <a:lnTo>
                    <a:pt x="8966" y="7544"/>
                  </a:lnTo>
                  <a:lnTo>
                    <a:pt x="9056" y="7531"/>
                  </a:lnTo>
                  <a:lnTo>
                    <a:pt x="9145" y="7519"/>
                  </a:lnTo>
                  <a:lnTo>
                    <a:pt x="9222" y="7506"/>
                  </a:lnTo>
                  <a:lnTo>
                    <a:pt x="9312" y="7467"/>
                  </a:lnTo>
                  <a:lnTo>
                    <a:pt x="9389" y="7429"/>
                  </a:lnTo>
                  <a:lnTo>
                    <a:pt x="9465" y="7391"/>
                  </a:lnTo>
                  <a:lnTo>
                    <a:pt x="9529" y="7339"/>
                  </a:lnTo>
                  <a:lnTo>
                    <a:pt x="9593" y="7275"/>
                  </a:lnTo>
                  <a:lnTo>
                    <a:pt x="9645" y="7224"/>
                  </a:lnTo>
                  <a:lnTo>
                    <a:pt x="9696" y="7147"/>
                  </a:lnTo>
                  <a:lnTo>
                    <a:pt x="9747" y="7070"/>
                  </a:lnTo>
                  <a:lnTo>
                    <a:pt x="9786" y="6994"/>
                  </a:lnTo>
                  <a:lnTo>
                    <a:pt x="9811" y="6917"/>
                  </a:lnTo>
                  <a:lnTo>
                    <a:pt x="9837" y="6827"/>
                  </a:lnTo>
                  <a:lnTo>
                    <a:pt x="9850" y="6737"/>
                  </a:lnTo>
                  <a:lnTo>
                    <a:pt x="9850" y="6648"/>
                  </a:lnTo>
                  <a:lnTo>
                    <a:pt x="98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2" name="Google Shape;2292;p44"/>
            <p:cNvSpPr/>
            <p:nvPr/>
          </p:nvSpPr>
          <p:spPr>
            <a:xfrm>
              <a:off x="3522125" y="2312350"/>
              <a:ext cx="548200" cy="548200"/>
            </a:xfrm>
            <a:custGeom>
              <a:avLst/>
              <a:gdLst/>
              <a:ahLst/>
              <a:cxnLst/>
              <a:rect l="l" t="t" r="r" b="b"/>
              <a:pathLst>
                <a:path w="21928" h="21928" extrusionOk="0">
                  <a:moveTo>
                    <a:pt x="10964" y="1"/>
                  </a:moveTo>
                  <a:lnTo>
                    <a:pt x="10401" y="13"/>
                  </a:lnTo>
                  <a:lnTo>
                    <a:pt x="9837" y="52"/>
                  </a:lnTo>
                  <a:lnTo>
                    <a:pt x="9286" y="116"/>
                  </a:lnTo>
                  <a:lnTo>
                    <a:pt x="8749" y="218"/>
                  </a:lnTo>
                  <a:lnTo>
                    <a:pt x="8223" y="334"/>
                  </a:lnTo>
                  <a:lnTo>
                    <a:pt x="7698" y="487"/>
                  </a:lnTo>
                  <a:lnTo>
                    <a:pt x="7186" y="654"/>
                  </a:lnTo>
                  <a:lnTo>
                    <a:pt x="6699" y="859"/>
                  </a:lnTo>
                  <a:lnTo>
                    <a:pt x="6213" y="1076"/>
                  </a:lnTo>
                  <a:lnTo>
                    <a:pt x="5739" y="1320"/>
                  </a:lnTo>
                  <a:lnTo>
                    <a:pt x="5278" y="1576"/>
                  </a:lnTo>
                  <a:lnTo>
                    <a:pt x="4829" y="1871"/>
                  </a:lnTo>
                  <a:lnTo>
                    <a:pt x="4407" y="2178"/>
                  </a:lnTo>
                  <a:lnTo>
                    <a:pt x="3984" y="2498"/>
                  </a:lnTo>
                  <a:lnTo>
                    <a:pt x="3587" y="2844"/>
                  </a:lnTo>
                  <a:lnTo>
                    <a:pt x="3203" y="3203"/>
                  </a:lnTo>
                  <a:lnTo>
                    <a:pt x="2844" y="3587"/>
                  </a:lnTo>
                  <a:lnTo>
                    <a:pt x="2498" y="3984"/>
                  </a:lnTo>
                  <a:lnTo>
                    <a:pt x="2178" y="4394"/>
                  </a:lnTo>
                  <a:lnTo>
                    <a:pt x="1871" y="4829"/>
                  </a:lnTo>
                  <a:lnTo>
                    <a:pt x="1589" y="5277"/>
                  </a:lnTo>
                  <a:lnTo>
                    <a:pt x="1320" y="5738"/>
                  </a:lnTo>
                  <a:lnTo>
                    <a:pt x="1077" y="6200"/>
                  </a:lnTo>
                  <a:lnTo>
                    <a:pt x="859" y="6686"/>
                  </a:lnTo>
                  <a:lnTo>
                    <a:pt x="667" y="7186"/>
                  </a:lnTo>
                  <a:lnTo>
                    <a:pt x="487" y="7698"/>
                  </a:lnTo>
                  <a:lnTo>
                    <a:pt x="347" y="8223"/>
                  </a:lnTo>
                  <a:lnTo>
                    <a:pt x="218" y="8748"/>
                  </a:lnTo>
                  <a:lnTo>
                    <a:pt x="129" y="9286"/>
                  </a:lnTo>
                  <a:lnTo>
                    <a:pt x="52" y="9837"/>
                  </a:lnTo>
                  <a:lnTo>
                    <a:pt x="14" y="10401"/>
                  </a:lnTo>
                  <a:lnTo>
                    <a:pt x="1" y="10964"/>
                  </a:lnTo>
                  <a:lnTo>
                    <a:pt x="14" y="11528"/>
                  </a:lnTo>
                  <a:lnTo>
                    <a:pt x="52" y="12078"/>
                  </a:lnTo>
                  <a:lnTo>
                    <a:pt x="129" y="12629"/>
                  </a:lnTo>
                  <a:lnTo>
                    <a:pt x="218" y="13167"/>
                  </a:lnTo>
                  <a:lnTo>
                    <a:pt x="347" y="13705"/>
                  </a:lnTo>
                  <a:lnTo>
                    <a:pt x="487" y="14217"/>
                  </a:lnTo>
                  <a:lnTo>
                    <a:pt x="667" y="14730"/>
                  </a:lnTo>
                  <a:lnTo>
                    <a:pt x="859" y="15229"/>
                  </a:lnTo>
                  <a:lnTo>
                    <a:pt x="1077" y="15716"/>
                  </a:lnTo>
                  <a:lnTo>
                    <a:pt x="1320" y="16190"/>
                  </a:lnTo>
                  <a:lnTo>
                    <a:pt x="1589" y="16651"/>
                  </a:lnTo>
                  <a:lnTo>
                    <a:pt x="1871" y="17086"/>
                  </a:lnTo>
                  <a:lnTo>
                    <a:pt x="2178" y="17522"/>
                  </a:lnTo>
                  <a:lnTo>
                    <a:pt x="2498" y="17932"/>
                  </a:lnTo>
                  <a:lnTo>
                    <a:pt x="2844" y="18329"/>
                  </a:lnTo>
                  <a:lnTo>
                    <a:pt x="3203" y="18713"/>
                  </a:lnTo>
                  <a:lnTo>
                    <a:pt x="3587" y="19072"/>
                  </a:lnTo>
                  <a:lnTo>
                    <a:pt x="3984" y="19417"/>
                  </a:lnTo>
                  <a:lnTo>
                    <a:pt x="4407" y="19750"/>
                  </a:lnTo>
                  <a:lnTo>
                    <a:pt x="4829" y="20058"/>
                  </a:lnTo>
                  <a:lnTo>
                    <a:pt x="5278" y="20339"/>
                  </a:lnTo>
                  <a:lnTo>
                    <a:pt x="5739" y="20596"/>
                  </a:lnTo>
                  <a:lnTo>
                    <a:pt x="6213" y="20839"/>
                  </a:lnTo>
                  <a:lnTo>
                    <a:pt x="6699" y="21070"/>
                  </a:lnTo>
                  <a:lnTo>
                    <a:pt x="7186" y="21262"/>
                  </a:lnTo>
                  <a:lnTo>
                    <a:pt x="7698" y="21428"/>
                  </a:lnTo>
                  <a:lnTo>
                    <a:pt x="8223" y="21582"/>
                  </a:lnTo>
                  <a:lnTo>
                    <a:pt x="8749" y="21697"/>
                  </a:lnTo>
                  <a:lnTo>
                    <a:pt x="9286" y="21800"/>
                  </a:lnTo>
                  <a:lnTo>
                    <a:pt x="9837" y="21864"/>
                  </a:lnTo>
                  <a:lnTo>
                    <a:pt x="10401" y="21915"/>
                  </a:lnTo>
                  <a:lnTo>
                    <a:pt x="10964" y="21928"/>
                  </a:lnTo>
                  <a:lnTo>
                    <a:pt x="11528" y="21915"/>
                  </a:lnTo>
                  <a:lnTo>
                    <a:pt x="12079" y="21864"/>
                  </a:lnTo>
                  <a:lnTo>
                    <a:pt x="12629" y="21800"/>
                  </a:lnTo>
                  <a:lnTo>
                    <a:pt x="13167" y="21697"/>
                  </a:lnTo>
                  <a:lnTo>
                    <a:pt x="13705" y="21582"/>
                  </a:lnTo>
                  <a:lnTo>
                    <a:pt x="14217" y="21428"/>
                  </a:lnTo>
                  <a:lnTo>
                    <a:pt x="14730" y="21262"/>
                  </a:lnTo>
                  <a:lnTo>
                    <a:pt x="15229" y="21070"/>
                  </a:lnTo>
                  <a:lnTo>
                    <a:pt x="15716" y="20839"/>
                  </a:lnTo>
                  <a:lnTo>
                    <a:pt x="16190" y="20596"/>
                  </a:lnTo>
                  <a:lnTo>
                    <a:pt x="16651" y="20339"/>
                  </a:lnTo>
                  <a:lnTo>
                    <a:pt x="17086" y="20058"/>
                  </a:lnTo>
                  <a:lnTo>
                    <a:pt x="17522" y="19750"/>
                  </a:lnTo>
                  <a:lnTo>
                    <a:pt x="17932" y="19417"/>
                  </a:lnTo>
                  <a:lnTo>
                    <a:pt x="18329" y="19072"/>
                  </a:lnTo>
                  <a:lnTo>
                    <a:pt x="18713" y="18713"/>
                  </a:lnTo>
                  <a:lnTo>
                    <a:pt x="19072" y="18329"/>
                  </a:lnTo>
                  <a:lnTo>
                    <a:pt x="19417" y="17932"/>
                  </a:lnTo>
                  <a:lnTo>
                    <a:pt x="19750" y="17522"/>
                  </a:lnTo>
                  <a:lnTo>
                    <a:pt x="20058" y="17086"/>
                  </a:lnTo>
                  <a:lnTo>
                    <a:pt x="20340" y="16651"/>
                  </a:lnTo>
                  <a:lnTo>
                    <a:pt x="20609" y="16190"/>
                  </a:lnTo>
                  <a:lnTo>
                    <a:pt x="20839" y="15716"/>
                  </a:lnTo>
                  <a:lnTo>
                    <a:pt x="21070" y="15229"/>
                  </a:lnTo>
                  <a:lnTo>
                    <a:pt x="21262" y="14730"/>
                  </a:lnTo>
                  <a:lnTo>
                    <a:pt x="21428" y="14217"/>
                  </a:lnTo>
                  <a:lnTo>
                    <a:pt x="21582" y="13705"/>
                  </a:lnTo>
                  <a:lnTo>
                    <a:pt x="21697" y="13167"/>
                  </a:lnTo>
                  <a:lnTo>
                    <a:pt x="21800" y="12629"/>
                  </a:lnTo>
                  <a:lnTo>
                    <a:pt x="21864" y="12078"/>
                  </a:lnTo>
                  <a:lnTo>
                    <a:pt x="21915" y="11528"/>
                  </a:lnTo>
                  <a:lnTo>
                    <a:pt x="21928" y="10964"/>
                  </a:lnTo>
                  <a:lnTo>
                    <a:pt x="21915" y="10401"/>
                  </a:lnTo>
                  <a:lnTo>
                    <a:pt x="21864" y="9837"/>
                  </a:lnTo>
                  <a:lnTo>
                    <a:pt x="21800" y="9286"/>
                  </a:lnTo>
                  <a:lnTo>
                    <a:pt x="21697" y="8748"/>
                  </a:lnTo>
                  <a:lnTo>
                    <a:pt x="21582" y="8223"/>
                  </a:lnTo>
                  <a:lnTo>
                    <a:pt x="21428" y="7698"/>
                  </a:lnTo>
                  <a:lnTo>
                    <a:pt x="21262" y="7186"/>
                  </a:lnTo>
                  <a:lnTo>
                    <a:pt x="21070" y="6686"/>
                  </a:lnTo>
                  <a:lnTo>
                    <a:pt x="20839" y="6200"/>
                  </a:lnTo>
                  <a:lnTo>
                    <a:pt x="20609" y="5738"/>
                  </a:lnTo>
                  <a:lnTo>
                    <a:pt x="20340" y="5277"/>
                  </a:lnTo>
                  <a:lnTo>
                    <a:pt x="20058" y="4829"/>
                  </a:lnTo>
                  <a:lnTo>
                    <a:pt x="19750" y="4394"/>
                  </a:lnTo>
                  <a:lnTo>
                    <a:pt x="19417" y="3984"/>
                  </a:lnTo>
                  <a:lnTo>
                    <a:pt x="19072" y="3587"/>
                  </a:lnTo>
                  <a:lnTo>
                    <a:pt x="18713" y="3203"/>
                  </a:lnTo>
                  <a:lnTo>
                    <a:pt x="18329" y="2844"/>
                  </a:lnTo>
                  <a:lnTo>
                    <a:pt x="17932" y="2498"/>
                  </a:lnTo>
                  <a:lnTo>
                    <a:pt x="17522" y="2178"/>
                  </a:lnTo>
                  <a:lnTo>
                    <a:pt x="17086" y="1871"/>
                  </a:lnTo>
                  <a:lnTo>
                    <a:pt x="16651" y="1576"/>
                  </a:lnTo>
                  <a:lnTo>
                    <a:pt x="16190" y="1320"/>
                  </a:lnTo>
                  <a:lnTo>
                    <a:pt x="15716" y="1076"/>
                  </a:lnTo>
                  <a:lnTo>
                    <a:pt x="15229" y="859"/>
                  </a:lnTo>
                  <a:lnTo>
                    <a:pt x="14730" y="654"/>
                  </a:lnTo>
                  <a:lnTo>
                    <a:pt x="14217" y="487"/>
                  </a:lnTo>
                  <a:lnTo>
                    <a:pt x="13705" y="334"/>
                  </a:lnTo>
                  <a:lnTo>
                    <a:pt x="13167" y="218"/>
                  </a:lnTo>
                  <a:lnTo>
                    <a:pt x="12629" y="116"/>
                  </a:lnTo>
                  <a:lnTo>
                    <a:pt x="12079" y="52"/>
                  </a:lnTo>
                  <a:lnTo>
                    <a:pt x="11528" y="13"/>
                  </a:lnTo>
                  <a:lnTo>
                    <a:pt x="10964" y="1"/>
                  </a:lnTo>
                  <a:close/>
                </a:path>
              </a:pathLst>
            </a:custGeom>
            <a:solidFill>
              <a:srgbClr val="FAFF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3" name="Google Shape;2293;p44"/>
            <p:cNvSpPr/>
            <p:nvPr/>
          </p:nvSpPr>
          <p:spPr>
            <a:xfrm>
              <a:off x="3652775" y="2882300"/>
              <a:ext cx="279875" cy="36200"/>
            </a:xfrm>
            <a:custGeom>
              <a:avLst/>
              <a:gdLst/>
              <a:ahLst/>
              <a:cxnLst/>
              <a:rect l="l" t="t" r="r" b="b"/>
              <a:pathLst>
                <a:path w="11195" h="1448" extrusionOk="0">
                  <a:moveTo>
                    <a:pt x="730" y="1"/>
                  </a:moveTo>
                  <a:lnTo>
                    <a:pt x="577" y="13"/>
                  </a:lnTo>
                  <a:lnTo>
                    <a:pt x="449" y="65"/>
                  </a:lnTo>
                  <a:lnTo>
                    <a:pt x="321" y="129"/>
                  </a:lnTo>
                  <a:lnTo>
                    <a:pt x="218" y="218"/>
                  </a:lnTo>
                  <a:lnTo>
                    <a:pt x="128" y="321"/>
                  </a:lnTo>
                  <a:lnTo>
                    <a:pt x="64" y="449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13" y="872"/>
                  </a:lnTo>
                  <a:lnTo>
                    <a:pt x="64" y="1000"/>
                  </a:lnTo>
                  <a:lnTo>
                    <a:pt x="128" y="1128"/>
                  </a:lnTo>
                  <a:lnTo>
                    <a:pt x="218" y="1230"/>
                  </a:lnTo>
                  <a:lnTo>
                    <a:pt x="321" y="1320"/>
                  </a:lnTo>
                  <a:lnTo>
                    <a:pt x="449" y="1384"/>
                  </a:lnTo>
                  <a:lnTo>
                    <a:pt x="577" y="1435"/>
                  </a:lnTo>
                  <a:lnTo>
                    <a:pt x="730" y="1448"/>
                  </a:lnTo>
                  <a:lnTo>
                    <a:pt x="10464" y="1448"/>
                  </a:lnTo>
                  <a:lnTo>
                    <a:pt x="10605" y="1435"/>
                  </a:lnTo>
                  <a:lnTo>
                    <a:pt x="10746" y="1384"/>
                  </a:lnTo>
                  <a:lnTo>
                    <a:pt x="10874" y="1320"/>
                  </a:lnTo>
                  <a:lnTo>
                    <a:pt x="10977" y="1230"/>
                  </a:lnTo>
                  <a:lnTo>
                    <a:pt x="11066" y="1128"/>
                  </a:lnTo>
                  <a:lnTo>
                    <a:pt x="11130" y="1000"/>
                  </a:lnTo>
                  <a:lnTo>
                    <a:pt x="11169" y="872"/>
                  </a:lnTo>
                  <a:lnTo>
                    <a:pt x="11194" y="718"/>
                  </a:lnTo>
                  <a:lnTo>
                    <a:pt x="11169" y="577"/>
                  </a:lnTo>
                  <a:lnTo>
                    <a:pt x="11130" y="449"/>
                  </a:lnTo>
                  <a:lnTo>
                    <a:pt x="11066" y="321"/>
                  </a:lnTo>
                  <a:lnTo>
                    <a:pt x="10977" y="218"/>
                  </a:lnTo>
                  <a:lnTo>
                    <a:pt x="10874" y="129"/>
                  </a:lnTo>
                  <a:lnTo>
                    <a:pt x="10746" y="65"/>
                  </a:lnTo>
                  <a:lnTo>
                    <a:pt x="10605" y="13"/>
                  </a:lnTo>
                  <a:lnTo>
                    <a:pt x="10464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4" name="Google Shape;2294;p44"/>
            <p:cNvSpPr/>
            <p:nvPr/>
          </p:nvSpPr>
          <p:spPr>
            <a:xfrm>
              <a:off x="3652775" y="2949550"/>
              <a:ext cx="279875" cy="36200"/>
            </a:xfrm>
            <a:custGeom>
              <a:avLst/>
              <a:gdLst/>
              <a:ahLst/>
              <a:cxnLst/>
              <a:rect l="l" t="t" r="r" b="b"/>
              <a:pathLst>
                <a:path w="11195" h="1448" extrusionOk="0">
                  <a:moveTo>
                    <a:pt x="730" y="0"/>
                  </a:moveTo>
                  <a:lnTo>
                    <a:pt x="577" y="13"/>
                  </a:lnTo>
                  <a:lnTo>
                    <a:pt x="449" y="52"/>
                  </a:lnTo>
                  <a:lnTo>
                    <a:pt x="321" y="128"/>
                  </a:lnTo>
                  <a:lnTo>
                    <a:pt x="218" y="218"/>
                  </a:lnTo>
                  <a:lnTo>
                    <a:pt x="128" y="320"/>
                  </a:lnTo>
                  <a:lnTo>
                    <a:pt x="64" y="436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13" y="871"/>
                  </a:lnTo>
                  <a:lnTo>
                    <a:pt x="64" y="999"/>
                  </a:lnTo>
                  <a:lnTo>
                    <a:pt x="128" y="1127"/>
                  </a:lnTo>
                  <a:lnTo>
                    <a:pt x="218" y="1230"/>
                  </a:lnTo>
                  <a:lnTo>
                    <a:pt x="321" y="1319"/>
                  </a:lnTo>
                  <a:lnTo>
                    <a:pt x="449" y="1384"/>
                  </a:lnTo>
                  <a:lnTo>
                    <a:pt x="577" y="1435"/>
                  </a:lnTo>
                  <a:lnTo>
                    <a:pt x="730" y="1448"/>
                  </a:lnTo>
                  <a:lnTo>
                    <a:pt x="10464" y="1448"/>
                  </a:lnTo>
                  <a:lnTo>
                    <a:pt x="10605" y="1435"/>
                  </a:lnTo>
                  <a:lnTo>
                    <a:pt x="10746" y="1384"/>
                  </a:lnTo>
                  <a:lnTo>
                    <a:pt x="10874" y="1319"/>
                  </a:lnTo>
                  <a:lnTo>
                    <a:pt x="10977" y="1230"/>
                  </a:lnTo>
                  <a:lnTo>
                    <a:pt x="11066" y="1127"/>
                  </a:lnTo>
                  <a:lnTo>
                    <a:pt x="11130" y="999"/>
                  </a:lnTo>
                  <a:lnTo>
                    <a:pt x="11169" y="871"/>
                  </a:lnTo>
                  <a:lnTo>
                    <a:pt x="11194" y="718"/>
                  </a:lnTo>
                  <a:lnTo>
                    <a:pt x="11169" y="577"/>
                  </a:lnTo>
                  <a:lnTo>
                    <a:pt x="11130" y="436"/>
                  </a:lnTo>
                  <a:lnTo>
                    <a:pt x="11066" y="320"/>
                  </a:lnTo>
                  <a:lnTo>
                    <a:pt x="10977" y="218"/>
                  </a:lnTo>
                  <a:lnTo>
                    <a:pt x="10874" y="128"/>
                  </a:lnTo>
                  <a:lnTo>
                    <a:pt x="10746" y="52"/>
                  </a:lnTo>
                  <a:lnTo>
                    <a:pt x="10605" y="13"/>
                  </a:lnTo>
                  <a:lnTo>
                    <a:pt x="10464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5" name="Google Shape;2295;p44"/>
            <p:cNvSpPr/>
            <p:nvPr/>
          </p:nvSpPr>
          <p:spPr>
            <a:xfrm>
              <a:off x="3678075" y="2576200"/>
              <a:ext cx="229275" cy="270275"/>
            </a:xfrm>
            <a:custGeom>
              <a:avLst/>
              <a:gdLst/>
              <a:ahLst/>
              <a:cxnLst/>
              <a:rect l="l" t="t" r="r" b="b"/>
              <a:pathLst>
                <a:path w="9171" h="10811" extrusionOk="0">
                  <a:moveTo>
                    <a:pt x="487" y="0"/>
                  </a:moveTo>
                  <a:lnTo>
                    <a:pt x="384" y="13"/>
                  </a:lnTo>
                  <a:lnTo>
                    <a:pt x="295" y="39"/>
                  </a:lnTo>
                  <a:lnTo>
                    <a:pt x="205" y="90"/>
                  </a:lnTo>
                  <a:lnTo>
                    <a:pt x="141" y="141"/>
                  </a:lnTo>
                  <a:lnTo>
                    <a:pt x="77" y="218"/>
                  </a:lnTo>
                  <a:lnTo>
                    <a:pt x="39" y="295"/>
                  </a:lnTo>
                  <a:lnTo>
                    <a:pt x="0" y="385"/>
                  </a:lnTo>
                  <a:lnTo>
                    <a:pt x="0" y="487"/>
                  </a:lnTo>
                  <a:lnTo>
                    <a:pt x="0" y="10298"/>
                  </a:lnTo>
                  <a:lnTo>
                    <a:pt x="474" y="10516"/>
                  </a:lnTo>
                  <a:lnTo>
                    <a:pt x="961" y="10708"/>
                  </a:lnTo>
                  <a:lnTo>
                    <a:pt x="961" y="974"/>
                  </a:lnTo>
                  <a:lnTo>
                    <a:pt x="2485" y="974"/>
                  </a:lnTo>
                  <a:lnTo>
                    <a:pt x="2844" y="1499"/>
                  </a:lnTo>
                  <a:lnTo>
                    <a:pt x="3010" y="1717"/>
                  </a:lnTo>
                  <a:lnTo>
                    <a:pt x="3202" y="1921"/>
                  </a:lnTo>
                  <a:lnTo>
                    <a:pt x="3305" y="2011"/>
                  </a:lnTo>
                  <a:lnTo>
                    <a:pt x="3407" y="2088"/>
                  </a:lnTo>
                  <a:lnTo>
                    <a:pt x="3510" y="2165"/>
                  </a:lnTo>
                  <a:lnTo>
                    <a:pt x="3612" y="2229"/>
                  </a:lnTo>
                  <a:lnTo>
                    <a:pt x="3727" y="2293"/>
                  </a:lnTo>
                  <a:lnTo>
                    <a:pt x="3843" y="2344"/>
                  </a:lnTo>
                  <a:lnTo>
                    <a:pt x="3958" y="2383"/>
                  </a:lnTo>
                  <a:lnTo>
                    <a:pt x="4086" y="2421"/>
                  </a:lnTo>
                  <a:lnTo>
                    <a:pt x="4201" y="2447"/>
                  </a:lnTo>
                  <a:lnTo>
                    <a:pt x="4329" y="2472"/>
                  </a:lnTo>
                  <a:lnTo>
                    <a:pt x="4457" y="2485"/>
                  </a:lnTo>
                  <a:lnTo>
                    <a:pt x="4713" y="2485"/>
                  </a:lnTo>
                  <a:lnTo>
                    <a:pt x="4842" y="2472"/>
                  </a:lnTo>
                  <a:lnTo>
                    <a:pt x="4957" y="2447"/>
                  </a:lnTo>
                  <a:lnTo>
                    <a:pt x="5085" y="2421"/>
                  </a:lnTo>
                  <a:lnTo>
                    <a:pt x="5200" y="2383"/>
                  </a:lnTo>
                  <a:lnTo>
                    <a:pt x="5315" y="2344"/>
                  </a:lnTo>
                  <a:lnTo>
                    <a:pt x="5431" y="2293"/>
                  </a:lnTo>
                  <a:lnTo>
                    <a:pt x="5546" y="2229"/>
                  </a:lnTo>
                  <a:lnTo>
                    <a:pt x="5661" y="2165"/>
                  </a:lnTo>
                  <a:lnTo>
                    <a:pt x="5764" y="2088"/>
                  </a:lnTo>
                  <a:lnTo>
                    <a:pt x="5866" y="2011"/>
                  </a:lnTo>
                  <a:lnTo>
                    <a:pt x="5969" y="1921"/>
                  </a:lnTo>
                  <a:lnTo>
                    <a:pt x="6148" y="1717"/>
                  </a:lnTo>
                  <a:lnTo>
                    <a:pt x="6327" y="1499"/>
                  </a:lnTo>
                  <a:lnTo>
                    <a:pt x="6673" y="974"/>
                  </a:lnTo>
                  <a:lnTo>
                    <a:pt x="8197" y="974"/>
                  </a:lnTo>
                  <a:lnTo>
                    <a:pt x="8197" y="10810"/>
                  </a:lnTo>
                  <a:lnTo>
                    <a:pt x="8697" y="10631"/>
                  </a:lnTo>
                  <a:lnTo>
                    <a:pt x="9171" y="10426"/>
                  </a:lnTo>
                  <a:lnTo>
                    <a:pt x="9171" y="487"/>
                  </a:lnTo>
                  <a:lnTo>
                    <a:pt x="9158" y="385"/>
                  </a:lnTo>
                  <a:lnTo>
                    <a:pt x="9132" y="295"/>
                  </a:lnTo>
                  <a:lnTo>
                    <a:pt x="9094" y="218"/>
                  </a:lnTo>
                  <a:lnTo>
                    <a:pt x="9030" y="141"/>
                  </a:lnTo>
                  <a:lnTo>
                    <a:pt x="8953" y="90"/>
                  </a:lnTo>
                  <a:lnTo>
                    <a:pt x="8876" y="39"/>
                  </a:lnTo>
                  <a:lnTo>
                    <a:pt x="8786" y="13"/>
                  </a:lnTo>
                  <a:lnTo>
                    <a:pt x="8684" y="0"/>
                  </a:lnTo>
                  <a:lnTo>
                    <a:pt x="6417" y="0"/>
                  </a:lnTo>
                  <a:lnTo>
                    <a:pt x="6302" y="13"/>
                  </a:lnTo>
                  <a:lnTo>
                    <a:pt x="6199" y="51"/>
                  </a:lnTo>
                  <a:lnTo>
                    <a:pt x="6097" y="128"/>
                  </a:lnTo>
                  <a:lnTo>
                    <a:pt x="6020" y="218"/>
                  </a:lnTo>
                  <a:lnTo>
                    <a:pt x="5520" y="948"/>
                  </a:lnTo>
                  <a:lnTo>
                    <a:pt x="5418" y="1076"/>
                  </a:lnTo>
                  <a:lnTo>
                    <a:pt x="5315" y="1191"/>
                  </a:lnTo>
                  <a:lnTo>
                    <a:pt x="5200" y="1281"/>
                  </a:lnTo>
                  <a:lnTo>
                    <a:pt x="5085" y="1358"/>
                  </a:lnTo>
                  <a:lnTo>
                    <a:pt x="4970" y="1422"/>
                  </a:lnTo>
                  <a:lnTo>
                    <a:pt x="4842" y="1460"/>
                  </a:lnTo>
                  <a:lnTo>
                    <a:pt x="4713" y="1486"/>
                  </a:lnTo>
                  <a:lnTo>
                    <a:pt x="4585" y="1499"/>
                  </a:lnTo>
                  <a:lnTo>
                    <a:pt x="4457" y="1486"/>
                  </a:lnTo>
                  <a:lnTo>
                    <a:pt x="4329" y="1460"/>
                  </a:lnTo>
                  <a:lnTo>
                    <a:pt x="4201" y="1422"/>
                  </a:lnTo>
                  <a:lnTo>
                    <a:pt x="4073" y="1358"/>
                  </a:lnTo>
                  <a:lnTo>
                    <a:pt x="3958" y="1281"/>
                  </a:lnTo>
                  <a:lnTo>
                    <a:pt x="3855" y="1191"/>
                  </a:lnTo>
                  <a:lnTo>
                    <a:pt x="3740" y="1076"/>
                  </a:lnTo>
                  <a:lnTo>
                    <a:pt x="3650" y="948"/>
                  </a:lnTo>
                  <a:lnTo>
                    <a:pt x="3151" y="218"/>
                  </a:lnTo>
                  <a:lnTo>
                    <a:pt x="3074" y="128"/>
                  </a:lnTo>
                  <a:lnTo>
                    <a:pt x="2972" y="51"/>
                  </a:lnTo>
                  <a:lnTo>
                    <a:pt x="2869" y="13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6" name="Google Shape;2296;p44"/>
            <p:cNvSpPr/>
            <p:nvPr/>
          </p:nvSpPr>
          <p:spPr>
            <a:xfrm>
              <a:off x="4134025" y="2120225"/>
              <a:ext cx="60875" cy="60550"/>
            </a:xfrm>
            <a:custGeom>
              <a:avLst/>
              <a:gdLst/>
              <a:ahLst/>
              <a:cxnLst/>
              <a:rect l="l" t="t" r="r" b="b"/>
              <a:pathLst>
                <a:path w="2435" h="2422" extrusionOk="0">
                  <a:moveTo>
                    <a:pt x="1089" y="1"/>
                  </a:moveTo>
                  <a:lnTo>
                    <a:pt x="974" y="26"/>
                  </a:lnTo>
                  <a:lnTo>
                    <a:pt x="859" y="52"/>
                  </a:lnTo>
                  <a:lnTo>
                    <a:pt x="743" y="90"/>
                  </a:lnTo>
                  <a:lnTo>
                    <a:pt x="641" y="142"/>
                  </a:lnTo>
                  <a:lnTo>
                    <a:pt x="538" y="206"/>
                  </a:lnTo>
                  <a:lnTo>
                    <a:pt x="449" y="270"/>
                  </a:lnTo>
                  <a:lnTo>
                    <a:pt x="359" y="359"/>
                  </a:lnTo>
                  <a:lnTo>
                    <a:pt x="282" y="436"/>
                  </a:lnTo>
                  <a:lnTo>
                    <a:pt x="218" y="539"/>
                  </a:lnTo>
                  <a:lnTo>
                    <a:pt x="154" y="628"/>
                  </a:lnTo>
                  <a:lnTo>
                    <a:pt x="103" y="744"/>
                  </a:lnTo>
                  <a:lnTo>
                    <a:pt x="65" y="846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1" y="1218"/>
                  </a:lnTo>
                  <a:lnTo>
                    <a:pt x="13" y="1333"/>
                  </a:lnTo>
                  <a:lnTo>
                    <a:pt x="26" y="1461"/>
                  </a:lnTo>
                  <a:lnTo>
                    <a:pt x="65" y="1576"/>
                  </a:lnTo>
                  <a:lnTo>
                    <a:pt x="103" y="1691"/>
                  </a:lnTo>
                  <a:lnTo>
                    <a:pt x="154" y="1794"/>
                  </a:lnTo>
                  <a:lnTo>
                    <a:pt x="218" y="1896"/>
                  </a:lnTo>
                  <a:lnTo>
                    <a:pt x="282" y="1986"/>
                  </a:lnTo>
                  <a:lnTo>
                    <a:pt x="359" y="2076"/>
                  </a:lnTo>
                  <a:lnTo>
                    <a:pt x="449" y="2153"/>
                  </a:lnTo>
                  <a:lnTo>
                    <a:pt x="538" y="2217"/>
                  </a:lnTo>
                  <a:lnTo>
                    <a:pt x="641" y="2281"/>
                  </a:lnTo>
                  <a:lnTo>
                    <a:pt x="743" y="2332"/>
                  </a:lnTo>
                  <a:lnTo>
                    <a:pt x="859" y="2370"/>
                  </a:lnTo>
                  <a:lnTo>
                    <a:pt x="974" y="2396"/>
                  </a:lnTo>
                  <a:lnTo>
                    <a:pt x="1089" y="2422"/>
                  </a:lnTo>
                  <a:lnTo>
                    <a:pt x="1345" y="2422"/>
                  </a:lnTo>
                  <a:lnTo>
                    <a:pt x="1461" y="2396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4" y="2281"/>
                  </a:lnTo>
                  <a:lnTo>
                    <a:pt x="1896" y="2217"/>
                  </a:lnTo>
                  <a:lnTo>
                    <a:pt x="1986" y="2153"/>
                  </a:lnTo>
                  <a:lnTo>
                    <a:pt x="2075" y="2076"/>
                  </a:lnTo>
                  <a:lnTo>
                    <a:pt x="2152" y="1986"/>
                  </a:lnTo>
                  <a:lnTo>
                    <a:pt x="2229" y="1896"/>
                  </a:lnTo>
                  <a:lnTo>
                    <a:pt x="2280" y="1794"/>
                  </a:lnTo>
                  <a:lnTo>
                    <a:pt x="2332" y="1691"/>
                  </a:lnTo>
                  <a:lnTo>
                    <a:pt x="2383" y="1576"/>
                  </a:lnTo>
                  <a:lnTo>
                    <a:pt x="2408" y="1461"/>
                  </a:lnTo>
                  <a:lnTo>
                    <a:pt x="2421" y="1333"/>
                  </a:lnTo>
                  <a:lnTo>
                    <a:pt x="2434" y="1218"/>
                  </a:lnTo>
                  <a:lnTo>
                    <a:pt x="2421" y="1089"/>
                  </a:lnTo>
                  <a:lnTo>
                    <a:pt x="2408" y="974"/>
                  </a:lnTo>
                  <a:lnTo>
                    <a:pt x="2383" y="846"/>
                  </a:lnTo>
                  <a:lnTo>
                    <a:pt x="2332" y="744"/>
                  </a:lnTo>
                  <a:lnTo>
                    <a:pt x="2280" y="628"/>
                  </a:lnTo>
                  <a:lnTo>
                    <a:pt x="2229" y="539"/>
                  </a:lnTo>
                  <a:lnTo>
                    <a:pt x="2152" y="436"/>
                  </a:lnTo>
                  <a:lnTo>
                    <a:pt x="2075" y="359"/>
                  </a:lnTo>
                  <a:lnTo>
                    <a:pt x="1986" y="270"/>
                  </a:lnTo>
                  <a:lnTo>
                    <a:pt x="1896" y="206"/>
                  </a:lnTo>
                  <a:lnTo>
                    <a:pt x="1794" y="142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7" name="Google Shape;2297;p44"/>
            <p:cNvSpPr/>
            <p:nvPr/>
          </p:nvSpPr>
          <p:spPr>
            <a:xfrm>
              <a:off x="4114500" y="2301150"/>
              <a:ext cx="60850" cy="60850"/>
            </a:xfrm>
            <a:custGeom>
              <a:avLst/>
              <a:gdLst/>
              <a:ahLst/>
              <a:cxnLst/>
              <a:rect l="l" t="t" r="r" b="b"/>
              <a:pathLst>
                <a:path w="2434" h="2434" extrusionOk="0">
                  <a:moveTo>
                    <a:pt x="1217" y="0"/>
                  </a:moveTo>
                  <a:lnTo>
                    <a:pt x="1102" y="13"/>
                  </a:lnTo>
                  <a:lnTo>
                    <a:pt x="974" y="26"/>
                  </a:lnTo>
                  <a:lnTo>
                    <a:pt x="858" y="52"/>
                  </a:lnTo>
                  <a:lnTo>
                    <a:pt x="743" y="103"/>
                  </a:lnTo>
                  <a:lnTo>
                    <a:pt x="641" y="154"/>
                  </a:lnTo>
                  <a:lnTo>
                    <a:pt x="538" y="205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49"/>
                  </a:lnTo>
                  <a:lnTo>
                    <a:pt x="218" y="538"/>
                  </a:lnTo>
                  <a:lnTo>
                    <a:pt x="154" y="641"/>
                  </a:lnTo>
                  <a:lnTo>
                    <a:pt x="103" y="743"/>
                  </a:lnTo>
                  <a:lnTo>
                    <a:pt x="64" y="858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0" y="1217"/>
                  </a:lnTo>
                  <a:lnTo>
                    <a:pt x="13" y="1345"/>
                  </a:lnTo>
                  <a:lnTo>
                    <a:pt x="26" y="1460"/>
                  </a:lnTo>
                  <a:lnTo>
                    <a:pt x="64" y="1576"/>
                  </a:lnTo>
                  <a:lnTo>
                    <a:pt x="103" y="1691"/>
                  </a:lnTo>
                  <a:lnTo>
                    <a:pt x="154" y="1793"/>
                  </a:lnTo>
                  <a:lnTo>
                    <a:pt x="218" y="1896"/>
                  </a:lnTo>
                  <a:lnTo>
                    <a:pt x="282" y="1986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8" y="2229"/>
                  </a:lnTo>
                  <a:lnTo>
                    <a:pt x="641" y="2280"/>
                  </a:lnTo>
                  <a:lnTo>
                    <a:pt x="743" y="2331"/>
                  </a:lnTo>
                  <a:lnTo>
                    <a:pt x="858" y="2370"/>
                  </a:lnTo>
                  <a:lnTo>
                    <a:pt x="974" y="2408"/>
                  </a:lnTo>
                  <a:lnTo>
                    <a:pt x="1102" y="2421"/>
                  </a:lnTo>
                  <a:lnTo>
                    <a:pt x="1217" y="2434"/>
                  </a:lnTo>
                  <a:lnTo>
                    <a:pt x="1345" y="2421"/>
                  </a:lnTo>
                  <a:lnTo>
                    <a:pt x="1460" y="2408"/>
                  </a:lnTo>
                  <a:lnTo>
                    <a:pt x="1576" y="2370"/>
                  </a:lnTo>
                  <a:lnTo>
                    <a:pt x="1691" y="2331"/>
                  </a:lnTo>
                  <a:lnTo>
                    <a:pt x="1793" y="2280"/>
                  </a:lnTo>
                  <a:lnTo>
                    <a:pt x="1896" y="2229"/>
                  </a:lnTo>
                  <a:lnTo>
                    <a:pt x="1998" y="2152"/>
                  </a:lnTo>
                  <a:lnTo>
                    <a:pt x="2075" y="2075"/>
                  </a:lnTo>
                  <a:lnTo>
                    <a:pt x="2152" y="1986"/>
                  </a:lnTo>
                  <a:lnTo>
                    <a:pt x="2229" y="1896"/>
                  </a:lnTo>
                  <a:lnTo>
                    <a:pt x="2293" y="1793"/>
                  </a:lnTo>
                  <a:lnTo>
                    <a:pt x="2344" y="1691"/>
                  </a:lnTo>
                  <a:lnTo>
                    <a:pt x="2383" y="1576"/>
                  </a:lnTo>
                  <a:lnTo>
                    <a:pt x="2408" y="1460"/>
                  </a:lnTo>
                  <a:lnTo>
                    <a:pt x="2434" y="1345"/>
                  </a:lnTo>
                  <a:lnTo>
                    <a:pt x="2434" y="1217"/>
                  </a:lnTo>
                  <a:lnTo>
                    <a:pt x="2434" y="1089"/>
                  </a:lnTo>
                  <a:lnTo>
                    <a:pt x="2408" y="974"/>
                  </a:lnTo>
                  <a:lnTo>
                    <a:pt x="2383" y="858"/>
                  </a:lnTo>
                  <a:lnTo>
                    <a:pt x="2344" y="743"/>
                  </a:lnTo>
                  <a:lnTo>
                    <a:pt x="2293" y="641"/>
                  </a:lnTo>
                  <a:lnTo>
                    <a:pt x="2229" y="538"/>
                  </a:lnTo>
                  <a:lnTo>
                    <a:pt x="2152" y="449"/>
                  </a:lnTo>
                  <a:lnTo>
                    <a:pt x="2075" y="359"/>
                  </a:lnTo>
                  <a:lnTo>
                    <a:pt x="1998" y="282"/>
                  </a:lnTo>
                  <a:lnTo>
                    <a:pt x="1896" y="205"/>
                  </a:lnTo>
                  <a:lnTo>
                    <a:pt x="1793" y="154"/>
                  </a:lnTo>
                  <a:lnTo>
                    <a:pt x="1691" y="103"/>
                  </a:lnTo>
                  <a:lnTo>
                    <a:pt x="1576" y="52"/>
                  </a:lnTo>
                  <a:lnTo>
                    <a:pt x="1460" y="26"/>
                  </a:lnTo>
                  <a:lnTo>
                    <a:pt x="1345" y="13"/>
                  </a:lnTo>
                  <a:lnTo>
                    <a:pt x="1217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8" name="Google Shape;2298;p44"/>
            <p:cNvSpPr/>
            <p:nvPr/>
          </p:nvSpPr>
          <p:spPr>
            <a:xfrm>
              <a:off x="3768675" y="2134000"/>
              <a:ext cx="60875" cy="60875"/>
            </a:xfrm>
            <a:custGeom>
              <a:avLst/>
              <a:gdLst/>
              <a:ahLst/>
              <a:cxnLst/>
              <a:rect l="l" t="t" r="r" b="b"/>
              <a:pathLst>
                <a:path w="2435" h="2435" extrusionOk="0">
                  <a:moveTo>
                    <a:pt x="1218" y="1"/>
                  </a:moveTo>
                  <a:lnTo>
                    <a:pt x="1089" y="13"/>
                  </a:lnTo>
                  <a:lnTo>
                    <a:pt x="974" y="26"/>
                  </a:lnTo>
                  <a:lnTo>
                    <a:pt x="859" y="65"/>
                  </a:lnTo>
                  <a:lnTo>
                    <a:pt x="744" y="103"/>
                  </a:lnTo>
                  <a:lnTo>
                    <a:pt x="641" y="154"/>
                  </a:lnTo>
                  <a:lnTo>
                    <a:pt x="539" y="218"/>
                  </a:lnTo>
                  <a:lnTo>
                    <a:pt x="436" y="282"/>
                  </a:lnTo>
                  <a:lnTo>
                    <a:pt x="359" y="359"/>
                  </a:lnTo>
                  <a:lnTo>
                    <a:pt x="283" y="449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45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3" y="1986"/>
                  </a:lnTo>
                  <a:lnTo>
                    <a:pt x="359" y="2075"/>
                  </a:lnTo>
                  <a:lnTo>
                    <a:pt x="436" y="2152"/>
                  </a:lnTo>
                  <a:lnTo>
                    <a:pt x="539" y="2229"/>
                  </a:lnTo>
                  <a:lnTo>
                    <a:pt x="641" y="2280"/>
                  </a:lnTo>
                  <a:lnTo>
                    <a:pt x="744" y="2332"/>
                  </a:lnTo>
                  <a:lnTo>
                    <a:pt x="859" y="2383"/>
                  </a:lnTo>
                  <a:lnTo>
                    <a:pt x="974" y="2408"/>
                  </a:lnTo>
                  <a:lnTo>
                    <a:pt x="1089" y="2421"/>
                  </a:lnTo>
                  <a:lnTo>
                    <a:pt x="1218" y="2434"/>
                  </a:lnTo>
                  <a:lnTo>
                    <a:pt x="1333" y="2421"/>
                  </a:lnTo>
                  <a:lnTo>
                    <a:pt x="1461" y="2408"/>
                  </a:lnTo>
                  <a:lnTo>
                    <a:pt x="1576" y="2383"/>
                  </a:lnTo>
                  <a:lnTo>
                    <a:pt x="1691" y="2332"/>
                  </a:lnTo>
                  <a:lnTo>
                    <a:pt x="1794" y="2280"/>
                  </a:lnTo>
                  <a:lnTo>
                    <a:pt x="1896" y="2229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1" y="1345"/>
                  </a:lnTo>
                  <a:lnTo>
                    <a:pt x="2434" y="1217"/>
                  </a:lnTo>
                  <a:lnTo>
                    <a:pt x="2421" y="1089"/>
                  </a:lnTo>
                  <a:lnTo>
                    <a:pt x="2409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49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18"/>
                  </a:lnTo>
                  <a:lnTo>
                    <a:pt x="1794" y="154"/>
                  </a:lnTo>
                  <a:lnTo>
                    <a:pt x="1691" y="103"/>
                  </a:lnTo>
                  <a:lnTo>
                    <a:pt x="1576" y="65"/>
                  </a:lnTo>
                  <a:lnTo>
                    <a:pt x="1461" y="26"/>
                  </a:lnTo>
                  <a:lnTo>
                    <a:pt x="1333" y="13"/>
                  </a:lnTo>
                  <a:lnTo>
                    <a:pt x="1218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9" name="Google Shape;2299;p44"/>
            <p:cNvSpPr/>
            <p:nvPr/>
          </p:nvSpPr>
          <p:spPr>
            <a:xfrm>
              <a:off x="3468650" y="2192600"/>
              <a:ext cx="60550" cy="60850"/>
            </a:xfrm>
            <a:custGeom>
              <a:avLst/>
              <a:gdLst/>
              <a:ahLst/>
              <a:cxnLst/>
              <a:rect l="l" t="t" r="r" b="b"/>
              <a:pathLst>
                <a:path w="2422" h="2434" extrusionOk="0">
                  <a:moveTo>
                    <a:pt x="1090" y="0"/>
                  </a:moveTo>
                  <a:lnTo>
                    <a:pt x="974" y="26"/>
                  </a:lnTo>
                  <a:lnTo>
                    <a:pt x="846" y="52"/>
                  </a:lnTo>
                  <a:lnTo>
                    <a:pt x="744" y="90"/>
                  </a:lnTo>
                  <a:lnTo>
                    <a:pt x="628" y="141"/>
                  </a:lnTo>
                  <a:lnTo>
                    <a:pt x="539" y="205"/>
                  </a:lnTo>
                  <a:lnTo>
                    <a:pt x="436" y="282"/>
                  </a:lnTo>
                  <a:lnTo>
                    <a:pt x="359" y="359"/>
                  </a:lnTo>
                  <a:lnTo>
                    <a:pt x="270" y="436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32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86"/>
                  </a:lnTo>
                  <a:lnTo>
                    <a:pt x="359" y="2075"/>
                  </a:lnTo>
                  <a:lnTo>
                    <a:pt x="436" y="2152"/>
                  </a:lnTo>
                  <a:lnTo>
                    <a:pt x="539" y="2216"/>
                  </a:lnTo>
                  <a:lnTo>
                    <a:pt x="628" y="2280"/>
                  </a:lnTo>
                  <a:lnTo>
                    <a:pt x="744" y="2331"/>
                  </a:lnTo>
                  <a:lnTo>
                    <a:pt x="846" y="2370"/>
                  </a:lnTo>
                  <a:lnTo>
                    <a:pt x="974" y="2408"/>
                  </a:lnTo>
                  <a:lnTo>
                    <a:pt x="1090" y="2421"/>
                  </a:lnTo>
                  <a:lnTo>
                    <a:pt x="1218" y="2434"/>
                  </a:lnTo>
                  <a:lnTo>
                    <a:pt x="1333" y="2421"/>
                  </a:lnTo>
                  <a:lnTo>
                    <a:pt x="1461" y="2408"/>
                  </a:lnTo>
                  <a:lnTo>
                    <a:pt x="1576" y="2370"/>
                  </a:lnTo>
                  <a:lnTo>
                    <a:pt x="1691" y="2331"/>
                  </a:lnTo>
                  <a:lnTo>
                    <a:pt x="1794" y="2280"/>
                  </a:lnTo>
                  <a:lnTo>
                    <a:pt x="1896" y="2216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396" y="1461"/>
                  </a:lnTo>
                  <a:lnTo>
                    <a:pt x="2422" y="1332"/>
                  </a:lnTo>
                  <a:lnTo>
                    <a:pt x="2422" y="1217"/>
                  </a:lnTo>
                  <a:lnTo>
                    <a:pt x="2422" y="1089"/>
                  </a:lnTo>
                  <a:lnTo>
                    <a:pt x="2396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36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05"/>
                  </a:lnTo>
                  <a:lnTo>
                    <a:pt x="1794" y="141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33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0" name="Google Shape;2300;p44"/>
            <p:cNvSpPr/>
            <p:nvPr/>
          </p:nvSpPr>
          <p:spPr>
            <a:xfrm>
              <a:off x="3351775" y="2175950"/>
              <a:ext cx="60550" cy="60550"/>
            </a:xfrm>
            <a:custGeom>
              <a:avLst/>
              <a:gdLst/>
              <a:ahLst/>
              <a:cxnLst/>
              <a:rect l="l" t="t" r="r" b="b"/>
              <a:pathLst>
                <a:path w="2422" h="2422" extrusionOk="0">
                  <a:moveTo>
                    <a:pt x="1090" y="0"/>
                  </a:moveTo>
                  <a:lnTo>
                    <a:pt x="962" y="26"/>
                  </a:lnTo>
                  <a:lnTo>
                    <a:pt x="846" y="52"/>
                  </a:lnTo>
                  <a:lnTo>
                    <a:pt x="731" y="90"/>
                  </a:lnTo>
                  <a:lnTo>
                    <a:pt x="629" y="141"/>
                  </a:lnTo>
                  <a:lnTo>
                    <a:pt x="526" y="205"/>
                  </a:lnTo>
                  <a:lnTo>
                    <a:pt x="436" y="269"/>
                  </a:lnTo>
                  <a:lnTo>
                    <a:pt x="347" y="359"/>
                  </a:lnTo>
                  <a:lnTo>
                    <a:pt x="270" y="436"/>
                  </a:lnTo>
                  <a:lnTo>
                    <a:pt x="206" y="538"/>
                  </a:lnTo>
                  <a:lnTo>
                    <a:pt x="142" y="628"/>
                  </a:lnTo>
                  <a:lnTo>
                    <a:pt x="91" y="743"/>
                  </a:lnTo>
                  <a:lnTo>
                    <a:pt x="52" y="846"/>
                  </a:lnTo>
                  <a:lnTo>
                    <a:pt x="14" y="961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32"/>
                  </a:lnTo>
                  <a:lnTo>
                    <a:pt x="14" y="1460"/>
                  </a:lnTo>
                  <a:lnTo>
                    <a:pt x="52" y="1576"/>
                  </a:lnTo>
                  <a:lnTo>
                    <a:pt x="91" y="1678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86"/>
                  </a:lnTo>
                  <a:lnTo>
                    <a:pt x="347" y="2075"/>
                  </a:lnTo>
                  <a:lnTo>
                    <a:pt x="436" y="2152"/>
                  </a:lnTo>
                  <a:lnTo>
                    <a:pt x="526" y="2216"/>
                  </a:lnTo>
                  <a:lnTo>
                    <a:pt x="629" y="2280"/>
                  </a:lnTo>
                  <a:lnTo>
                    <a:pt x="731" y="2331"/>
                  </a:lnTo>
                  <a:lnTo>
                    <a:pt x="846" y="2370"/>
                  </a:lnTo>
                  <a:lnTo>
                    <a:pt x="962" y="2395"/>
                  </a:lnTo>
                  <a:lnTo>
                    <a:pt x="1090" y="2421"/>
                  </a:lnTo>
                  <a:lnTo>
                    <a:pt x="1333" y="2421"/>
                  </a:lnTo>
                  <a:lnTo>
                    <a:pt x="1448" y="2395"/>
                  </a:lnTo>
                  <a:lnTo>
                    <a:pt x="1576" y="2370"/>
                  </a:lnTo>
                  <a:lnTo>
                    <a:pt x="1679" y="2331"/>
                  </a:lnTo>
                  <a:lnTo>
                    <a:pt x="1794" y="2280"/>
                  </a:lnTo>
                  <a:lnTo>
                    <a:pt x="1884" y="2216"/>
                  </a:lnTo>
                  <a:lnTo>
                    <a:pt x="1986" y="2152"/>
                  </a:lnTo>
                  <a:lnTo>
                    <a:pt x="2063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78"/>
                  </a:lnTo>
                  <a:lnTo>
                    <a:pt x="2370" y="1576"/>
                  </a:lnTo>
                  <a:lnTo>
                    <a:pt x="2396" y="1460"/>
                  </a:lnTo>
                  <a:lnTo>
                    <a:pt x="2422" y="1332"/>
                  </a:lnTo>
                  <a:lnTo>
                    <a:pt x="2422" y="1217"/>
                  </a:lnTo>
                  <a:lnTo>
                    <a:pt x="2422" y="1089"/>
                  </a:lnTo>
                  <a:lnTo>
                    <a:pt x="2396" y="961"/>
                  </a:lnTo>
                  <a:lnTo>
                    <a:pt x="2370" y="846"/>
                  </a:lnTo>
                  <a:lnTo>
                    <a:pt x="2332" y="743"/>
                  </a:lnTo>
                  <a:lnTo>
                    <a:pt x="2281" y="628"/>
                  </a:lnTo>
                  <a:lnTo>
                    <a:pt x="2217" y="538"/>
                  </a:lnTo>
                  <a:lnTo>
                    <a:pt x="2153" y="436"/>
                  </a:lnTo>
                  <a:lnTo>
                    <a:pt x="2063" y="359"/>
                  </a:lnTo>
                  <a:lnTo>
                    <a:pt x="1986" y="269"/>
                  </a:lnTo>
                  <a:lnTo>
                    <a:pt x="1884" y="205"/>
                  </a:lnTo>
                  <a:lnTo>
                    <a:pt x="1794" y="141"/>
                  </a:lnTo>
                  <a:lnTo>
                    <a:pt x="1679" y="90"/>
                  </a:lnTo>
                  <a:lnTo>
                    <a:pt x="1576" y="52"/>
                  </a:lnTo>
                  <a:lnTo>
                    <a:pt x="1448" y="26"/>
                  </a:lnTo>
                  <a:lnTo>
                    <a:pt x="1333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1" name="Google Shape;2301;p44"/>
            <p:cNvSpPr/>
            <p:nvPr/>
          </p:nvSpPr>
          <p:spPr>
            <a:xfrm>
              <a:off x="3268225" y="2432100"/>
              <a:ext cx="60525" cy="60550"/>
            </a:xfrm>
            <a:custGeom>
              <a:avLst/>
              <a:gdLst/>
              <a:ahLst/>
              <a:cxnLst/>
              <a:rect l="l" t="t" r="r" b="b"/>
              <a:pathLst>
                <a:path w="2421" h="2422" extrusionOk="0">
                  <a:moveTo>
                    <a:pt x="1089" y="1"/>
                  </a:moveTo>
                  <a:lnTo>
                    <a:pt x="961" y="26"/>
                  </a:lnTo>
                  <a:lnTo>
                    <a:pt x="845" y="52"/>
                  </a:lnTo>
                  <a:lnTo>
                    <a:pt x="743" y="90"/>
                  </a:lnTo>
                  <a:lnTo>
                    <a:pt x="628" y="142"/>
                  </a:lnTo>
                  <a:lnTo>
                    <a:pt x="525" y="206"/>
                  </a:lnTo>
                  <a:lnTo>
                    <a:pt x="436" y="282"/>
                  </a:lnTo>
                  <a:lnTo>
                    <a:pt x="346" y="359"/>
                  </a:lnTo>
                  <a:lnTo>
                    <a:pt x="269" y="436"/>
                  </a:lnTo>
                  <a:lnTo>
                    <a:pt x="205" y="539"/>
                  </a:lnTo>
                  <a:lnTo>
                    <a:pt x="141" y="628"/>
                  </a:lnTo>
                  <a:lnTo>
                    <a:pt x="90" y="744"/>
                  </a:lnTo>
                  <a:lnTo>
                    <a:pt x="51" y="846"/>
                  </a:lnTo>
                  <a:lnTo>
                    <a:pt x="26" y="974"/>
                  </a:lnTo>
                  <a:lnTo>
                    <a:pt x="0" y="1089"/>
                  </a:lnTo>
                  <a:lnTo>
                    <a:pt x="0" y="1217"/>
                  </a:lnTo>
                  <a:lnTo>
                    <a:pt x="0" y="1333"/>
                  </a:lnTo>
                  <a:lnTo>
                    <a:pt x="26" y="1461"/>
                  </a:lnTo>
                  <a:lnTo>
                    <a:pt x="51" y="1576"/>
                  </a:lnTo>
                  <a:lnTo>
                    <a:pt x="90" y="1691"/>
                  </a:lnTo>
                  <a:lnTo>
                    <a:pt x="141" y="1794"/>
                  </a:lnTo>
                  <a:lnTo>
                    <a:pt x="205" y="1896"/>
                  </a:lnTo>
                  <a:lnTo>
                    <a:pt x="269" y="1986"/>
                  </a:lnTo>
                  <a:lnTo>
                    <a:pt x="346" y="2076"/>
                  </a:lnTo>
                  <a:lnTo>
                    <a:pt x="436" y="2152"/>
                  </a:lnTo>
                  <a:lnTo>
                    <a:pt x="525" y="2216"/>
                  </a:lnTo>
                  <a:lnTo>
                    <a:pt x="628" y="2281"/>
                  </a:lnTo>
                  <a:lnTo>
                    <a:pt x="743" y="2332"/>
                  </a:lnTo>
                  <a:lnTo>
                    <a:pt x="845" y="2370"/>
                  </a:lnTo>
                  <a:lnTo>
                    <a:pt x="961" y="2409"/>
                  </a:lnTo>
                  <a:lnTo>
                    <a:pt x="1089" y="2421"/>
                  </a:lnTo>
                  <a:lnTo>
                    <a:pt x="1332" y="2421"/>
                  </a:lnTo>
                  <a:lnTo>
                    <a:pt x="1460" y="2409"/>
                  </a:lnTo>
                  <a:lnTo>
                    <a:pt x="1575" y="2370"/>
                  </a:lnTo>
                  <a:lnTo>
                    <a:pt x="1678" y="2332"/>
                  </a:lnTo>
                  <a:lnTo>
                    <a:pt x="1793" y="2281"/>
                  </a:lnTo>
                  <a:lnTo>
                    <a:pt x="1883" y="2216"/>
                  </a:lnTo>
                  <a:lnTo>
                    <a:pt x="1985" y="2152"/>
                  </a:lnTo>
                  <a:lnTo>
                    <a:pt x="2062" y="2076"/>
                  </a:lnTo>
                  <a:lnTo>
                    <a:pt x="2152" y="1986"/>
                  </a:lnTo>
                  <a:lnTo>
                    <a:pt x="2216" y="1896"/>
                  </a:lnTo>
                  <a:lnTo>
                    <a:pt x="2280" y="1794"/>
                  </a:lnTo>
                  <a:lnTo>
                    <a:pt x="2331" y="1691"/>
                  </a:lnTo>
                  <a:lnTo>
                    <a:pt x="2370" y="1576"/>
                  </a:lnTo>
                  <a:lnTo>
                    <a:pt x="2395" y="1461"/>
                  </a:lnTo>
                  <a:lnTo>
                    <a:pt x="2421" y="1333"/>
                  </a:lnTo>
                  <a:lnTo>
                    <a:pt x="2421" y="1217"/>
                  </a:lnTo>
                  <a:lnTo>
                    <a:pt x="2421" y="1089"/>
                  </a:lnTo>
                  <a:lnTo>
                    <a:pt x="2395" y="974"/>
                  </a:lnTo>
                  <a:lnTo>
                    <a:pt x="2370" y="846"/>
                  </a:lnTo>
                  <a:lnTo>
                    <a:pt x="2331" y="744"/>
                  </a:lnTo>
                  <a:lnTo>
                    <a:pt x="2280" y="628"/>
                  </a:lnTo>
                  <a:lnTo>
                    <a:pt x="2216" y="539"/>
                  </a:lnTo>
                  <a:lnTo>
                    <a:pt x="2152" y="436"/>
                  </a:lnTo>
                  <a:lnTo>
                    <a:pt x="2062" y="359"/>
                  </a:lnTo>
                  <a:lnTo>
                    <a:pt x="1985" y="282"/>
                  </a:lnTo>
                  <a:lnTo>
                    <a:pt x="1883" y="206"/>
                  </a:lnTo>
                  <a:lnTo>
                    <a:pt x="1793" y="142"/>
                  </a:lnTo>
                  <a:lnTo>
                    <a:pt x="1678" y="90"/>
                  </a:lnTo>
                  <a:lnTo>
                    <a:pt x="1575" y="52"/>
                  </a:lnTo>
                  <a:lnTo>
                    <a:pt x="1460" y="26"/>
                  </a:lnTo>
                  <a:lnTo>
                    <a:pt x="1332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2" name="Google Shape;2302;p44"/>
            <p:cNvSpPr/>
            <p:nvPr/>
          </p:nvSpPr>
          <p:spPr>
            <a:xfrm>
              <a:off x="3334825" y="2618775"/>
              <a:ext cx="60850" cy="60550"/>
            </a:xfrm>
            <a:custGeom>
              <a:avLst/>
              <a:gdLst/>
              <a:ahLst/>
              <a:cxnLst/>
              <a:rect l="l" t="t" r="r" b="b"/>
              <a:pathLst>
                <a:path w="2434" h="2422" extrusionOk="0">
                  <a:moveTo>
                    <a:pt x="1089" y="1"/>
                  </a:moveTo>
                  <a:lnTo>
                    <a:pt x="974" y="14"/>
                  </a:lnTo>
                  <a:lnTo>
                    <a:pt x="858" y="52"/>
                  </a:lnTo>
                  <a:lnTo>
                    <a:pt x="743" y="90"/>
                  </a:lnTo>
                  <a:lnTo>
                    <a:pt x="641" y="142"/>
                  </a:lnTo>
                  <a:lnTo>
                    <a:pt x="538" y="206"/>
                  </a:lnTo>
                  <a:lnTo>
                    <a:pt x="448" y="270"/>
                  </a:lnTo>
                  <a:lnTo>
                    <a:pt x="359" y="347"/>
                  </a:lnTo>
                  <a:lnTo>
                    <a:pt x="282" y="436"/>
                  </a:lnTo>
                  <a:lnTo>
                    <a:pt x="218" y="526"/>
                  </a:lnTo>
                  <a:lnTo>
                    <a:pt x="154" y="628"/>
                  </a:lnTo>
                  <a:lnTo>
                    <a:pt x="103" y="731"/>
                  </a:lnTo>
                  <a:lnTo>
                    <a:pt x="64" y="846"/>
                  </a:lnTo>
                  <a:lnTo>
                    <a:pt x="26" y="961"/>
                  </a:lnTo>
                  <a:lnTo>
                    <a:pt x="13" y="1089"/>
                  </a:lnTo>
                  <a:lnTo>
                    <a:pt x="0" y="1205"/>
                  </a:lnTo>
                  <a:lnTo>
                    <a:pt x="13" y="1333"/>
                  </a:lnTo>
                  <a:lnTo>
                    <a:pt x="26" y="1448"/>
                  </a:lnTo>
                  <a:lnTo>
                    <a:pt x="64" y="1576"/>
                  </a:lnTo>
                  <a:lnTo>
                    <a:pt x="103" y="1679"/>
                  </a:lnTo>
                  <a:lnTo>
                    <a:pt x="154" y="1794"/>
                  </a:lnTo>
                  <a:lnTo>
                    <a:pt x="218" y="1883"/>
                  </a:lnTo>
                  <a:lnTo>
                    <a:pt x="282" y="1986"/>
                  </a:lnTo>
                  <a:lnTo>
                    <a:pt x="359" y="2063"/>
                  </a:lnTo>
                  <a:lnTo>
                    <a:pt x="448" y="2140"/>
                  </a:lnTo>
                  <a:lnTo>
                    <a:pt x="538" y="2216"/>
                  </a:lnTo>
                  <a:lnTo>
                    <a:pt x="641" y="2281"/>
                  </a:lnTo>
                  <a:lnTo>
                    <a:pt x="743" y="2332"/>
                  </a:lnTo>
                  <a:lnTo>
                    <a:pt x="858" y="2370"/>
                  </a:lnTo>
                  <a:lnTo>
                    <a:pt x="974" y="2396"/>
                  </a:lnTo>
                  <a:lnTo>
                    <a:pt x="1089" y="2421"/>
                  </a:lnTo>
                  <a:lnTo>
                    <a:pt x="1345" y="2421"/>
                  </a:lnTo>
                  <a:lnTo>
                    <a:pt x="1460" y="2396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3" y="2281"/>
                  </a:lnTo>
                  <a:lnTo>
                    <a:pt x="1896" y="2216"/>
                  </a:lnTo>
                  <a:lnTo>
                    <a:pt x="1985" y="2140"/>
                  </a:lnTo>
                  <a:lnTo>
                    <a:pt x="2075" y="2063"/>
                  </a:lnTo>
                  <a:lnTo>
                    <a:pt x="2152" y="1986"/>
                  </a:lnTo>
                  <a:lnTo>
                    <a:pt x="2229" y="1883"/>
                  </a:lnTo>
                  <a:lnTo>
                    <a:pt x="2293" y="1794"/>
                  </a:lnTo>
                  <a:lnTo>
                    <a:pt x="2344" y="1679"/>
                  </a:lnTo>
                  <a:lnTo>
                    <a:pt x="2382" y="1576"/>
                  </a:lnTo>
                  <a:lnTo>
                    <a:pt x="2408" y="1448"/>
                  </a:lnTo>
                  <a:lnTo>
                    <a:pt x="2421" y="1333"/>
                  </a:lnTo>
                  <a:lnTo>
                    <a:pt x="2434" y="1205"/>
                  </a:lnTo>
                  <a:lnTo>
                    <a:pt x="2421" y="1089"/>
                  </a:lnTo>
                  <a:lnTo>
                    <a:pt x="2408" y="961"/>
                  </a:lnTo>
                  <a:lnTo>
                    <a:pt x="2382" y="846"/>
                  </a:lnTo>
                  <a:lnTo>
                    <a:pt x="2344" y="731"/>
                  </a:lnTo>
                  <a:lnTo>
                    <a:pt x="2293" y="628"/>
                  </a:lnTo>
                  <a:lnTo>
                    <a:pt x="2229" y="526"/>
                  </a:lnTo>
                  <a:lnTo>
                    <a:pt x="2152" y="436"/>
                  </a:lnTo>
                  <a:lnTo>
                    <a:pt x="2075" y="347"/>
                  </a:lnTo>
                  <a:lnTo>
                    <a:pt x="1985" y="270"/>
                  </a:lnTo>
                  <a:lnTo>
                    <a:pt x="1896" y="206"/>
                  </a:lnTo>
                  <a:lnTo>
                    <a:pt x="1793" y="142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0" y="14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3" name="Google Shape;2303;p44"/>
            <p:cNvSpPr/>
            <p:nvPr/>
          </p:nvSpPr>
          <p:spPr>
            <a:xfrm>
              <a:off x="3268225" y="2759675"/>
              <a:ext cx="60525" cy="60850"/>
            </a:xfrm>
            <a:custGeom>
              <a:avLst/>
              <a:gdLst/>
              <a:ahLst/>
              <a:cxnLst/>
              <a:rect l="l" t="t" r="r" b="b"/>
              <a:pathLst>
                <a:path w="2421" h="2434" extrusionOk="0">
                  <a:moveTo>
                    <a:pt x="1204" y="0"/>
                  </a:moveTo>
                  <a:lnTo>
                    <a:pt x="1089" y="13"/>
                  </a:lnTo>
                  <a:lnTo>
                    <a:pt x="961" y="26"/>
                  </a:lnTo>
                  <a:lnTo>
                    <a:pt x="845" y="64"/>
                  </a:lnTo>
                  <a:lnTo>
                    <a:pt x="743" y="103"/>
                  </a:lnTo>
                  <a:lnTo>
                    <a:pt x="628" y="154"/>
                  </a:lnTo>
                  <a:lnTo>
                    <a:pt x="525" y="218"/>
                  </a:lnTo>
                  <a:lnTo>
                    <a:pt x="436" y="282"/>
                  </a:lnTo>
                  <a:lnTo>
                    <a:pt x="346" y="359"/>
                  </a:lnTo>
                  <a:lnTo>
                    <a:pt x="269" y="448"/>
                  </a:lnTo>
                  <a:lnTo>
                    <a:pt x="205" y="538"/>
                  </a:lnTo>
                  <a:lnTo>
                    <a:pt x="141" y="641"/>
                  </a:lnTo>
                  <a:lnTo>
                    <a:pt x="90" y="743"/>
                  </a:lnTo>
                  <a:lnTo>
                    <a:pt x="51" y="858"/>
                  </a:lnTo>
                  <a:lnTo>
                    <a:pt x="26" y="974"/>
                  </a:lnTo>
                  <a:lnTo>
                    <a:pt x="0" y="1102"/>
                  </a:lnTo>
                  <a:lnTo>
                    <a:pt x="0" y="1217"/>
                  </a:lnTo>
                  <a:lnTo>
                    <a:pt x="0" y="1345"/>
                  </a:lnTo>
                  <a:lnTo>
                    <a:pt x="26" y="1460"/>
                  </a:lnTo>
                  <a:lnTo>
                    <a:pt x="51" y="1576"/>
                  </a:lnTo>
                  <a:lnTo>
                    <a:pt x="90" y="1691"/>
                  </a:lnTo>
                  <a:lnTo>
                    <a:pt x="141" y="1793"/>
                  </a:lnTo>
                  <a:lnTo>
                    <a:pt x="205" y="1896"/>
                  </a:lnTo>
                  <a:lnTo>
                    <a:pt x="269" y="1985"/>
                  </a:lnTo>
                  <a:lnTo>
                    <a:pt x="346" y="2075"/>
                  </a:lnTo>
                  <a:lnTo>
                    <a:pt x="436" y="2152"/>
                  </a:lnTo>
                  <a:lnTo>
                    <a:pt x="525" y="2229"/>
                  </a:lnTo>
                  <a:lnTo>
                    <a:pt x="628" y="2293"/>
                  </a:lnTo>
                  <a:lnTo>
                    <a:pt x="743" y="2344"/>
                  </a:lnTo>
                  <a:lnTo>
                    <a:pt x="845" y="2382"/>
                  </a:lnTo>
                  <a:lnTo>
                    <a:pt x="961" y="2408"/>
                  </a:lnTo>
                  <a:lnTo>
                    <a:pt x="1089" y="2421"/>
                  </a:lnTo>
                  <a:lnTo>
                    <a:pt x="1204" y="2434"/>
                  </a:lnTo>
                  <a:lnTo>
                    <a:pt x="1332" y="2421"/>
                  </a:lnTo>
                  <a:lnTo>
                    <a:pt x="1460" y="2408"/>
                  </a:lnTo>
                  <a:lnTo>
                    <a:pt x="1575" y="2382"/>
                  </a:lnTo>
                  <a:lnTo>
                    <a:pt x="1678" y="2344"/>
                  </a:lnTo>
                  <a:lnTo>
                    <a:pt x="1793" y="2293"/>
                  </a:lnTo>
                  <a:lnTo>
                    <a:pt x="1883" y="2229"/>
                  </a:lnTo>
                  <a:lnTo>
                    <a:pt x="1985" y="2152"/>
                  </a:lnTo>
                  <a:lnTo>
                    <a:pt x="2062" y="2075"/>
                  </a:lnTo>
                  <a:lnTo>
                    <a:pt x="2152" y="1985"/>
                  </a:lnTo>
                  <a:lnTo>
                    <a:pt x="2216" y="1896"/>
                  </a:lnTo>
                  <a:lnTo>
                    <a:pt x="2280" y="1793"/>
                  </a:lnTo>
                  <a:lnTo>
                    <a:pt x="2331" y="1691"/>
                  </a:lnTo>
                  <a:lnTo>
                    <a:pt x="2370" y="1576"/>
                  </a:lnTo>
                  <a:lnTo>
                    <a:pt x="2395" y="1460"/>
                  </a:lnTo>
                  <a:lnTo>
                    <a:pt x="2421" y="1345"/>
                  </a:lnTo>
                  <a:lnTo>
                    <a:pt x="2421" y="1217"/>
                  </a:lnTo>
                  <a:lnTo>
                    <a:pt x="2421" y="1102"/>
                  </a:lnTo>
                  <a:lnTo>
                    <a:pt x="2395" y="974"/>
                  </a:lnTo>
                  <a:lnTo>
                    <a:pt x="2370" y="858"/>
                  </a:lnTo>
                  <a:lnTo>
                    <a:pt x="2331" y="743"/>
                  </a:lnTo>
                  <a:lnTo>
                    <a:pt x="2280" y="641"/>
                  </a:lnTo>
                  <a:lnTo>
                    <a:pt x="2216" y="538"/>
                  </a:lnTo>
                  <a:lnTo>
                    <a:pt x="2152" y="448"/>
                  </a:lnTo>
                  <a:lnTo>
                    <a:pt x="2062" y="359"/>
                  </a:lnTo>
                  <a:lnTo>
                    <a:pt x="1985" y="282"/>
                  </a:lnTo>
                  <a:lnTo>
                    <a:pt x="1883" y="218"/>
                  </a:lnTo>
                  <a:lnTo>
                    <a:pt x="1793" y="154"/>
                  </a:lnTo>
                  <a:lnTo>
                    <a:pt x="1678" y="103"/>
                  </a:lnTo>
                  <a:lnTo>
                    <a:pt x="1575" y="64"/>
                  </a:lnTo>
                  <a:lnTo>
                    <a:pt x="1460" y="26"/>
                  </a:lnTo>
                  <a:lnTo>
                    <a:pt x="1332" y="13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4" name="Google Shape;2304;p44"/>
            <p:cNvSpPr/>
            <p:nvPr/>
          </p:nvSpPr>
          <p:spPr>
            <a:xfrm>
              <a:off x="3385075" y="2966825"/>
              <a:ext cx="60875" cy="60550"/>
            </a:xfrm>
            <a:custGeom>
              <a:avLst/>
              <a:gdLst/>
              <a:ahLst/>
              <a:cxnLst/>
              <a:rect l="l" t="t" r="r" b="b"/>
              <a:pathLst>
                <a:path w="2435" h="2422" extrusionOk="0">
                  <a:moveTo>
                    <a:pt x="1090" y="1"/>
                  </a:moveTo>
                  <a:lnTo>
                    <a:pt x="974" y="27"/>
                  </a:lnTo>
                  <a:lnTo>
                    <a:pt x="859" y="52"/>
                  </a:lnTo>
                  <a:lnTo>
                    <a:pt x="744" y="91"/>
                  </a:lnTo>
                  <a:lnTo>
                    <a:pt x="641" y="142"/>
                  </a:lnTo>
                  <a:lnTo>
                    <a:pt x="539" y="206"/>
                  </a:lnTo>
                  <a:lnTo>
                    <a:pt x="436" y="270"/>
                  </a:lnTo>
                  <a:lnTo>
                    <a:pt x="360" y="360"/>
                  </a:lnTo>
                  <a:lnTo>
                    <a:pt x="283" y="436"/>
                  </a:lnTo>
                  <a:lnTo>
                    <a:pt x="206" y="539"/>
                  </a:lnTo>
                  <a:lnTo>
                    <a:pt x="142" y="628"/>
                  </a:lnTo>
                  <a:lnTo>
                    <a:pt x="91" y="744"/>
                  </a:lnTo>
                  <a:lnTo>
                    <a:pt x="52" y="846"/>
                  </a:lnTo>
                  <a:lnTo>
                    <a:pt x="27" y="961"/>
                  </a:lnTo>
                  <a:lnTo>
                    <a:pt x="1" y="1090"/>
                  </a:lnTo>
                  <a:lnTo>
                    <a:pt x="1" y="1218"/>
                  </a:lnTo>
                  <a:lnTo>
                    <a:pt x="1" y="1333"/>
                  </a:lnTo>
                  <a:lnTo>
                    <a:pt x="27" y="1461"/>
                  </a:lnTo>
                  <a:lnTo>
                    <a:pt x="52" y="1576"/>
                  </a:lnTo>
                  <a:lnTo>
                    <a:pt x="91" y="1679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3" y="1986"/>
                  </a:lnTo>
                  <a:lnTo>
                    <a:pt x="360" y="2076"/>
                  </a:lnTo>
                  <a:lnTo>
                    <a:pt x="436" y="2153"/>
                  </a:lnTo>
                  <a:lnTo>
                    <a:pt x="539" y="2217"/>
                  </a:lnTo>
                  <a:lnTo>
                    <a:pt x="641" y="2281"/>
                  </a:lnTo>
                  <a:lnTo>
                    <a:pt x="744" y="2332"/>
                  </a:lnTo>
                  <a:lnTo>
                    <a:pt x="859" y="2370"/>
                  </a:lnTo>
                  <a:lnTo>
                    <a:pt x="974" y="2396"/>
                  </a:lnTo>
                  <a:lnTo>
                    <a:pt x="1090" y="2422"/>
                  </a:lnTo>
                  <a:lnTo>
                    <a:pt x="1333" y="2422"/>
                  </a:lnTo>
                  <a:lnTo>
                    <a:pt x="1461" y="2396"/>
                  </a:lnTo>
                  <a:lnTo>
                    <a:pt x="1576" y="2370"/>
                  </a:lnTo>
                  <a:lnTo>
                    <a:pt x="1692" y="2332"/>
                  </a:lnTo>
                  <a:lnTo>
                    <a:pt x="1794" y="2281"/>
                  </a:lnTo>
                  <a:lnTo>
                    <a:pt x="1897" y="2217"/>
                  </a:lnTo>
                  <a:lnTo>
                    <a:pt x="1986" y="2153"/>
                  </a:lnTo>
                  <a:lnTo>
                    <a:pt x="2076" y="2076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79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2" y="1333"/>
                  </a:lnTo>
                  <a:lnTo>
                    <a:pt x="2434" y="1218"/>
                  </a:lnTo>
                  <a:lnTo>
                    <a:pt x="2422" y="1090"/>
                  </a:lnTo>
                  <a:lnTo>
                    <a:pt x="2409" y="961"/>
                  </a:lnTo>
                  <a:lnTo>
                    <a:pt x="2370" y="846"/>
                  </a:lnTo>
                  <a:lnTo>
                    <a:pt x="2332" y="744"/>
                  </a:lnTo>
                  <a:lnTo>
                    <a:pt x="2281" y="628"/>
                  </a:lnTo>
                  <a:lnTo>
                    <a:pt x="2217" y="539"/>
                  </a:lnTo>
                  <a:lnTo>
                    <a:pt x="2153" y="436"/>
                  </a:lnTo>
                  <a:lnTo>
                    <a:pt x="2076" y="360"/>
                  </a:lnTo>
                  <a:lnTo>
                    <a:pt x="1986" y="270"/>
                  </a:lnTo>
                  <a:lnTo>
                    <a:pt x="1897" y="206"/>
                  </a:lnTo>
                  <a:lnTo>
                    <a:pt x="1794" y="142"/>
                  </a:lnTo>
                  <a:lnTo>
                    <a:pt x="1692" y="91"/>
                  </a:lnTo>
                  <a:lnTo>
                    <a:pt x="1576" y="52"/>
                  </a:lnTo>
                  <a:lnTo>
                    <a:pt x="1461" y="27"/>
                  </a:lnTo>
                  <a:lnTo>
                    <a:pt x="1333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5" name="Google Shape;2305;p44"/>
            <p:cNvSpPr/>
            <p:nvPr/>
          </p:nvSpPr>
          <p:spPr>
            <a:xfrm>
              <a:off x="4036050" y="2993100"/>
              <a:ext cx="60850" cy="60850"/>
            </a:xfrm>
            <a:custGeom>
              <a:avLst/>
              <a:gdLst/>
              <a:ahLst/>
              <a:cxnLst/>
              <a:rect l="l" t="t" r="r" b="b"/>
              <a:pathLst>
                <a:path w="2434" h="2434" extrusionOk="0">
                  <a:moveTo>
                    <a:pt x="1217" y="0"/>
                  </a:moveTo>
                  <a:lnTo>
                    <a:pt x="1102" y="13"/>
                  </a:lnTo>
                  <a:lnTo>
                    <a:pt x="974" y="26"/>
                  </a:lnTo>
                  <a:lnTo>
                    <a:pt x="858" y="64"/>
                  </a:lnTo>
                  <a:lnTo>
                    <a:pt x="743" y="103"/>
                  </a:lnTo>
                  <a:lnTo>
                    <a:pt x="641" y="154"/>
                  </a:lnTo>
                  <a:lnTo>
                    <a:pt x="538" y="218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48"/>
                  </a:lnTo>
                  <a:lnTo>
                    <a:pt x="218" y="538"/>
                  </a:lnTo>
                  <a:lnTo>
                    <a:pt x="154" y="641"/>
                  </a:lnTo>
                  <a:lnTo>
                    <a:pt x="103" y="743"/>
                  </a:lnTo>
                  <a:lnTo>
                    <a:pt x="64" y="858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0" y="1217"/>
                  </a:lnTo>
                  <a:lnTo>
                    <a:pt x="13" y="1345"/>
                  </a:lnTo>
                  <a:lnTo>
                    <a:pt x="26" y="1460"/>
                  </a:lnTo>
                  <a:lnTo>
                    <a:pt x="64" y="1576"/>
                  </a:lnTo>
                  <a:lnTo>
                    <a:pt x="103" y="1691"/>
                  </a:lnTo>
                  <a:lnTo>
                    <a:pt x="154" y="1793"/>
                  </a:lnTo>
                  <a:lnTo>
                    <a:pt x="218" y="1896"/>
                  </a:lnTo>
                  <a:lnTo>
                    <a:pt x="282" y="1985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8" y="2229"/>
                  </a:lnTo>
                  <a:lnTo>
                    <a:pt x="641" y="2293"/>
                  </a:lnTo>
                  <a:lnTo>
                    <a:pt x="743" y="2344"/>
                  </a:lnTo>
                  <a:lnTo>
                    <a:pt x="858" y="2382"/>
                  </a:lnTo>
                  <a:lnTo>
                    <a:pt x="974" y="2408"/>
                  </a:lnTo>
                  <a:lnTo>
                    <a:pt x="1102" y="2421"/>
                  </a:lnTo>
                  <a:lnTo>
                    <a:pt x="1217" y="2434"/>
                  </a:lnTo>
                  <a:lnTo>
                    <a:pt x="1345" y="2421"/>
                  </a:lnTo>
                  <a:lnTo>
                    <a:pt x="1460" y="2408"/>
                  </a:lnTo>
                  <a:lnTo>
                    <a:pt x="1576" y="2382"/>
                  </a:lnTo>
                  <a:lnTo>
                    <a:pt x="1691" y="2344"/>
                  </a:lnTo>
                  <a:lnTo>
                    <a:pt x="1793" y="2293"/>
                  </a:lnTo>
                  <a:lnTo>
                    <a:pt x="1896" y="2229"/>
                  </a:lnTo>
                  <a:lnTo>
                    <a:pt x="1998" y="2152"/>
                  </a:lnTo>
                  <a:lnTo>
                    <a:pt x="2075" y="2075"/>
                  </a:lnTo>
                  <a:lnTo>
                    <a:pt x="2152" y="1985"/>
                  </a:lnTo>
                  <a:lnTo>
                    <a:pt x="2229" y="1896"/>
                  </a:lnTo>
                  <a:lnTo>
                    <a:pt x="2293" y="1793"/>
                  </a:lnTo>
                  <a:lnTo>
                    <a:pt x="2344" y="1691"/>
                  </a:lnTo>
                  <a:lnTo>
                    <a:pt x="2383" y="1576"/>
                  </a:lnTo>
                  <a:lnTo>
                    <a:pt x="2408" y="1460"/>
                  </a:lnTo>
                  <a:lnTo>
                    <a:pt x="2434" y="1345"/>
                  </a:lnTo>
                  <a:lnTo>
                    <a:pt x="2434" y="1217"/>
                  </a:lnTo>
                  <a:lnTo>
                    <a:pt x="2434" y="1089"/>
                  </a:lnTo>
                  <a:lnTo>
                    <a:pt x="2408" y="974"/>
                  </a:lnTo>
                  <a:lnTo>
                    <a:pt x="2383" y="858"/>
                  </a:lnTo>
                  <a:lnTo>
                    <a:pt x="2344" y="743"/>
                  </a:lnTo>
                  <a:lnTo>
                    <a:pt x="2293" y="641"/>
                  </a:lnTo>
                  <a:lnTo>
                    <a:pt x="2229" y="538"/>
                  </a:lnTo>
                  <a:lnTo>
                    <a:pt x="2152" y="448"/>
                  </a:lnTo>
                  <a:lnTo>
                    <a:pt x="2075" y="359"/>
                  </a:lnTo>
                  <a:lnTo>
                    <a:pt x="1998" y="282"/>
                  </a:lnTo>
                  <a:lnTo>
                    <a:pt x="1896" y="218"/>
                  </a:lnTo>
                  <a:lnTo>
                    <a:pt x="1793" y="154"/>
                  </a:lnTo>
                  <a:lnTo>
                    <a:pt x="1691" y="103"/>
                  </a:lnTo>
                  <a:lnTo>
                    <a:pt x="1576" y="64"/>
                  </a:lnTo>
                  <a:lnTo>
                    <a:pt x="1460" y="26"/>
                  </a:lnTo>
                  <a:lnTo>
                    <a:pt x="1345" y="13"/>
                  </a:lnTo>
                  <a:lnTo>
                    <a:pt x="1217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6" name="Google Shape;2306;p44"/>
            <p:cNvSpPr/>
            <p:nvPr/>
          </p:nvSpPr>
          <p:spPr>
            <a:xfrm>
              <a:off x="4228800" y="2822425"/>
              <a:ext cx="60875" cy="60875"/>
            </a:xfrm>
            <a:custGeom>
              <a:avLst/>
              <a:gdLst/>
              <a:ahLst/>
              <a:cxnLst/>
              <a:rect l="l" t="t" r="r" b="b"/>
              <a:pathLst>
                <a:path w="2435" h="2435" extrusionOk="0">
                  <a:moveTo>
                    <a:pt x="1089" y="1"/>
                  </a:moveTo>
                  <a:lnTo>
                    <a:pt x="974" y="26"/>
                  </a:lnTo>
                  <a:lnTo>
                    <a:pt x="859" y="52"/>
                  </a:lnTo>
                  <a:lnTo>
                    <a:pt x="744" y="90"/>
                  </a:lnTo>
                  <a:lnTo>
                    <a:pt x="641" y="141"/>
                  </a:lnTo>
                  <a:lnTo>
                    <a:pt x="539" y="205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36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1" y="1217"/>
                  </a:lnTo>
                  <a:lnTo>
                    <a:pt x="13" y="1333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2" y="1986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9" y="2216"/>
                  </a:lnTo>
                  <a:lnTo>
                    <a:pt x="641" y="2280"/>
                  </a:lnTo>
                  <a:lnTo>
                    <a:pt x="744" y="2332"/>
                  </a:lnTo>
                  <a:lnTo>
                    <a:pt x="859" y="2370"/>
                  </a:lnTo>
                  <a:lnTo>
                    <a:pt x="974" y="2408"/>
                  </a:lnTo>
                  <a:lnTo>
                    <a:pt x="1089" y="2421"/>
                  </a:lnTo>
                  <a:lnTo>
                    <a:pt x="1217" y="2434"/>
                  </a:lnTo>
                  <a:lnTo>
                    <a:pt x="1346" y="2421"/>
                  </a:lnTo>
                  <a:lnTo>
                    <a:pt x="1461" y="2408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4" y="2280"/>
                  </a:lnTo>
                  <a:lnTo>
                    <a:pt x="1896" y="2216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2" y="1986"/>
                  </a:lnTo>
                  <a:lnTo>
                    <a:pt x="2216" y="1896"/>
                  </a:lnTo>
                  <a:lnTo>
                    <a:pt x="2280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1" y="1333"/>
                  </a:lnTo>
                  <a:lnTo>
                    <a:pt x="2434" y="1217"/>
                  </a:lnTo>
                  <a:lnTo>
                    <a:pt x="2421" y="1089"/>
                  </a:lnTo>
                  <a:lnTo>
                    <a:pt x="2409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0" y="641"/>
                  </a:lnTo>
                  <a:lnTo>
                    <a:pt x="2216" y="538"/>
                  </a:lnTo>
                  <a:lnTo>
                    <a:pt x="2152" y="436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05"/>
                  </a:lnTo>
                  <a:lnTo>
                    <a:pt x="1794" y="141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46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7" name="Google Shape;2307;p44"/>
            <p:cNvSpPr/>
            <p:nvPr/>
          </p:nvSpPr>
          <p:spPr>
            <a:xfrm>
              <a:off x="4315250" y="2674175"/>
              <a:ext cx="60550" cy="60850"/>
            </a:xfrm>
            <a:custGeom>
              <a:avLst/>
              <a:gdLst/>
              <a:ahLst/>
              <a:cxnLst/>
              <a:rect l="l" t="t" r="r" b="b"/>
              <a:pathLst>
                <a:path w="2422" h="2434" extrusionOk="0">
                  <a:moveTo>
                    <a:pt x="1205" y="0"/>
                  </a:moveTo>
                  <a:lnTo>
                    <a:pt x="1089" y="13"/>
                  </a:lnTo>
                  <a:lnTo>
                    <a:pt x="961" y="26"/>
                  </a:lnTo>
                  <a:lnTo>
                    <a:pt x="846" y="65"/>
                  </a:lnTo>
                  <a:lnTo>
                    <a:pt x="744" y="103"/>
                  </a:lnTo>
                  <a:lnTo>
                    <a:pt x="628" y="154"/>
                  </a:lnTo>
                  <a:lnTo>
                    <a:pt x="526" y="218"/>
                  </a:lnTo>
                  <a:lnTo>
                    <a:pt x="436" y="282"/>
                  </a:lnTo>
                  <a:lnTo>
                    <a:pt x="347" y="359"/>
                  </a:lnTo>
                  <a:lnTo>
                    <a:pt x="270" y="449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102"/>
                  </a:lnTo>
                  <a:lnTo>
                    <a:pt x="1" y="1217"/>
                  </a:lnTo>
                  <a:lnTo>
                    <a:pt x="1" y="1345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99"/>
                  </a:lnTo>
                  <a:lnTo>
                    <a:pt x="347" y="2075"/>
                  </a:lnTo>
                  <a:lnTo>
                    <a:pt x="436" y="2152"/>
                  </a:lnTo>
                  <a:lnTo>
                    <a:pt x="526" y="2229"/>
                  </a:lnTo>
                  <a:lnTo>
                    <a:pt x="628" y="2293"/>
                  </a:lnTo>
                  <a:lnTo>
                    <a:pt x="744" y="2344"/>
                  </a:lnTo>
                  <a:lnTo>
                    <a:pt x="846" y="2383"/>
                  </a:lnTo>
                  <a:lnTo>
                    <a:pt x="961" y="2408"/>
                  </a:lnTo>
                  <a:lnTo>
                    <a:pt x="1089" y="2434"/>
                  </a:lnTo>
                  <a:lnTo>
                    <a:pt x="1333" y="2434"/>
                  </a:lnTo>
                  <a:lnTo>
                    <a:pt x="1461" y="2408"/>
                  </a:lnTo>
                  <a:lnTo>
                    <a:pt x="1576" y="2383"/>
                  </a:lnTo>
                  <a:lnTo>
                    <a:pt x="1679" y="2344"/>
                  </a:lnTo>
                  <a:lnTo>
                    <a:pt x="1794" y="2293"/>
                  </a:lnTo>
                  <a:lnTo>
                    <a:pt x="1884" y="2229"/>
                  </a:lnTo>
                  <a:lnTo>
                    <a:pt x="1986" y="2152"/>
                  </a:lnTo>
                  <a:lnTo>
                    <a:pt x="2063" y="2075"/>
                  </a:lnTo>
                  <a:lnTo>
                    <a:pt x="2153" y="1999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396" y="1461"/>
                  </a:lnTo>
                  <a:lnTo>
                    <a:pt x="2421" y="1345"/>
                  </a:lnTo>
                  <a:lnTo>
                    <a:pt x="2421" y="1217"/>
                  </a:lnTo>
                  <a:lnTo>
                    <a:pt x="2421" y="1102"/>
                  </a:lnTo>
                  <a:lnTo>
                    <a:pt x="2396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49"/>
                  </a:lnTo>
                  <a:lnTo>
                    <a:pt x="2063" y="359"/>
                  </a:lnTo>
                  <a:lnTo>
                    <a:pt x="1986" y="282"/>
                  </a:lnTo>
                  <a:lnTo>
                    <a:pt x="1884" y="218"/>
                  </a:lnTo>
                  <a:lnTo>
                    <a:pt x="1794" y="154"/>
                  </a:lnTo>
                  <a:lnTo>
                    <a:pt x="1679" y="103"/>
                  </a:lnTo>
                  <a:lnTo>
                    <a:pt x="1576" y="65"/>
                  </a:lnTo>
                  <a:lnTo>
                    <a:pt x="1461" y="26"/>
                  </a:lnTo>
                  <a:lnTo>
                    <a:pt x="1333" y="13"/>
                  </a:lnTo>
                  <a:lnTo>
                    <a:pt x="1205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44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dirty="0"/>
              <a:t>HuggingFace</a:t>
            </a:r>
            <a:endParaRPr dirty="0"/>
          </a:p>
        </p:txBody>
      </p:sp>
      <p:sp>
        <p:nvSpPr>
          <p:cNvPr id="2259" name="Google Shape;2259;p44"/>
          <p:cNvSpPr/>
          <p:nvPr/>
        </p:nvSpPr>
        <p:spPr>
          <a:xfrm>
            <a:off x="6502400" y="3416300"/>
            <a:ext cx="5092800" cy="2892800"/>
          </a:xfrm>
          <a:prstGeom prst="roundRect">
            <a:avLst>
              <a:gd name="adj" fmla="val 16667"/>
            </a:avLst>
          </a:prstGeom>
          <a:solidFill>
            <a:srgbClr val="EA4827">
              <a:alpha val="250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60" name="Google Shape;2260;p44"/>
          <p:cNvSpPr/>
          <p:nvPr/>
        </p:nvSpPr>
        <p:spPr>
          <a:xfrm>
            <a:off x="609567" y="3416300"/>
            <a:ext cx="5092800" cy="2892800"/>
          </a:xfrm>
          <a:prstGeom prst="roundRect">
            <a:avLst>
              <a:gd name="adj" fmla="val 16667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261" name="Google Shape;2261;p44"/>
          <p:cNvGrpSpPr/>
          <p:nvPr/>
        </p:nvGrpSpPr>
        <p:grpSpPr>
          <a:xfrm>
            <a:off x="609567" y="3790636"/>
            <a:ext cx="5160297" cy="1985065"/>
            <a:chOff x="695359" y="2302076"/>
            <a:chExt cx="3343229" cy="1488799"/>
          </a:xfrm>
        </p:grpSpPr>
        <p:sp>
          <p:nvSpPr>
            <p:cNvPr id="2262" name="Google Shape;2262;p44"/>
            <p:cNvSpPr txBox="1"/>
            <p:nvPr/>
          </p:nvSpPr>
          <p:spPr>
            <a:xfrm>
              <a:off x="695359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24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Advantages</a:t>
              </a:r>
              <a:endParaRPr sz="24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63" name="Google Shape;2263;p44"/>
            <p:cNvSpPr txBox="1"/>
            <p:nvPr/>
          </p:nvSpPr>
          <p:spPr>
            <a:xfrm>
              <a:off x="695388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Full control over hardware and setup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No usage-based API costs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Works offline and with private data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Supports any model or customization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Predictable performance and latency</a:t>
              </a:r>
              <a:endParaRPr sz="20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64" name="Google Shape;2264;p44"/>
          <p:cNvGrpSpPr/>
          <p:nvPr/>
        </p:nvGrpSpPr>
        <p:grpSpPr>
          <a:xfrm>
            <a:off x="6573720" y="3597940"/>
            <a:ext cx="5021480" cy="2732708"/>
            <a:chOff x="4975093" y="2302076"/>
            <a:chExt cx="3766110" cy="2049531"/>
          </a:xfrm>
        </p:grpSpPr>
        <p:sp>
          <p:nvSpPr>
            <p:cNvPr id="2265" name="Google Shape;2265;p44"/>
            <p:cNvSpPr txBox="1"/>
            <p:nvPr/>
          </p:nvSpPr>
          <p:spPr>
            <a:xfrm>
              <a:off x="5114996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24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Disadvantages</a:t>
              </a:r>
              <a:endParaRPr sz="24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66" name="Google Shape;2266;p44"/>
            <p:cNvSpPr txBox="1"/>
            <p:nvPr/>
          </p:nvSpPr>
          <p:spPr>
            <a:xfrm>
              <a:off x="4975093" y="2769956"/>
              <a:ext cx="3766110" cy="15816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Requires setup and maintenance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Hardware costs and capacity planning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No automatic scaling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You handle updates and security</a:t>
              </a:r>
            </a:p>
            <a:p>
              <a:pPr marL="426709" indent="-423323">
                <a:buSzPts val="1400"/>
                <a:buFont typeface="Roboto"/>
                <a:buChar char="●"/>
              </a:pPr>
              <a:r>
                <a:rPr lang="en-US" sz="2000" dirty="0">
                  <a:latin typeface="Roboto"/>
                  <a:ea typeface="Roboto"/>
                  <a:cs typeface="Roboto"/>
                  <a:sym typeface="Roboto"/>
                </a:rPr>
                <a:t>Higher operational effort</a:t>
              </a:r>
              <a:endParaRPr sz="20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67" name="Google Shape;2267;p44"/>
          <p:cNvGrpSpPr/>
          <p:nvPr/>
        </p:nvGrpSpPr>
        <p:grpSpPr>
          <a:xfrm>
            <a:off x="4945245" y="3677390"/>
            <a:ext cx="452337" cy="452337"/>
            <a:chOff x="1492675" y="4992125"/>
            <a:chExt cx="481825" cy="481825"/>
          </a:xfrm>
        </p:grpSpPr>
        <p:sp>
          <p:nvSpPr>
            <p:cNvPr id="2268" name="Google Shape;2268;p44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69" name="Google Shape;2269;p44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grpSp>
        <p:nvGrpSpPr>
          <p:cNvPr id="2270" name="Google Shape;2270;p44"/>
          <p:cNvGrpSpPr/>
          <p:nvPr/>
        </p:nvGrpSpPr>
        <p:grpSpPr>
          <a:xfrm>
            <a:off x="10825268" y="3677390"/>
            <a:ext cx="452337" cy="452337"/>
            <a:chOff x="2085525" y="4992125"/>
            <a:chExt cx="481825" cy="481825"/>
          </a:xfrm>
        </p:grpSpPr>
        <p:sp>
          <p:nvSpPr>
            <p:cNvPr id="2271" name="Google Shape;2271;p44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272" name="Google Shape;2272;p44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2273" name="Google Shape;2273;p44"/>
          <p:cNvSpPr/>
          <p:nvPr/>
        </p:nvSpPr>
        <p:spPr>
          <a:xfrm>
            <a:off x="1625600" y="1600100"/>
            <a:ext cx="8956800" cy="710000"/>
          </a:xfrm>
          <a:prstGeom prst="roundRect">
            <a:avLst>
              <a:gd name="adj" fmla="val 50000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74" name="Google Shape;2274;p44"/>
          <p:cNvSpPr txBox="1"/>
          <p:nvPr/>
        </p:nvSpPr>
        <p:spPr>
          <a:xfrm>
            <a:off x="2936600" y="1728733"/>
            <a:ext cx="63344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Local Inferencing of Models</a:t>
            </a:r>
            <a:endParaRPr sz="24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2275" name="Google Shape;2275;p44"/>
          <p:cNvCxnSpPr>
            <a:stCxn id="2273" idx="2"/>
            <a:endCxn id="2260" idx="0"/>
          </p:cNvCxnSpPr>
          <p:nvPr/>
        </p:nvCxnSpPr>
        <p:spPr>
          <a:xfrm rot="5400000">
            <a:off x="4076800" y="1389300"/>
            <a:ext cx="1106400" cy="29480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6" name="Google Shape;2276;p44"/>
          <p:cNvCxnSpPr>
            <a:stCxn id="2273" idx="2"/>
            <a:endCxn id="2259" idx="0"/>
          </p:cNvCxnSpPr>
          <p:nvPr/>
        </p:nvCxnSpPr>
        <p:spPr>
          <a:xfrm rot="-5400000" flipH="1">
            <a:off x="7023200" y="1390900"/>
            <a:ext cx="1106400" cy="29448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77" name="Google Shape;2277;p44"/>
          <p:cNvGrpSpPr/>
          <p:nvPr/>
        </p:nvGrpSpPr>
        <p:grpSpPr>
          <a:xfrm>
            <a:off x="9851645" y="1191211"/>
            <a:ext cx="1730771" cy="1527663"/>
            <a:chOff x="3268225" y="2120225"/>
            <a:chExt cx="1107575" cy="977600"/>
          </a:xfrm>
        </p:grpSpPr>
        <p:sp>
          <p:nvSpPr>
            <p:cNvPr id="2278" name="Google Shape;2278;p44"/>
            <p:cNvSpPr/>
            <p:nvPr/>
          </p:nvSpPr>
          <p:spPr>
            <a:xfrm>
              <a:off x="3783725" y="2149375"/>
              <a:ext cx="30450" cy="180600"/>
            </a:xfrm>
            <a:custGeom>
              <a:avLst/>
              <a:gdLst/>
              <a:ahLst/>
              <a:cxnLst/>
              <a:rect l="l" t="t" r="r" b="b"/>
              <a:pathLst>
                <a:path w="1218" h="7224" extrusionOk="0">
                  <a:moveTo>
                    <a:pt x="616" y="0"/>
                  </a:moveTo>
                  <a:lnTo>
                    <a:pt x="487" y="13"/>
                  </a:lnTo>
                  <a:lnTo>
                    <a:pt x="372" y="39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02"/>
                  </a:lnTo>
                  <a:lnTo>
                    <a:pt x="1" y="6622"/>
                  </a:lnTo>
                  <a:lnTo>
                    <a:pt x="14" y="6737"/>
                  </a:lnTo>
                  <a:lnTo>
                    <a:pt x="52" y="6853"/>
                  </a:lnTo>
                  <a:lnTo>
                    <a:pt x="103" y="6955"/>
                  </a:lnTo>
                  <a:lnTo>
                    <a:pt x="180" y="7045"/>
                  </a:lnTo>
                  <a:lnTo>
                    <a:pt x="270" y="7122"/>
                  </a:lnTo>
                  <a:lnTo>
                    <a:pt x="372" y="7173"/>
                  </a:lnTo>
                  <a:lnTo>
                    <a:pt x="487" y="7211"/>
                  </a:lnTo>
                  <a:lnTo>
                    <a:pt x="616" y="7224"/>
                  </a:lnTo>
                  <a:lnTo>
                    <a:pt x="731" y="7211"/>
                  </a:lnTo>
                  <a:lnTo>
                    <a:pt x="846" y="7173"/>
                  </a:lnTo>
                  <a:lnTo>
                    <a:pt x="949" y="7122"/>
                  </a:lnTo>
                  <a:lnTo>
                    <a:pt x="1038" y="7045"/>
                  </a:lnTo>
                  <a:lnTo>
                    <a:pt x="1115" y="6955"/>
                  </a:lnTo>
                  <a:lnTo>
                    <a:pt x="1166" y="6853"/>
                  </a:lnTo>
                  <a:lnTo>
                    <a:pt x="1205" y="6737"/>
                  </a:lnTo>
                  <a:lnTo>
                    <a:pt x="1218" y="6622"/>
                  </a:lnTo>
                  <a:lnTo>
                    <a:pt x="1218" y="602"/>
                  </a:lnTo>
                  <a:lnTo>
                    <a:pt x="1205" y="487"/>
                  </a:lnTo>
                  <a:lnTo>
                    <a:pt x="1166" y="372"/>
                  </a:lnTo>
                  <a:lnTo>
                    <a:pt x="1115" y="269"/>
                  </a:lnTo>
                  <a:lnTo>
                    <a:pt x="1038" y="180"/>
                  </a:lnTo>
                  <a:lnTo>
                    <a:pt x="949" y="103"/>
                  </a:lnTo>
                  <a:lnTo>
                    <a:pt x="846" y="39"/>
                  </a:lnTo>
                  <a:lnTo>
                    <a:pt x="731" y="13"/>
                  </a:lnTo>
                  <a:lnTo>
                    <a:pt x="6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79" name="Google Shape;2279;p44"/>
            <p:cNvSpPr/>
            <p:nvPr/>
          </p:nvSpPr>
          <p:spPr>
            <a:xfrm>
              <a:off x="3953425" y="2135275"/>
              <a:ext cx="226425" cy="251075"/>
            </a:xfrm>
            <a:custGeom>
              <a:avLst/>
              <a:gdLst/>
              <a:ahLst/>
              <a:cxnLst/>
              <a:rect l="l" t="t" r="r" b="b"/>
              <a:pathLst>
                <a:path w="9057" h="10043" extrusionOk="0">
                  <a:moveTo>
                    <a:pt x="4791" y="1"/>
                  </a:moveTo>
                  <a:lnTo>
                    <a:pt x="4663" y="14"/>
                  </a:lnTo>
                  <a:lnTo>
                    <a:pt x="4548" y="52"/>
                  </a:lnTo>
                  <a:lnTo>
                    <a:pt x="4445" y="103"/>
                  </a:lnTo>
                  <a:lnTo>
                    <a:pt x="4356" y="180"/>
                  </a:lnTo>
                  <a:lnTo>
                    <a:pt x="4292" y="270"/>
                  </a:lnTo>
                  <a:lnTo>
                    <a:pt x="4228" y="372"/>
                  </a:lnTo>
                  <a:lnTo>
                    <a:pt x="4189" y="487"/>
                  </a:lnTo>
                  <a:lnTo>
                    <a:pt x="4176" y="616"/>
                  </a:lnTo>
                  <a:lnTo>
                    <a:pt x="4176" y="4394"/>
                  </a:lnTo>
                  <a:lnTo>
                    <a:pt x="155" y="9030"/>
                  </a:lnTo>
                  <a:lnTo>
                    <a:pt x="78" y="9133"/>
                  </a:lnTo>
                  <a:lnTo>
                    <a:pt x="27" y="9235"/>
                  </a:lnTo>
                  <a:lnTo>
                    <a:pt x="1" y="9351"/>
                  </a:lnTo>
                  <a:lnTo>
                    <a:pt x="1" y="9479"/>
                  </a:lnTo>
                  <a:lnTo>
                    <a:pt x="14" y="9581"/>
                  </a:lnTo>
                  <a:lnTo>
                    <a:pt x="65" y="9696"/>
                  </a:lnTo>
                  <a:lnTo>
                    <a:pt x="129" y="9799"/>
                  </a:lnTo>
                  <a:lnTo>
                    <a:pt x="206" y="9888"/>
                  </a:lnTo>
                  <a:lnTo>
                    <a:pt x="296" y="9953"/>
                  </a:lnTo>
                  <a:lnTo>
                    <a:pt x="398" y="10004"/>
                  </a:lnTo>
                  <a:lnTo>
                    <a:pt x="500" y="10029"/>
                  </a:lnTo>
                  <a:lnTo>
                    <a:pt x="603" y="10042"/>
                  </a:lnTo>
                  <a:lnTo>
                    <a:pt x="731" y="10029"/>
                  </a:lnTo>
                  <a:lnTo>
                    <a:pt x="859" y="9991"/>
                  </a:lnTo>
                  <a:lnTo>
                    <a:pt x="962" y="9914"/>
                  </a:lnTo>
                  <a:lnTo>
                    <a:pt x="1064" y="9824"/>
                  </a:lnTo>
                  <a:lnTo>
                    <a:pt x="5252" y="5021"/>
                  </a:lnTo>
                  <a:lnTo>
                    <a:pt x="5316" y="4932"/>
                  </a:lnTo>
                  <a:lnTo>
                    <a:pt x="5355" y="4829"/>
                  </a:lnTo>
                  <a:lnTo>
                    <a:pt x="5380" y="4727"/>
                  </a:lnTo>
                  <a:lnTo>
                    <a:pt x="5393" y="4624"/>
                  </a:lnTo>
                  <a:lnTo>
                    <a:pt x="5393" y="1218"/>
                  </a:lnTo>
                  <a:lnTo>
                    <a:pt x="8441" y="1218"/>
                  </a:lnTo>
                  <a:lnTo>
                    <a:pt x="8569" y="1205"/>
                  </a:lnTo>
                  <a:lnTo>
                    <a:pt x="8685" y="1166"/>
                  </a:lnTo>
                  <a:lnTo>
                    <a:pt x="8787" y="1115"/>
                  </a:lnTo>
                  <a:lnTo>
                    <a:pt x="8877" y="1038"/>
                  </a:lnTo>
                  <a:lnTo>
                    <a:pt x="8941" y="949"/>
                  </a:lnTo>
                  <a:lnTo>
                    <a:pt x="9005" y="846"/>
                  </a:lnTo>
                  <a:lnTo>
                    <a:pt x="9043" y="731"/>
                  </a:lnTo>
                  <a:lnTo>
                    <a:pt x="9056" y="616"/>
                  </a:lnTo>
                  <a:lnTo>
                    <a:pt x="9043" y="487"/>
                  </a:lnTo>
                  <a:lnTo>
                    <a:pt x="9005" y="372"/>
                  </a:lnTo>
                  <a:lnTo>
                    <a:pt x="8941" y="270"/>
                  </a:lnTo>
                  <a:lnTo>
                    <a:pt x="8877" y="180"/>
                  </a:lnTo>
                  <a:lnTo>
                    <a:pt x="8787" y="103"/>
                  </a:lnTo>
                  <a:lnTo>
                    <a:pt x="8685" y="52"/>
                  </a:lnTo>
                  <a:lnTo>
                    <a:pt x="8569" y="14"/>
                  </a:lnTo>
                  <a:lnTo>
                    <a:pt x="84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0" name="Google Shape;2280;p44"/>
            <p:cNvSpPr/>
            <p:nvPr/>
          </p:nvSpPr>
          <p:spPr>
            <a:xfrm>
              <a:off x="4051425" y="2316525"/>
              <a:ext cx="108875" cy="208450"/>
            </a:xfrm>
            <a:custGeom>
              <a:avLst/>
              <a:gdLst/>
              <a:ahLst/>
              <a:cxnLst/>
              <a:rect l="l" t="t" r="r" b="b"/>
              <a:pathLst>
                <a:path w="4355" h="8338" extrusionOk="0">
                  <a:moveTo>
                    <a:pt x="3625" y="0"/>
                  </a:moveTo>
                  <a:lnTo>
                    <a:pt x="3509" y="38"/>
                  </a:lnTo>
                  <a:lnTo>
                    <a:pt x="3407" y="103"/>
                  </a:lnTo>
                  <a:lnTo>
                    <a:pt x="3317" y="167"/>
                  </a:lnTo>
                  <a:lnTo>
                    <a:pt x="3241" y="256"/>
                  </a:lnTo>
                  <a:lnTo>
                    <a:pt x="3189" y="359"/>
                  </a:lnTo>
                  <a:lnTo>
                    <a:pt x="3151" y="474"/>
                  </a:lnTo>
                  <a:lnTo>
                    <a:pt x="3138" y="602"/>
                  </a:lnTo>
                  <a:lnTo>
                    <a:pt x="3138" y="4572"/>
                  </a:lnTo>
                  <a:lnTo>
                    <a:pt x="192" y="7288"/>
                  </a:lnTo>
                  <a:lnTo>
                    <a:pt x="115" y="7377"/>
                  </a:lnTo>
                  <a:lnTo>
                    <a:pt x="51" y="7480"/>
                  </a:lnTo>
                  <a:lnTo>
                    <a:pt x="13" y="7595"/>
                  </a:lnTo>
                  <a:lnTo>
                    <a:pt x="0" y="7710"/>
                  </a:lnTo>
                  <a:lnTo>
                    <a:pt x="0" y="7826"/>
                  </a:lnTo>
                  <a:lnTo>
                    <a:pt x="39" y="7941"/>
                  </a:lnTo>
                  <a:lnTo>
                    <a:pt x="90" y="8043"/>
                  </a:lnTo>
                  <a:lnTo>
                    <a:pt x="154" y="8146"/>
                  </a:lnTo>
                  <a:lnTo>
                    <a:pt x="256" y="8223"/>
                  </a:lnTo>
                  <a:lnTo>
                    <a:pt x="372" y="8287"/>
                  </a:lnTo>
                  <a:lnTo>
                    <a:pt x="487" y="8325"/>
                  </a:lnTo>
                  <a:lnTo>
                    <a:pt x="602" y="8338"/>
                  </a:lnTo>
                  <a:lnTo>
                    <a:pt x="717" y="8325"/>
                  </a:lnTo>
                  <a:lnTo>
                    <a:pt x="820" y="8300"/>
                  </a:lnTo>
                  <a:lnTo>
                    <a:pt x="922" y="8248"/>
                  </a:lnTo>
                  <a:lnTo>
                    <a:pt x="1012" y="8172"/>
                  </a:lnTo>
                  <a:lnTo>
                    <a:pt x="4150" y="5277"/>
                  </a:lnTo>
                  <a:lnTo>
                    <a:pt x="4240" y="5187"/>
                  </a:lnTo>
                  <a:lnTo>
                    <a:pt x="4304" y="5072"/>
                  </a:lnTo>
                  <a:lnTo>
                    <a:pt x="4342" y="4957"/>
                  </a:lnTo>
                  <a:lnTo>
                    <a:pt x="4355" y="4829"/>
                  </a:lnTo>
                  <a:lnTo>
                    <a:pt x="4355" y="602"/>
                  </a:lnTo>
                  <a:lnTo>
                    <a:pt x="4342" y="474"/>
                  </a:lnTo>
                  <a:lnTo>
                    <a:pt x="4304" y="359"/>
                  </a:lnTo>
                  <a:lnTo>
                    <a:pt x="4252" y="256"/>
                  </a:lnTo>
                  <a:lnTo>
                    <a:pt x="4175" y="167"/>
                  </a:lnTo>
                  <a:lnTo>
                    <a:pt x="4086" y="103"/>
                  </a:lnTo>
                  <a:lnTo>
                    <a:pt x="3983" y="38"/>
                  </a:lnTo>
                  <a:lnTo>
                    <a:pt x="38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1" name="Google Shape;2281;p44"/>
            <p:cNvSpPr/>
            <p:nvPr/>
          </p:nvSpPr>
          <p:spPr>
            <a:xfrm>
              <a:off x="4057825" y="2603100"/>
              <a:ext cx="302925" cy="116900"/>
            </a:xfrm>
            <a:custGeom>
              <a:avLst/>
              <a:gdLst/>
              <a:ahLst/>
              <a:cxnLst/>
              <a:rect l="l" t="t" r="r" b="b"/>
              <a:pathLst>
                <a:path w="12117" h="4676" extrusionOk="0">
                  <a:moveTo>
                    <a:pt x="615" y="0"/>
                  </a:moveTo>
                  <a:lnTo>
                    <a:pt x="487" y="13"/>
                  </a:lnTo>
                  <a:lnTo>
                    <a:pt x="372" y="51"/>
                  </a:lnTo>
                  <a:lnTo>
                    <a:pt x="269" y="103"/>
                  </a:lnTo>
                  <a:lnTo>
                    <a:pt x="180" y="179"/>
                  </a:lnTo>
                  <a:lnTo>
                    <a:pt x="116" y="269"/>
                  </a:lnTo>
                  <a:lnTo>
                    <a:pt x="52" y="372"/>
                  </a:lnTo>
                  <a:lnTo>
                    <a:pt x="13" y="487"/>
                  </a:lnTo>
                  <a:lnTo>
                    <a:pt x="0" y="615"/>
                  </a:lnTo>
                  <a:lnTo>
                    <a:pt x="13" y="730"/>
                  </a:lnTo>
                  <a:lnTo>
                    <a:pt x="52" y="845"/>
                  </a:lnTo>
                  <a:lnTo>
                    <a:pt x="116" y="948"/>
                  </a:lnTo>
                  <a:lnTo>
                    <a:pt x="180" y="1038"/>
                  </a:lnTo>
                  <a:lnTo>
                    <a:pt x="269" y="1114"/>
                  </a:lnTo>
                  <a:lnTo>
                    <a:pt x="372" y="1166"/>
                  </a:lnTo>
                  <a:lnTo>
                    <a:pt x="487" y="1204"/>
                  </a:lnTo>
                  <a:lnTo>
                    <a:pt x="615" y="1217"/>
                  </a:lnTo>
                  <a:lnTo>
                    <a:pt x="6225" y="1217"/>
                  </a:lnTo>
                  <a:lnTo>
                    <a:pt x="6225" y="4060"/>
                  </a:lnTo>
                  <a:lnTo>
                    <a:pt x="6238" y="4188"/>
                  </a:lnTo>
                  <a:lnTo>
                    <a:pt x="6263" y="4304"/>
                  </a:lnTo>
                  <a:lnTo>
                    <a:pt x="6327" y="4406"/>
                  </a:lnTo>
                  <a:lnTo>
                    <a:pt x="6404" y="4496"/>
                  </a:lnTo>
                  <a:lnTo>
                    <a:pt x="6494" y="4573"/>
                  </a:lnTo>
                  <a:lnTo>
                    <a:pt x="6596" y="4624"/>
                  </a:lnTo>
                  <a:lnTo>
                    <a:pt x="6712" y="4662"/>
                  </a:lnTo>
                  <a:lnTo>
                    <a:pt x="6827" y="4675"/>
                  </a:lnTo>
                  <a:lnTo>
                    <a:pt x="11502" y="4675"/>
                  </a:lnTo>
                  <a:lnTo>
                    <a:pt x="11630" y="4662"/>
                  </a:lnTo>
                  <a:lnTo>
                    <a:pt x="11745" y="4624"/>
                  </a:lnTo>
                  <a:lnTo>
                    <a:pt x="11848" y="4573"/>
                  </a:lnTo>
                  <a:lnTo>
                    <a:pt x="11937" y="4496"/>
                  </a:lnTo>
                  <a:lnTo>
                    <a:pt x="12014" y="4406"/>
                  </a:lnTo>
                  <a:lnTo>
                    <a:pt x="12065" y="4304"/>
                  </a:lnTo>
                  <a:lnTo>
                    <a:pt x="12104" y="4188"/>
                  </a:lnTo>
                  <a:lnTo>
                    <a:pt x="12117" y="4060"/>
                  </a:lnTo>
                  <a:lnTo>
                    <a:pt x="12104" y="3945"/>
                  </a:lnTo>
                  <a:lnTo>
                    <a:pt x="12065" y="3830"/>
                  </a:lnTo>
                  <a:lnTo>
                    <a:pt x="12014" y="3727"/>
                  </a:lnTo>
                  <a:lnTo>
                    <a:pt x="11937" y="3638"/>
                  </a:lnTo>
                  <a:lnTo>
                    <a:pt x="11848" y="3561"/>
                  </a:lnTo>
                  <a:lnTo>
                    <a:pt x="11745" y="3509"/>
                  </a:lnTo>
                  <a:lnTo>
                    <a:pt x="11630" y="3471"/>
                  </a:lnTo>
                  <a:lnTo>
                    <a:pt x="11502" y="3458"/>
                  </a:lnTo>
                  <a:lnTo>
                    <a:pt x="7442" y="3458"/>
                  </a:lnTo>
                  <a:lnTo>
                    <a:pt x="7442" y="615"/>
                  </a:lnTo>
                  <a:lnTo>
                    <a:pt x="7429" y="487"/>
                  </a:lnTo>
                  <a:lnTo>
                    <a:pt x="7390" y="372"/>
                  </a:lnTo>
                  <a:lnTo>
                    <a:pt x="7326" y="269"/>
                  </a:lnTo>
                  <a:lnTo>
                    <a:pt x="7262" y="179"/>
                  </a:lnTo>
                  <a:lnTo>
                    <a:pt x="7173" y="103"/>
                  </a:lnTo>
                  <a:lnTo>
                    <a:pt x="7070" y="51"/>
                  </a:lnTo>
                  <a:lnTo>
                    <a:pt x="6955" y="13"/>
                  </a:lnTo>
                  <a:lnTo>
                    <a:pt x="68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2" name="Google Shape;2282;p44"/>
            <p:cNvSpPr/>
            <p:nvPr/>
          </p:nvSpPr>
          <p:spPr>
            <a:xfrm>
              <a:off x="4025475" y="2700750"/>
              <a:ext cx="248825" cy="167175"/>
            </a:xfrm>
            <a:custGeom>
              <a:avLst/>
              <a:gdLst/>
              <a:ahLst/>
              <a:cxnLst/>
              <a:rect l="l" t="t" r="r" b="b"/>
              <a:pathLst>
                <a:path w="9953" h="6687" extrusionOk="0">
                  <a:moveTo>
                    <a:pt x="590" y="1"/>
                  </a:moveTo>
                  <a:lnTo>
                    <a:pt x="475" y="13"/>
                  </a:lnTo>
                  <a:lnTo>
                    <a:pt x="359" y="52"/>
                  </a:lnTo>
                  <a:lnTo>
                    <a:pt x="257" y="103"/>
                  </a:lnTo>
                  <a:lnTo>
                    <a:pt x="167" y="180"/>
                  </a:lnTo>
                  <a:lnTo>
                    <a:pt x="90" y="282"/>
                  </a:lnTo>
                  <a:lnTo>
                    <a:pt x="39" y="398"/>
                  </a:lnTo>
                  <a:lnTo>
                    <a:pt x="13" y="513"/>
                  </a:lnTo>
                  <a:lnTo>
                    <a:pt x="1" y="628"/>
                  </a:lnTo>
                  <a:lnTo>
                    <a:pt x="13" y="743"/>
                  </a:lnTo>
                  <a:lnTo>
                    <a:pt x="52" y="846"/>
                  </a:lnTo>
                  <a:lnTo>
                    <a:pt x="116" y="948"/>
                  </a:lnTo>
                  <a:lnTo>
                    <a:pt x="193" y="1038"/>
                  </a:lnTo>
                  <a:lnTo>
                    <a:pt x="282" y="1115"/>
                  </a:lnTo>
                  <a:lnTo>
                    <a:pt x="9030" y="6597"/>
                  </a:lnTo>
                  <a:lnTo>
                    <a:pt x="9107" y="6635"/>
                  </a:lnTo>
                  <a:lnTo>
                    <a:pt x="9184" y="6661"/>
                  </a:lnTo>
                  <a:lnTo>
                    <a:pt x="9261" y="6686"/>
                  </a:lnTo>
                  <a:lnTo>
                    <a:pt x="9427" y="6686"/>
                  </a:lnTo>
                  <a:lnTo>
                    <a:pt x="9491" y="6673"/>
                  </a:lnTo>
                  <a:lnTo>
                    <a:pt x="9568" y="6648"/>
                  </a:lnTo>
                  <a:lnTo>
                    <a:pt x="9632" y="6609"/>
                  </a:lnTo>
                  <a:lnTo>
                    <a:pt x="9696" y="6571"/>
                  </a:lnTo>
                  <a:lnTo>
                    <a:pt x="9760" y="6520"/>
                  </a:lnTo>
                  <a:lnTo>
                    <a:pt x="9812" y="6469"/>
                  </a:lnTo>
                  <a:lnTo>
                    <a:pt x="9863" y="6404"/>
                  </a:lnTo>
                  <a:lnTo>
                    <a:pt x="9914" y="6289"/>
                  </a:lnTo>
                  <a:lnTo>
                    <a:pt x="9952" y="6174"/>
                  </a:lnTo>
                  <a:lnTo>
                    <a:pt x="9952" y="6059"/>
                  </a:lnTo>
                  <a:lnTo>
                    <a:pt x="9940" y="5943"/>
                  </a:lnTo>
                  <a:lnTo>
                    <a:pt x="9901" y="5841"/>
                  </a:lnTo>
                  <a:lnTo>
                    <a:pt x="9850" y="5738"/>
                  </a:lnTo>
                  <a:lnTo>
                    <a:pt x="9773" y="5636"/>
                  </a:lnTo>
                  <a:lnTo>
                    <a:pt x="9671" y="5572"/>
                  </a:lnTo>
                  <a:lnTo>
                    <a:pt x="936" y="90"/>
                  </a:lnTo>
                  <a:lnTo>
                    <a:pt x="820" y="39"/>
                  </a:lnTo>
                  <a:lnTo>
                    <a:pt x="7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3" name="Google Shape;2283;p44"/>
            <p:cNvSpPr/>
            <p:nvPr/>
          </p:nvSpPr>
          <p:spPr>
            <a:xfrm>
              <a:off x="3967200" y="2775025"/>
              <a:ext cx="114650" cy="266750"/>
            </a:xfrm>
            <a:custGeom>
              <a:avLst/>
              <a:gdLst/>
              <a:ahLst/>
              <a:cxnLst/>
              <a:rect l="l" t="t" r="r" b="b"/>
              <a:pathLst>
                <a:path w="4586" h="10670" extrusionOk="0">
                  <a:moveTo>
                    <a:pt x="513" y="1"/>
                  </a:moveTo>
                  <a:lnTo>
                    <a:pt x="398" y="27"/>
                  </a:lnTo>
                  <a:lnTo>
                    <a:pt x="295" y="78"/>
                  </a:lnTo>
                  <a:lnTo>
                    <a:pt x="206" y="155"/>
                  </a:lnTo>
                  <a:lnTo>
                    <a:pt x="116" y="244"/>
                  </a:lnTo>
                  <a:lnTo>
                    <a:pt x="52" y="347"/>
                  </a:lnTo>
                  <a:lnTo>
                    <a:pt x="13" y="462"/>
                  </a:lnTo>
                  <a:lnTo>
                    <a:pt x="1" y="577"/>
                  </a:lnTo>
                  <a:lnTo>
                    <a:pt x="1" y="693"/>
                  </a:lnTo>
                  <a:lnTo>
                    <a:pt x="26" y="808"/>
                  </a:lnTo>
                  <a:lnTo>
                    <a:pt x="78" y="910"/>
                  </a:lnTo>
                  <a:lnTo>
                    <a:pt x="154" y="1013"/>
                  </a:lnTo>
                  <a:lnTo>
                    <a:pt x="244" y="1090"/>
                  </a:lnTo>
                  <a:lnTo>
                    <a:pt x="3369" y="3421"/>
                  </a:lnTo>
                  <a:lnTo>
                    <a:pt x="3369" y="10055"/>
                  </a:lnTo>
                  <a:lnTo>
                    <a:pt x="3382" y="10183"/>
                  </a:lnTo>
                  <a:lnTo>
                    <a:pt x="3420" y="10299"/>
                  </a:lnTo>
                  <a:lnTo>
                    <a:pt x="3472" y="10401"/>
                  </a:lnTo>
                  <a:lnTo>
                    <a:pt x="3548" y="10491"/>
                  </a:lnTo>
                  <a:lnTo>
                    <a:pt x="3638" y="10567"/>
                  </a:lnTo>
                  <a:lnTo>
                    <a:pt x="3741" y="10619"/>
                  </a:lnTo>
                  <a:lnTo>
                    <a:pt x="3856" y="10657"/>
                  </a:lnTo>
                  <a:lnTo>
                    <a:pt x="3971" y="10670"/>
                  </a:lnTo>
                  <a:lnTo>
                    <a:pt x="4099" y="10657"/>
                  </a:lnTo>
                  <a:lnTo>
                    <a:pt x="4214" y="10619"/>
                  </a:lnTo>
                  <a:lnTo>
                    <a:pt x="4317" y="10567"/>
                  </a:lnTo>
                  <a:lnTo>
                    <a:pt x="4407" y="10491"/>
                  </a:lnTo>
                  <a:lnTo>
                    <a:pt x="4483" y="10401"/>
                  </a:lnTo>
                  <a:lnTo>
                    <a:pt x="4535" y="10299"/>
                  </a:lnTo>
                  <a:lnTo>
                    <a:pt x="4573" y="10183"/>
                  </a:lnTo>
                  <a:lnTo>
                    <a:pt x="4586" y="10055"/>
                  </a:lnTo>
                  <a:lnTo>
                    <a:pt x="4586" y="3113"/>
                  </a:lnTo>
                  <a:lnTo>
                    <a:pt x="4573" y="3036"/>
                  </a:lnTo>
                  <a:lnTo>
                    <a:pt x="4560" y="2972"/>
                  </a:lnTo>
                  <a:lnTo>
                    <a:pt x="4547" y="2896"/>
                  </a:lnTo>
                  <a:lnTo>
                    <a:pt x="4522" y="2832"/>
                  </a:lnTo>
                  <a:lnTo>
                    <a:pt x="4483" y="2780"/>
                  </a:lnTo>
                  <a:lnTo>
                    <a:pt x="4445" y="2716"/>
                  </a:lnTo>
                  <a:lnTo>
                    <a:pt x="4394" y="2665"/>
                  </a:lnTo>
                  <a:lnTo>
                    <a:pt x="4330" y="2627"/>
                  </a:lnTo>
                  <a:lnTo>
                    <a:pt x="961" y="116"/>
                  </a:lnTo>
                  <a:lnTo>
                    <a:pt x="859" y="52"/>
                  </a:lnTo>
                  <a:lnTo>
                    <a:pt x="744" y="14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4" name="Google Shape;2284;p44"/>
            <p:cNvSpPr/>
            <p:nvPr/>
          </p:nvSpPr>
          <p:spPr>
            <a:xfrm>
              <a:off x="3400125" y="2793925"/>
              <a:ext cx="254275" cy="218400"/>
            </a:xfrm>
            <a:custGeom>
              <a:avLst/>
              <a:gdLst/>
              <a:ahLst/>
              <a:cxnLst/>
              <a:rect l="l" t="t" r="r" b="b"/>
              <a:pathLst>
                <a:path w="10171" h="8736" extrusionOk="0">
                  <a:moveTo>
                    <a:pt x="9556" y="1"/>
                  </a:moveTo>
                  <a:lnTo>
                    <a:pt x="9440" y="13"/>
                  </a:lnTo>
                  <a:lnTo>
                    <a:pt x="9325" y="52"/>
                  </a:lnTo>
                  <a:lnTo>
                    <a:pt x="9223" y="103"/>
                  </a:lnTo>
                  <a:lnTo>
                    <a:pt x="9133" y="180"/>
                  </a:lnTo>
                  <a:lnTo>
                    <a:pt x="5483" y="3971"/>
                  </a:lnTo>
                  <a:lnTo>
                    <a:pt x="616" y="3971"/>
                  </a:lnTo>
                  <a:lnTo>
                    <a:pt x="488" y="3984"/>
                  </a:lnTo>
                  <a:lnTo>
                    <a:pt x="372" y="4022"/>
                  </a:lnTo>
                  <a:lnTo>
                    <a:pt x="270" y="4074"/>
                  </a:lnTo>
                  <a:lnTo>
                    <a:pt x="180" y="4150"/>
                  </a:lnTo>
                  <a:lnTo>
                    <a:pt x="103" y="4240"/>
                  </a:lnTo>
                  <a:lnTo>
                    <a:pt x="52" y="4343"/>
                  </a:lnTo>
                  <a:lnTo>
                    <a:pt x="14" y="4458"/>
                  </a:lnTo>
                  <a:lnTo>
                    <a:pt x="1" y="4573"/>
                  </a:lnTo>
                  <a:lnTo>
                    <a:pt x="1" y="8134"/>
                  </a:lnTo>
                  <a:lnTo>
                    <a:pt x="14" y="8249"/>
                  </a:lnTo>
                  <a:lnTo>
                    <a:pt x="52" y="8364"/>
                  </a:lnTo>
                  <a:lnTo>
                    <a:pt x="103" y="8467"/>
                  </a:lnTo>
                  <a:lnTo>
                    <a:pt x="180" y="8556"/>
                  </a:lnTo>
                  <a:lnTo>
                    <a:pt x="270" y="8633"/>
                  </a:lnTo>
                  <a:lnTo>
                    <a:pt x="372" y="8684"/>
                  </a:lnTo>
                  <a:lnTo>
                    <a:pt x="488" y="8723"/>
                  </a:lnTo>
                  <a:lnTo>
                    <a:pt x="616" y="8736"/>
                  </a:lnTo>
                  <a:lnTo>
                    <a:pt x="731" y="8723"/>
                  </a:lnTo>
                  <a:lnTo>
                    <a:pt x="846" y="8684"/>
                  </a:lnTo>
                  <a:lnTo>
                    <a:pt x="949" y="8633"/>
                  </a:lnTo>
                  <a:lnTo>
                    <a:pt x="1038" y="8556"/>
                  </a:lnTo>
                  <a:lnTo>
                    <a:pt x="1115" y="8467"/>
                  </a:lnTo>
                  <a:lnTo>
                    <a:pt x="1166" y="8364"/>
                  </a:lnTo>
                  <a:lnTo>
                    <a:pt x="1205" y="8249"/>
                  </a:lnTo>
                  <a:lnTo>
                    <a:pt x="1218" y="8134"/>
                  </a:lnTo>
                  <a:lnTo>
                    <a:pt x="1218" y="5188"/>
                  </a:lnTo>
                  <a:lnTo>
                    <a:pt x="5739" y="5188"/>
                  </a:lnTo>
                  <a:lnTo>
                    <a:pt x="5854" y="5175"/>
                  </a:lnTo>
                  <a:lnTo>
                    <a:pt x="5969" y="5137"/>
                  </a:lnTo>
                  <a:lnTo>
                    <a:pt x="6085" y="5073"/>
                  </a:lnTo>
                  <a:lnTo>
                    <a:pt x="6174" y="4996"/>
                  </a:lnTo>
                  <a:lnTo>
                    <a:pt x="10004" y="1025"/>
                  </a:lnTo>
                  <a:lnTo>
                    <a:pt x="10081" y="923"/>
                  </a:lnTo>
                  <a:lnTo>
                    <a:pt x="10132" y="820"/>
                  </a:lnTo>
                  <a:lnTo>
                    <a:pt x="10158" y="705"/>
                  </a:lnTo>
                  <a:lnTo>
                    <a:pt x="10170" y="590"/>
                  </a:lnTo>
                  <a:lnTo>
                    <a:pt x="10158" y="475"/>
                  </a:lnTo>
                  <a:lnTo>
                    <a:pt x="10119" y="359"/>
                  </a:lnTo>
                  <a:lnTo>
                    <a:pt x="10068" y="257"/>
                  </a:lnTo>
                  <a:lnTo>
                    <a:pt x="9991" y="167"/>
                  </a:lnTo>
                  <a:lnTo>
                    <a:pt x="9889" y="90"/>
                  </a:lnTo>
                  <a:lnTo>
                    <a:pt x="9786" y="39"/>
                  </a:lnTo>
                  <a:lnTo>
                    <a:pt x="96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5" name="Google Shape;2285;p44"/>
            <p:cNvSpPr/>
            <p:nvPr/>
          </p:nvSpPr>
          <p:spPr>
            <a:xfrm>
              <a:off x="3283275" y="2700750"/>
              <a:ext cx="289150" cy="104725"/>
            </a:xfrm>
            <a:custGeom>
              <a:avLst/>
              <a:gdLst/>
              <a:ahLst/>
              <a:cxnLst/>
              <a:rect l="l" t="t" r="r" b="b"/>
              <a:pathLst>
                <a:path w="11566" h="4189" extrusionOk="0">
                  <a:moveTo>
                    <a:pt x="10887" y="1"/>
                  </a:moveTo>
                  <a:lnTo>
                    <a:pt x="10771" y="26"/>
                  </a:lnTo>
                  <a:lnTo>
                    <a:pt x="10669" y="77"/>
                  </a:lnTo>
                  <a:lnTo>
                    <a:pt x="10567" y="141"/>
                  </a:lnTo>
                  <a:lnTo>
                    <a:pt x="7288" y="2972"/>
                  </a:lnTo>
                  <a:lnTo>
                    <a:pt x="602" y="2972"/>
                  </a:lnTo>
                  <a:lnTo>
                    <a:pt x="487" y="2985"/>
                  </a:lnTo>
                  <a:lnTo>
                    <a:pt x="372" y="3023"/>
                  </a:lnTo>
                  <a:lnTo>
                    <a:pt x="269" y="3074"/>
                  </a:lnTo>
                  <a:lnTo>
                    <a:pt x="179" y="3151"/>
                  </a:lnTo>
                  <a:lnTo>
                    <a:pt x="103" y="3241"/>
                  </a:lnTo>
                  <a:lnTo>
                    <a:pt x="51" y="3343"/>
                  </a:lnTo>
                  <a:lnTo>
                    <a:pt x="13" y="3459"/>
                  </a:lnTo>
                  <a:lnTo>
                    <a:pt x="0" y="3574"/>
                  </a:lnTo>
                  <a:lnTo>
                    <a:pt x="13" y="3702"/>
                  </a:lnTo>
                  <a:lnTo>
                    <a:pt x="51" y="3817"/>
                  </a:lnTo>
                  <a:lnTo>
                    <a:pt x="103" y="3920"/>
                  </a:lnTo>
                  <a:lnTo>
                    <a:pt x="179" y="4009"/>
                  </a:lnTo>
                  <a:lnTo>
                    <a:pt x="269" y="4073"/>
                  </a:lnTo>
                  <a:lnTo>
                    <a:pt x="372" y="4137"/>
                  </a:lnTo>
                  <a:lnTo>
                    <a:pt x="487" y="4176"/>
                  </a:lnTo>
                  <a:lnTo>
                    <a:pt x="602" y="4189"/>
                  </a:lnTo>
                  <a:lnTo>
                    <a:pt x="7518" y="4189"/>
                  </a:lnTo>
                  <a:lnTo>
                    <a:pt x="7621" y="4176"/>
                  </a:lnTo>
                  <a:lnTo>
                    <a:pt x="7723" y="4150"/>
                  </a:lnTo>
                  <a:lnTo>
                    <a:pt x="7826" y="4099"/>
                  </a:lnTo>
                  <a:lnTo>
                    <a:pt x="7915" y="4035"/>
                  </a:lnTo>
                  <a:lnTo>
                    <a:pt x="11361" y="1064"/>
                  </a:lnTo>
                  <a:lnTo>
                    <a:pt x="11450" y="974"/>
                  </a:lnTo>
                  <a:lnTo>
                    <a:pt x="11502" y="871"/>
                  </a:lnTo>
                  <a:lnTo>
                    <a:pt x="11553" y="769"/>
                  </a:lnTo>
                  <a:lnTo>
                    <a:pt x="11566" y="654"/>
                  </a:lnTo>
                  <a:lnTo>
                    <a:pt x="11566" y="526"/>
                  </a:lnTo>
                  <a:lnTo>
                    <a:pt x="11540" y="423"/>
                  </a:lnTo>
                  <a:lnTo>
                    <a:pt x="11489" y="308"/>
                  </a:lnTo>
                  <a:lnTo>
                    <a:pt x="11425" y="205"/>
                  </a:lnTo>
                  <a:lnTo>
                    <a:pt x="11335" y="129"/>
                  </a:lnTo>
                  <a:lnTo>
                    <a:pt x="11233" y="65"/>
                  </a:lnTo>
                  <a:lnTo>
                    <a:pt x="11117" y="13"/>
                  </a:lnTo>
                  <a:lnTo>
                    <a:pt x="110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6" name="Google Shape;2286;p44"/>
            <p:cNvSpPr/>
            <p:nvPr/>
          </p:nvSpPr>
          <p:spPr>
            <a:xfrm>
              <a:off x="3350175" y="2633825"/>
              <a:ext cx="192475" cy="30450"/>
            </a:xfrm>
            <a:custGeom>
              <a:avLst/>
              <a:gdLst/>
              <a:ahLst/>
              <a:cxnLst/>
              <a:rect l="l" t="t" r="r" b="b"/>
              <a:pathLst>
                <a:path w="7699" h="1218" extrusionOk="0">
                  <a:moveTo>
                    <a:pt x="603" y="1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70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03"/>
                  </a:lnTo>
                  <a:lnTo>
                    <a:pt x="14" y="731"/>
                  </a:lnTo>
                  <a:lnTo>
                    <a:pt x="52" y="846"/>
                  </a:lnTo>
                  <a:lnTo>
                    <a:pt x="103" y="948"/>
                  </a:lnTo>
                  <a:lnTo>
                    <a:pt x="180" y="1038"/>
                  </a:lnTo>
                  <a:lnTo>
                    <a:pt x="270" y="1115"/>
                  </a:lnTo>
                  <a:lnTo>
                    <a:pt x="372" y="1166"/>
                  </a:lnTo>
                  <a:lnTo>
                    <a:pt x="488" y="1205"/>
                  </a:lnTo>
                  <a:lnTo>
                    <a:pt x="603" y="1217"/>
                  </a:lnTo>
                  <a:lnTo>
                    <a:pt x="7084" y="1217"/>
                  </a:lnTo>
                  <a:lnTo>
                    <a:pt x="7212" y="1205"/>
                  </a:lnTo>
                  <a:lnTo>
                    <a:pt x="7327" y="1166"/>
                  </a:lnTo>
                  <a:lnTo>
                    <a:pt x="7429" y="1115"/>
                  </a:lnTo>
                  <a:lnTo>
                    <a:pt x="7519" y="1038"/>
                  </a:lnTo>
                  <a:lnTo>
                    <a:pt x="7596" y="948"/>
                  </a:lnTo>
                  <a:lnTo>
                    <a:pt x="7647" y="846"/>
                  </a:lnTo>
                  <a:lnTo>
                    <a:pt x="7686" y="731"/>
                  </a:lnTo>
                  <a:lnTo>
                    <a:pt x="7698" y="603"/>
                  </a:lnTo>
                  <a:lnTo>
                    <a:pt x="7686" y="487"/>
                  </a:lnTo>
                  <a:lnTo>
                    <a:pt x="7647" y="372"/>
                  </a:lnTo>
                  <a:lnTo>
                    <a:pt x="7596" y="270"/>
                  </a:lnTo>
                  <a:lnTo>
                    <a:pt x="7519" y="180"/>
                  </a:lnTo>
                  <a:lnTo>
                    <a:pt x="7429" y="103"/>
                  </a:lnTo>
                  <a:lnTo>
                    <a:pt x="7327" y="52"/>
                  </a:lnTo>
                  <a:lnTo>
                    <a:pt x="7212" y="13"/>
                  </a:lnTo>
                  <a:lnTo>
                    <a:pt x="70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7" name="Google Shape;2287;p44"/>
            <p:cNvSpPr/>
            <p:nvPr/>
          </p:nvSpPr>
          <p:spPr>
            <a:xfrm>
              <a:off x="3283275" y="2447150"/>
              <a:ext cx="256800" cy="130675"/>
            </a:xfrm>
            <a:custGeom>
              <a:avLst/>
              <a:gdLst/>
              <a:ahLst/>
              <a:cxnLst/>
              <a:rect l="l" t="t" r="r" b="b"/>
              <a:pathLst>
                <a:path w="10272" h="5227" extrusionOk="0">
                  <a:moveTo>
                    <a:pt x="615" y="1"/>
                  </a:moveTo>
                  <a:lnTo>
                    <a:pt x="500" y="13"/>
                  </a:lnTo>
                  <a:lnTo>
                    <a:pt x="384" y="39"/>
                  </a:lnTo>
                  <a:lnTo>
                    <a:pt x="282" y="103"/>
                  </a:lnTo>
                  <a:lnTo>
                    <a:pt x="192" y="167"/>
                  </a:lnTo>
                  <a:lnTo>
                    <a:pt x="115" y="257"/>
                  </a:lnTo>
                  <a:lnTo>
                    <a:pt x="51" y="359"/>
                  </a:lnTo>
                  <a:lnTo>
                    <a:pt x="13" y="487"/>
                  </a:lnTo>
                  <a:lnTo>
                    <a:pt x="0" y="603"/>
                  </a:lnTo>
                  <a:lnTo>
                    <a:pt x="13" y="718"/>
                  </a:lnTo>
                  <a:lnTo>
                    <a:pt x="39" y="833"/>
                  </a:lnTo>
                  <a:lnTo>
                    <a:pt x="90" y="936"/>
                  </a:lnTo>
                  <a:lnTo>
                    <a:pt x="167" y="1025"/>
                  </a:lnTo>
                  <a:lnTo>
                    <a:pt x="256" y="1102"/>
                  </a:lnTo>
                  <a:lnTo>
                    <a:pt x="359" y="1166"/>
                  </a:lnTo>
                  <a:lnTo>
                    <a:pt x="9414" y="5175"/>
                  </a:lnTo>
                  <a:lnTo>
                    <a:pt x="9542" y="5213"/>
                  </a:lnTo>
                  <a:lnTo>
                    <a:pt x="9670" y="5226"/>
                  </a:lnTo>
                  <a:lnTo>
                    <a:pt x="9747" y="5226"/>
                  </a:lnTo>
                  <a:lnTo>
                    <a:pt x="9837" y="5201"/>
                  </a:lnTo>
                  <a:lnTo>
                    <a:pt x="9913" y="5175"/>
                  </a:lnTo>
                  <a:lnTo>
                    <a:pt x="9990" y="5137"/>
                  </a:lnTo>
                  <a:lnTo>
                    <a:pt x="10067" y="5085"/>
                  </a:lnTo>
                  <a:lnTo>
                    <a:pt x="10118" y="5021"/>
                  </a:lnTo>
                  <a:lnTo>
                    <a:pt x="10182" y="4945"/>
                  </a:lnTo>
                  <a:lnTo>
                    <a:pt x="10221" y="4868"/>
                  </a:lnTo>
                  <a:lnTo>
                    <a:pt x="10259" y="4752"/>
                  </a:lnTo>
                  <a:lnTo>
                    <a:pt x="10272" y="4637"/>
                  </a:lnTo>
                  <a:lnTo>
                    <a:pt x="10259" y="4509"/>
                  </a:lnTo>
                  <a:lnTo>
                    <a:pt x="10234" y="4407"/>
                  </a:lnTo>
                  <a:lnTo>
                    <a:pt x="10182" y="4304"/>
                  </a:lnTo>
                  <a:lnTo>
                    <a:pt x="10105" y="4202"/>
                  </a:lnTo>
                  <a:lnTo>
                    <a:pt x="10016" y="4125"/>
                  </a:lnTo>
                  <a:lnTo>
                    <a:pt x="9913" y="4061"/>
                  </a:lnTo>
                  <a:lnTo>
                    <a:pt x="858" y="52"/>
                  </a:lnTo>
                  <a:lnTo>
                    <a:pt x="743" y="13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8" name="Google Shape;2288;p44"/>
            <p:cNvSpPr/>
            <p:nvPr/>
          </p:nvSpPr>
          <p:spPr>
            <a:xfrm>
              <a:off x="3366825" y="2191000"/>
              <a:ext cx="205600" cy="281150"/>
            </a:xfrm>
            <a:custGeom>
              <a:avLst/>
              <a:gdLst/>
              <a:ahLst/>
              <a:cxnLst/>
              <a:rect l="l" t="t" r="r" b="b"/>
              <a:pathLst>
                <a:path w="8224" h="11246" extrusionOk="0">
                  <a:moveTo>
                    <a:pt x="603" y="0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15"/>
                  </a:lnTo>
                  <a:lnTo>
                    <a:pt x="1" y="7198"/>
                  </a:lnTo>
                  <a:lnTo>
                    <a:pt x="1" y="7288"/>
                  </a:lnTo>
                  <a:lnTo>
                    <a:pt x="27" y="7365"/>
                  </a:lnTo>
                  <a:lnTo>
                    <a:pt x="52" y="7455"/>
                  </a:lnTo>
                  <a:lnTo>
                    <a:pt x="91" y="7519"/>
                  </a:lnTo>
                  <a:lnTo>
                    <a:pt x="142" y="7595"/>
                  </a:lnTo>
                  <a:lnTo>
                    <a:pt x="206" y="7647"/>
                  </a:lnTo>
                  <a:lnTo>
                    <a:pt x="270" y="7698"/>
                  </a:lnTo>
                  <a:lnTo>
                    <a:pt x="347" y="7749"/>
                  </a:lnTo>
                  <a:lnTo>
                    <a:pt x="7353" y="11182"/>
                  </a:lnTo>
                  <a:lnTo>
                    <a:pt x="7417" y="11207"/>
                  </a:lnTo>
                  <a:lnTo>
                    <a:pt x="7481" y="11220"/>
                  </a:lnTo>
                  <a:lnTo>
                    <a:pt x="7558" y="11233"/>
                  </a:lnTo>
                  <a:lnTo>
                    <a:pt x="7622" y="11246"/>
                  </a:lnTo>
                  <a:lnTo>
                    <a:pt x="7698" y="11233"/>
                  </a:lnTo>
                  <a:lnTo>
                    <a:pt x="7788" y="11220"/>
                  </a:lnTo>
                  <a:lnTo>
                    <a:pt x="7865" y="11194"/>
                  </a:lnTo>
                  <a:lnTo>
                    <a:pt x="7942" y="11156"/>
                  </a:lnTo>
                  <a:lnTo>
                    <a:pt x="8006" y="11105"/>
                  </a:lnTo>
                  <a:lnTo>
                    <a:pt x="8070" y="11041"/>
                  </a:lnTo>
                  <a:lnTo>
                    <a:pt x="8121" y="10977"/>
                  </a:lnTo>
                  <a:lnTo>
                    <a:pt x="8172" y="10900"/>
                  </a:lnTo>
                  <a:lnTo>
                    <a:pt x="8211" y="10785"/>
                  </a:lnTo>
                  <a:lnTo>
                    <a:pt x="8224" y="10669"/>
                  </a:lnTo>
                  <a:lnTo>
                    <a:pt x="8224" y="10554"/>
                  </a:lnTo>
                  <a:lnTo>
                    <a:pt x="8198" y="10439"/>
                  </a:lnTo>
                  <a:lnTo>
                    <a:pt x="8147" y="10336"/>
                  </a:lnTo>
                  <a:lnTo>
                    <a:pt x="8083" y="10234"/>
                  </a:lnTo>
                  <a:lnTo>
                    <a:pt x="7993" y="10157"/>
                  </a:lnTo>
                  <a:lnTo>
                    <a:pt x="7891" y="10093"/>
                  </a:lnTo>
                  <a:lnTo>
                    <a:pt x="1218" y="6827"/>
                  </a:lnTo>
                  <a:lnTo>
                    <a:pt x="1218" y="615"/>
                  </a:lnTo>
                  <a:lnTo>
                    <a:pt x="1205" y="487"/>
                  </a:lnTo>
                  <a:lnTo>
                    <a:pt x="1166" y="372"/>
                  </a:lnTo>
                  <a:lnTo>
                    <a:pt x="1115" y="269"/>
                  </a:lnTo>
                  <a:lnTo>
                    <a:pt x="1038" y="180"/>
                  </a:lnTo>
                  <a:lnTo>
                    <a:pt x="949" y="103"/>
                  </a:lnTo>
                  <a:lnTo>
                    <a:pt x="846" y="52"/>
                  </a:lnTo>
                  <a:lnTo>
                    <a:pt x="731" y="13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9" name="Google Shape;2289;p44"/>
            <p:cNvSpPr/>
            <p:nvPr/>
          </p:nvSpPr>
          <p:spPr>
            <a:xfrm>
              <a:off x="3483700" y="2207650"/>
              <a:ext cx="209125" cy="147950"/>
            </a:xfrm>
            <a:custGeom>
              <a:avLst/>
              <a:gdLst/>
              <a:ahLst/>
              <a:cxnLst/>
              <a:rect l="l" t="t" r="r" b="b"/>
              <a:pathLst>
                <a:path w="8365" h="5918" extrusionOk="0">
                  <a:moveTo>
                    <a:pt x="616" y="0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15"/>
                  </a:lnTo>
                  <a:lnTo>
                    <a:pt x="14" y="730"/>
                  </a:lnTo>
                  <a:lnTo>
                    <a:pt x="52" y="846"/>
                  </a:lnTo>
                  <a:lnTo>
                    <a:pt x="103" y="948"/>
                  </a:lnTo>
                  <a:lnTo>
                    <a:pt x="180" y="1038"/>
                  </a:lnTo>
                  <a:lnTo>
                    <a:pt x="270" y="1115"/>
                  </a:lnTo>
                  <a:lnTo>
                    <a:pt x="372" y="1166"/>
                  </a:lnTo>
                  <a:lnTo>
                    <a:pt x="488" y="1204"/>
                  </a:lnTo>
                  <a:lnTo>
                    <a:pt x="616" y="1217"/>
                  </a:lnTo>
                  <a:lnTo>
                    <a:pt x="3677" y="1217"/>
                  </a:lnTo>
                  <a:lnTo>
                    <a:pt x="3677" y="3625"/>
                  </a:lnTo>
                  <a:lnTo>
                    <a:pt x="3677" y="3702"/>
                  </a:lnTo>
                  <a:lnTo>
                    <a:pt x="3702" y="3792"/>
                  </a:lnTo>
                  <a:lnTo>
                    <a:pt x="3728" y="3868"/>
                  </a:lnTo>
                  <a:lnTo>
                    <a:pt x="3766" y="3945"/>
                  </a:lnTo>
                  <a:lnTo>
                    <a:pt x="3818" y="4009"/>
                  </a:lnTo>
                  <a:lnTo>
                    <a:pt x="3882" y="4073"/>
                  </a:lnTo>
                  <a:lnTo>
                    <a:pt x="3946" y="4125"/>
                  </a:lnTo>
                  <a:lnTo>
                    <a:pt x="4022" y="4163"/>
                  </a:lnTo>
                  <a:lnTo>
                    <a:pt x="7493" y="5854"/>
                  </a:lnTo>
                  <a:lnTo>
                    <a:pt x="7557" y="5892"/>
                  </a:lnTo>
                  <a:lnTo>
                    <a:pt x="7634" y="5905"/>
                  </a:lnTo>
                  <a:lnTo>
                    <a:pt x="7762" y="5918"/>
                  </a:lnTo>
                  <a:lnTo>
                    <a:pt x="7852" y="5918"/>
                  </a:lnTo>
                  <a:lnTo>
                    <a:pt x="7929" y="5892"/>
                  </a:lnTo>
                  <a:lnTo>
                    <a:pt x="8006" y="5866"/>
                  </a:lnTo>
                  <a:lnTo>
                    <a:pt x="8083" y="5828"/>
                  </a:lnTo>
                  <a:lnTo>
                    <a:pt x="8147" y="5777"/>
                  </a:lnTo>
                  <a:lnTo>
                    <a:pt x="8211" y="5726"/>
                  </a:lnTo>
                  <a:lnTo>
                    <a:pt x="8262" y="5661"/>
                  </a:lnTo>
                  <a:lnTo>
                    <a:pt x="8313" y="5585"/>
                  </a:lnTo>
                  <a:lnTo>
                    <a:pt x="8352" y="5469"/>
                  </a:lnTo>
                  <a:lnTo>
                    <a:pt x="8364" y="5341"/>
                  </a:lnTo>
                  <a:lnTo>
                    <a:pt x="8364" y="5226"/>
                  </a:lnTo>
                  <a:lnTo>
                    <a:pt x="8339" y="5111"/>
                  </a:lnTo>
                  <a:lnTo>
                    <a:pt x="8287" y="5008"/>
                  </a:lnTo>
                  <a:lnTo>
                    <a:pt x="8223" y="4919"/>
                  </a:lnTo>
                  <a:lnTo>
                    <a:pt x="8134" y="4829"/>
                  </a:lnTo>
                  <a:lnTo>
                    <a:pt x="8031" y="4765"/>
                  </a:lnTo>
                  <a:lnTo>
                    <a:pt x="4893" y="3241"/>
                  </a:lnTo>
                  <a:lnTo>
                    <a:pt x="4893" y="615"/>
                  </a:lnTo>
                  <a:lnTo>
                    <a:pt x="4881" y="487"/>
                  </a:lnTo>
                  <a:lnTo>
                    <a:pt x="4842" y="372"/>
                  </a:lnTo>
                  <a:lnTo>
                    <a:pt x="4791" y="269"/>
                  </a:lnTo>
                  <a:lnTo>
                    <a:pt x="4714" y="180"/>
                  </a:lnTo>
                  <a:lnTo>
                    <a:pt x="4624" y="103"/>
                  </a:lnTo>
                  <a:lnTo>
                    <a:pt x="4522" y="52"/>
                  </a:lnTo>
                  <a:lnTo>
                    <a:pt x="4407" y="13"/>
                  </a:lnTo>
                  <a:lnTo>
                    <a:pt x="42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0" name="Google Shape;2290;p44"/>
            <p:cNvSpPr/>
            <p:nvPr/>
          </p:nvSpPr>
          <p:spPr>
            <a:xfrm>
              <a:off x="3709450" y="2843550"/>
              <a:ext cx="166525" cy="254275"/>
            </a:xfrm>
            <a:custGeom>
              <a:avLst/>
              <a:gdLst/>
              <a:ahLst/>
              <a:cxnLst/>
              <a:rect l="l" t="t" r="r" b="b"/>
              <a:pathLst>
                <a:path w="6661" h="10171" extrusionOk="0">
                  <a:moveTo>
                    <a:pt x="0" y="1"/>
                  </a:moveTo>
                  <a:lnTo>
                    <a:pt x="0" y="6840"/>
                  </a:lnTo>
                  <a:lnTo>
                    <a:pt x="0" y="7007"/>
                  </a:lnTo>
                  <a:lnTo>
                    <a:pt x="13" y="7173"/>
                  </a:lnTo>
                  <a:lnTo>
                    <a:pt x="39" y="7340"/>
                  </a:lnTo>
                  <a:lnTo>
                    <a:pt x="64" y="7506"/>
                  </a:lnTo>
                  <a:lnTo>
                    <a:pt x="103" y="7673"/>
                  </a:lnTo>
                  <a:lnTo>
                    <a:pt x="154" y="7826"/>
                  </a:lnTo>
                  <a:lnTo>
                    <a:pt x="205" y="7980"/>
                  </a:lnTo>
                  <a:lnTo>
                    <a:pt x="256" y="8134"/>
                  </a:lnTo>
                  <a:lnTo>
                    <a:pt x="321" y="8275"/>
                  </a:lnTo>
                  <a:lnTo>
                    <a:pt x="397" y="8428"/>
                  </a:lnTo>
                  <a:lnTo>
                    <a:pt x="474" y="8557"/>
                  </a:lnTo>
                  <a:lnTo>
                    <a:pt x="564" y="8697"/>
                  </a:lnTo>
                  <a:lnTo>
                    <a:pt x="756" y="8954"/>
                  </a:lnTo>
                  <a:lnTo>
                    <a:pt x="974" y="9197"/>
                  </a:lnTo>
                  <a:lnTo>
                    <a:pt x="1204" y="9402"/>
                  </a:lnTo>
                  <a:lnTo>
                    <a:pt x="1460" y="9594"/>
                  </a:lnTo>
                  <a:lnTo>
                    <a:pt x="1601" y="9684"/>
                  </a:lnTo>
                  <a:lnTo>
                    <a:pt x="1742" y="9760"/>
                  </a:lnTo>
                  <a:lnTo>
                    <a:pt x="1883" y="9837"/>
                  </a:lnTo>
                  <a:lnTo>
                    <a:pt x="2037" y="9901"/>
                  </a:lnTo>
                  <a:lnTo>
                    <a:pt x="2178" y="9965"/>
                  </a:lnTo>
                  <a:lnTo>
                    <a:pt x="2344" y="10017"/>
                  </a:lnTo>
                  <a:lnTo>
                    <a:pt x="2498" y="10055"/>
                  </a:lnTo>
                  <a:lnTo>
                    <a:pt x="2652" y="10093"/>
                  </a:lnTo>
                  <a:lnTo>
                    <a:pt x="2818" y="10132"/>
                  </a:lnTo>
                  <a:lnTo>
                    <a:pt x="2985" y="10145"/>
                  </a:lnTo>
                  <a:lnTo>
                    <a:pt x="3151" y="10158"/>
                  </a:lnTo>
                  <a:lnTo>
                    <a:pt x="3330" y="10170"/>
                  </a:lnTo>
                  <a:lnTo>
                    <a:pt x="3497" y="10158"/>
                  </a:lnTo>
                  <a:lnTo>
                    <a:pt x="3663" y="10145"/>
                  </a:lnTo>
                  <a:lnTo>
                    <a:pt x="3830" y="10132"/>
                  </a:lnTo>
                  <a:lnTo>
                    <a:pt x="3996" y="10093"/>
                  </a:lnTo>
                  <a:lnTo>
                    <a:pt x="4163" y="10055"/>
                  </a:lnTo>
                  <a:lnTo>
                    <a:pt x="4317" y="10017"/>
                  </a:lnTo>
                  <a:lnTo>
                    <a:pt x="4470" y="9965"/>
                  </a:lnTo>
                  <a:lnTo>
                    <a:pt x="4624" y="9901"/>
                  </a:lnTo>
                  <a:lnTo>
                    <a:pt x="4778" y="9837"/>
                  </a:lnTo>
                  <a:lnTo>
                    <a:pt x="4919" y="9760"/>
                  </a:lnTo>
                  <a:lnTo>
                    <a:pt x="5059" y="9684"/>
                  </a:lnTo>
                  <a:lnTo>
                    <a:pt x="5188" y="9594"/>
                  </a:lnTo>
                  <a:lnTo>
                    <a:pt x="5444" y="9402"/>
                  </a:lnTo>
                  <a:lnTo>
                    <a:pt x="5687" y="9197"/>
                  </a:lnTo>
                  <a:lnTo>
                    <a:pt x="5892" y="8954"/>
                  </a:lnTo>
                  <a:lnTo>
                    <a:pt x="6084" y="8697"/>
                  </a:lnTo>
                  <a:lnTo>
                    <a:pt x="6174" y="8557"/>
                  </a:lnTo>
                  <a:lnTo>
                    <a:pt x="6251" y="8428"/>
                  </a:lnTo>
                  <a:lnTo>
                    <a:pt x="6327" y="8275"/>
                  </a:lnTo>
                  <a:lnTo>
                    <a:pt x="6391" y="8134"/>
                  </a:lnTo>
                  <a:lnTo>
                    <a:pt x="6455" y="7980"/>
                  </a:lnTo>
                  <a:lnTo>
                    <a:pt x="6507" y="7826"/>
                  </a:lnTo>
                  <a:lnTo>
                    <a:pt x="6558" y="7673"/>
                  </a:lnTo>
                  <a:lnTo>
                    <a:pt x="6596" y="7506"/>
                  </a:lnTo>
                  <a:lnTo>
                    <a:pt x="6622" y="7340"/>
                  </a:lnTo>
                  <a:lnTo>
                    <a:pt x="6635" y="7173"/>
                  </a:lnTo>
                  <a:lnTo>
                    <a:pt x="6648" y="7007"/>
                  </a:lnTo>
                  <a:lnTo>
                    <a:pt x="6660" y="6840"/>
                  </a:lnTo>
                  <a:lnTo>
                    <a:pt x="66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1" name="Google Shape;2291;p44"/>
            <p:cNvSpPr/>
            <p:nvPr/>
          </p:nvSpPr>
          <p:spPr>
            <a:xfrm>
              <a:off x="3669425" y="2834275"/>
              <a:ext cx="246250" cy="188625"/>
            </a:xfrm>
            <a:custGeom>
              <a:avLst/>
              <a:gdLst/>
              <a:ahLst/>
              <a:cxnLst/>
              <a:rect l="l" t="t" r="r" b="b"/>
              <a:pathLst>
                <a:path w="9850" h="7545" extrusionOk="0">
                  <a:moveTo>
                    <a:pt x="0" y="0"/>
                  </a:moveTo>
                  <a:lnTo>
                    <a:pt x="0" y="6648"/>
                  </a:lnTo>
                  <a:lnTo>
                    <a:pt x="13" y="6737"/>
                  </a:lnTo>
                  <a:lnTo>
                    <a:pt x="26" y="6827"/>
                  </a:lnTo>
                  <a:lnTo>
                    <a:pt x="52" y="6917"/>
                  </a:lnTo>
                  <a:lnTo>
                    <a:pt x="77" y="6994"/>
                  </a:lnTo>
                  <a:lnTo>
                    <a:pt x="116" y="7070"/>
                  </a:lnTo>
                  <a:lnTo>
                    <a:pt x="154" y="7147"/>
                  </a:lnTo>
                  <a:lnTo>
                    <a:pt x="205" y="7224"/>
                  </a:lnTo>
                  <a:lnTo>
                    <a:pt x="269" y="7275"/>
                  </a:lnTo>
                  <a:lnTo>
                    <a:pt x="333" y="7339"/>
                  </a:lnTo>
                  <a:lnTo>
                    <a:pt x="397" y="7391"/>
                  </a:lnTo>
                  <a:lnTo>
                    <a:pt x="474" y="7429"/>
                  </a:lnTo>
                  <a:lnTo>
                    <a:pt x="551" y="7467"/>
                  </a:lnTo>
                  <a:lnTo>
                    <a:pt x="628" y="7506"/>
                  </a:lnTo>
                  <a:lnTo>
                    <a:pt x="718" y="7519"/>
                  </a:lnTo>
                  <a:lnTo>
                    <a:pt x="807" y="7531"/>
                  </a:lnTo>
                  <a:lnTo>
                    <a:pt x="897" y="7544"/>
                  </a:lnTo>
                  <a:lnTo>
                    <a:pt x="8966" y="7544"/>
                  </a:lnTo>
                  <a:lnTo>
                    <a:pt x="9056" y="7531"/>
                  </a:lnTo>
                  <a:lnTo>
                    <a:pt x="9145" y="7519"/>
                  </a:lnTo>
                  <a:lnTo>
                    <a:pt x="9222" y="7506"/>
                  </a:lnTo>
                  <a:lnTo>
                    <a:pt x="9312" y="7467"/>
                  </a:lnTo>
                  <a:lnTo>
                    <a:pt x="9389" y="7429"/>
                  </a:lnTo>
                  <a:lnTo>
                    <a:pt x="9465" y="7391"/>
                  </a:lnTo>
                  <a:lnTo>
                    <a:pt x="9529" y="7339"/>
                  </a:lnTo>
                  <a:lnTo>
                    <a:pt x="9593" y="7275"/>
                  </a:lnTo>
                  <a:lnTo>
                    <a:pt x="9645" y="7224"/>
                  </a:lnTo>
                  <a:lnTo>
                    <a:pt x="9696" y="7147"/>
                  </a:lnTo>
                  <a:lnTo>
                    <a:pt x="9747" y="7070"/>
                  </a:lnTo>
                  <a:lnTo>
                    <a:pt x="9786" y="6994"/>
                  </a:lnTo>
                  <a:lnTo>
                    <a:pt x="9811" y="6917"/>
                  </a:lnTo>
                  <a:lnTo>
                    <a:pt x="9837" y="6827"/>
                  </a:lnTo>
                  <a:lnTo>
                    <a:pt x="9850" y="6737"/>
                  </a:lnTo>
                  <a:lnTo>
                    <a:pt x="9850" y="6648"/>
                  </a:lnTo>
                  <a:lnTo>
                    <a:pt x="98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2" name="Google Shape;2292;p44"/>
            <p:cNvSpPr/>
            <p:nvPr/>
          </p:nvSpPr>
          <p:spPr>
            <a:xfrm>
              <a:off x="3522125" y="2312350"/>
              <a:ext cx="548200" cy="548200"/>
            </a:xfrm>
            <a:custGeom>
              <a:avLst/>
              <a:gdLst/>
              <a:ahLst/>
              <a:cxnLst/>
              <a:rect l="l" t="t" r="r" b="b"/>
              <a:pathLst>
                <a:path w="21928" h="21928" extrusionOk="0">
                  <a:moveTo>
                    <a:pt x="10964" y="1"/>
                  </a:moveTo>
                  <a:lnTo>
                    <a:pt x="10401" y="13"/>
                  </a:lnTo>
                  <a:lnTo>
                    <a:pt x="9837" y="52"/>
                  </a:lnTo>
                  <a:lnTo>
                    <a:pt x="9286" y="116"/>
                  </a:lnTo>
                  <a:lnTo>
                    <a:pt x="8749" y="218"/>
                  </a:lnTo>
                  <a:lnTo>
                    <a:pt x="8223" y="334"/>
                  </a:lnTo>
                  <a:lnTo>
                    <a:pt x="7698" y="487"/>
                  </a:lnTo>
                  <a:lnTo>
                    <a:pt x="7186" y="654"/>
                  </a:lnTo>
                  <a:lnTo>
                    <a:pt x="6699" y="859"/>
                  </a:lnTo>
                  <a:lnTo>
                    <a:pt x="6213" y="1076"/>
                  </a:lnTo>
                  <a:lnTo>
                    <a:pt x="5739" y="1320"/>
                  </a:lnTo>
                  <a:lnTo>
                    <a:pt x="5278" y="1576"/>
                  </a:lnTo>
                  <a:lnTo>
                    <a:pt x="4829" y="1871"/>
                  </a:lnTo>
                  <a:lnTo>
                    <a:pt x="4407" y="2178"/>
                  </a:lnTo>
                  <a:lnTo>
                    <a:pt x="3984" y="2498"/>
                  </a:lnTo>
                  <a:lnTo>
                    <a:pt x="3587" y="2844"/>
                  </a:lnTo>
                  <a:lnTo>
                    <a:pt x="3203" y="3203"/>
                  </a:lnTo>
                  <a:lnTo>
                    <a:pt x="2844" y="3587"/>
                  </a:lnTo>
                  <a:lnTo>
                    <a:pt x="2498" y="3984"/>
                  </a:lnTo>
                  <a:lnTo>
                    <a:pt x="2178" y="4394"/>
                  </a:lnTo>
                  <a:lnTo>
                    <a:pt x="1871" y="4829"/>
                  </a:lnTo>
                  <a:lnTo>
                    <a:pt x="1589" y="5277"/>
                  </a:lnTo>
                  <a:lnTo>
                    <a:pt x="1320" y="5738"/>
                  </a:lnTo>
                  <a:lnTo>
                    <a:pt x="1077" y="6200"/>
                  </a:lnTo>
                  <a:lnTo>
                    <a:pt x="859" y="6686"/>
                  </a:lnTo>
                  <a:lnTo>
                    <a:pt x="667" y="7186"/>
                  </a:lnTo>
                  <a:lnTo>
                    <a:pt x="487" y="7698"/>
                  </a:lnTo>
                  <a:lnTo>
                    <a:pt x="347" y="8223"/>
                  </a:lnTo>
                  <a:lnTo>
                    <a:pt x="218" y="8748"/>
                  </a:lnTo>
                  <a:lnTo>
                    <a:pt x="129" y="9286"/>
                  </a:lnTo>
                  <a:lnTo>
                    <a:pt x="52" y="9837"/>
                  </a:lnTo>
                  <a:lnTo>
                    <a:pt x="14" y="10401"/>
                  </a:lnTo>
                  <a:lnTo>
                    <a:pt x="1" y="10964"/>
                  </a:lnTo>
                  <a:lnTo>
                    <a:pt x="14" y="11528"/>
                  </a:lnTo>
                  <a:lnTo>
                    <a:pt x="52" y="12078"/>
                  </a:lnTo>
                  <a:lnTo>
                    <a:pt x="129" y="12629"/>
                  </a:lnTo>
                  <a:lnTo>
                    <a:pt x="218" y="13167"/>
                  </a:lnTo>
                  <a:lnTo>
                    <a:pt x="347" y="13705"/>
                  </a:lnTo>
                  <a:lnTo>
                    <a:pt x="487" y="14217"/>
                  </a:lnTo>
                  <a:lnTo>
                    <a:pt x="667" y="14730"/>
                  </a:lnTo>
                  <a:lnTo>
                    <a:pt x="859" y="15229"/>
                  </a:lnTo>
                  <a:lnTo>
                    <a:pt x="1077" y="15716"/>
                  </a:lnTo>
                  <a:lnTo>
                    <a:pt x="1320" y="16190"/>
                  </a:lnTo>
                  <a:lnTo>
                    <a:pt x="1589" y="16651"/>
                  </a:lnTo>
                  <a:lnTo>
                    <a:pt x="1871" y="17086"/>
                  </a:lnTo>
                  <a:lnTo>
                    <a:pt x="2178" y="17522"/>
                  </a:lnTo>
                  <a:lnTo>
                    <a:pt x="2498" y="17932"/>
                  </a:lnTo>
                  <a:lnTo>
                    <a:pt x="2844" y="18329"/>
                  </a:lnTo>
                  <a:lnTo>
                    <a:pt x="3203" y="18713"/>
                  </a:lnTo>
                  <a:lnTo>
                    <a:pt x="3587" y="19072"/>
                  </a:lnTo>
                  <a:lnTo>
                    <a:pt x="3984" y="19417"/>
                  </a:lnTo>
                  <a:lnTo>
                    <a:pt x="4407" y="19750"/>
                  </a:lnTo>
                  <a:lnTo>
                    <a:pt x="4829" y="20058"/>
                  </a:lnTo>
                  <a:lnTo>
                    <a:pt x="5278" y="20339"/>
                  </a:lnTo>
                  <a:lnTo>
                    <a:pt x="5739" y="20596"/>
                  </a:lnTo>
                  <a:lnTo>
                    <a:pt x="6213" y="20839"/>
                  </a:lnTo>
                  <a:lnTo>
                    <a:pt x="6699" y="21070"/>
                  </a:lnTo>
                  <a:lnTo>
                    <a:pt x="7186" y="21262"/>
                  </a:lnTo>
                  <a:lnTo>
                    <a:pt x="7698" y="21428"/>
                  </a:lnTo>
                  <a:lnTo>
                    <a:pt x="8223" y="21582"/>
                  </a:lnTo>
                  <a:lnTo>
                    <a:pt x="8749" y="21697"/>
                  </a:lnTo>
                  <a:lnTo>
                    <a:pt x="9286" y="21800"/>
                  </a:lnTo>
                  <a:lnTo>
                    <a:pt x="9837" y="21864"/>
                  </a:lnTo>
                  <a:lnTo>
                    <a:pt x="10401" y="21915"/>
                  </a:lnTo>
                  <a:lnTo>
                    <a:pt x="10964" y="21928"/>
                  </a:lnTo>
                  <a:lnTo>
                    <a:pt x="11528" y="21915"/>
                  </a:lnTo>
                  <a:lnTo>
                    <a:pt x="12079" y="21864"/>
                  </a:lnTo>
                  <a:lnTo>
                    <a:pt x="12629" y="21800"/>
                  </a:lnTo>
                  <a:lnTo>
                    <a:pt x="13167" y="21697"/>
                  </a:lnTo>
                  <a:lnTo>
                    <a:pt x="13705" y="21582"/>
                  </a:lnTo>
                  <a:lnTo>
                    <a:pt x="14217" y="21428"/>
                  </a:lnTo>
                  <a:lnTo>
                    <a:pt x="14730" y="21262"/>
                  </a:lnTo>
                  <a:lnTo>
                    <a:pt x="15229" y="21070"/>
                  </a:lnTo>
                  <a:lnTo>
                    <a:pt x="15716" y="20839"/>
                  </a:lnTo>
                  <a:lnTo>
                    <a:pt x="16190" y="20596"/>
                  </a:lnTo>
                  <a:lnTo>
                    <a:pt x="16651" y="20339"/>
                  </a:lnTo>
                  <a:lnTo>
                    <a:pt x="17086" y="20058"/>
                  </a:lnTo>
                  <a:lnTo>
                    <a:pt x="17522" y="19750"/>
                  </a:lnTo>
                  <a:lnTo>
                    <a:pt x="17932" y="19417"/>
                  </a:lnTo>
                  <a:lnTo>
                    <a:pt x="18329" y="19072"/>
                  </a:lnTo>
                  <a:lnTo>
                    <a:pt x="18713" y="18713"/>
                  </a:lnTo>
                  <a:lnTo>
                    <a:pt x="19072" y="18329"/>
                  </a:lnTo>
                  <a:lnTo>
                    <a:pt x="19417" y="17932"/>
                  </a:lnTo>
                  <a:lnTo>
                    <a:pt x="19750" y="17522"/>
                  </a:lnTo>
                  <a:lnTo>
                    <a:pt x="20058" y="17086"/>
                  </a:lnTo>
                  <a:lnTo>
                    <a:pt x="20340" y="16651"/>
                  </a:lnTo>
                  <a:lnTo>
                    <a:pt x="20609" y="16190"/>
                  </a:lnTo>
                  <a:lnTo>
                    <a:pt x="20839" y="15716"/>
                  </a:lnTo>
                  <a:lnTo>
                    <a:pt x="21070" y="15229"/>
                  </a:lnTo>
                  <a:lnTo>
                    <a:pt x="21262" y="14730"/>
                  </a:lnTo>
                  <a:lnTo>
                    <a:pt x="21428" y="14217"/>
                  </a:lnTo>
                  <a:lnTo>
                    <a:pt x="21582" y="13705"/>
                  </a:lnTo>
                  <a:lnTo>
                    <a:pt x="21697" y="13167"/>
                  </a:lnTo>
                  <a:lnTo>
                    <a:pt x="21800" y="12629"/>
                  </a:lnTo>
                  <a:lnTo>
                    <a:pt x="21864" y="12078"/>
                  </a:lnTo>
                  <a:lnTo>
                    <a:pt x="21915" y="11528"/>
                  </a:lnTo>
                  <a:lnTo>
                    <a:pt x="21928" y="10964"/>
                  </a:lnTo>
                  <a:lnTo>
                    <a:pt x="21915" y="10401"/>
                  </a:lnTo>
                  <a:lnTo>
                    <a:pt x="21864" y="9837"/>
                  </a:lnTo>
                  <a:lnTo>
                    <a:pt x="21800" y="9286"/>
                  </a:lnTo>
                  <a:lnTo>
                    <a:pt x="21697" y="8748"/>
                  </a:lnTo>
                  <a:lnTo>
                    <a:pt x="21582" y="8223"/>
                  </a:lnTo>
                  <a:lnTo>
                    <a:pt x="21428" y="7698"/>
                  </a:lnTo>
                  <a:lnTo>
                    <a:pt x="21262" y="7186"/>
                  </a:lnTo>
                  <a:lnTo>
                    <a:pt x="21070" y="6686"/>
                  </a:lnTo>
                  <a:lnTo>
                    <a:pt x="20839" y="6200"/>
                  </a:lnTo>
                  <a:lnTo>
                    <a:pt x="20609" y="5738"/>
                  </a:lnTo>
                  <a:lnTo>
                    <a:pt x="20340" y="5277"/>
                  </a:lnTo>
                  <a:lnTo>
                    <a:pt x="20058" y="4829"/>
                  </a:lnTo>
                  <a:lnTo>
                    <a:pt x="19750" y="4394"/>
                  </a:lnTo>
                  <a:lnTo>
                    <a:pt x="19417" y="3984"/>
                  </a:lnTo>
                  <a:lnTo>
                    <a:pt x="19072" y="3587"/>
                  </a:lnTo>
                  <a:lnTo>
                    <a:pt x="18713" y="3203"/>
                  </a:lnTo>
                  <a:lnTo>
                    <a:pt x="18329" y="2844"/>
                  </a:lnTo>
                  <a:lnTo>
                    <a:pt x="17932" y="2498"/>
                  </a:lnTo>
                  <a:lnTo>
                    <a:pt x="17522" y="2178"/>
                  </a:lnTo>
                  <a:lnTo>
                    <a:pt x="17086" y="1871"/>
                  </a:lnTo>
                  <a:lnTo>
                    <a:pt x="16651" y="1576"/>
                  </a:lnTo>
                  <a:lnTo>
                    <a:pt x="16190" y="1320"/>
                  </a:lnTo>
                  <a:lnTo>
                    <a:pt x="15716" y="1076"/>
                  </a:lnTo>
                  <a:lnTo>
                    <a:pt x="15229" y="859"/>
                  </a:lnTo>
                  <a:lnTo>
                    <a:pt x="14730" y="654"/>
                  </a:lnTo>
                  <a:lnTo>
                    <a:pt x="14217" y="487"/>
                  </a:lnTo>
                  <a:lnTo>
                    <a:pt x="13705" y="334"/>
                  </a:lnTo>
                  <a:lnTo>
                    <a:pt x="13167" y="218"/>
                  </a:lnTo>
                  <a:lnTo>
                    <a:pt x="12629" y="116"/>
                  </a:lnTo>
                  <a:lnTo>
                    <a:pt x="12079" y="52"/>
                  </a:lnTo>
                  <a:lnTo>
                    <a:pt x="11528" y="13"/>
                  </a:lnTo>
                  <a:lnTo>
                    <a:pt x="10964" y="1"/>
                  </a:lnTo>
                  <a:close/>
                </a:path>
              </a:pathLst>
            </a:custGeom>
            <a:solidFill>
              <a:srgbClr val="FAFF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3" name="Google Shape;2293;p44"/>
            <p:cNvSpPr/>
            <p:nvPr/>
          </p:nvSpPr>
          <p:spPr>
            <a:xfrm>
              <a:off x="3652775" y="2882300"/>
              <a:ext cx="279875" cy="36200"/>
            </a:xfrm>
            <a:custGeom>
              <a:avLst/>
              <a:gdLst/>
              <a:ahLst/>
              <a:cxnLst/>
              <a:rect l="l" t="t" r="r" b="b"/>
              <a:pathLst>
                <a:path w="11195" h="1448" extrusionOk="0">
                  <a:moveTo>
                    <a:pt x="730" y="1"/>
                  </a:moveTo>
                  <a:lnTo>
                    <a:pt x="577" y="13"/>
                  </a:lnTo>
                  <a:lnTo>
                    <a:pt x="449" y="65"/>
                  </a:lnTo>
                  <a:lnTo>
                    <a:pt x="321" y="129"/>
                  </a:lnTo>
                  <a:lnTo>
                    <a:pt x="218" y="218"/>
                  </a:lnTo>
                  <a:lnTo>
                    <a:pt x="128" y="321"/>
                  </a:lnTo>
                  <a:lnTo>
                    <a:pt x="64" y="449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13" y="872"/>
                  </a:lnTo>
                  <a:lnTo>
                    <a:pt x="64" y="1000"/>
                  </a:lnTo>
                  <a:lnTo>
                    <a:pt x="128" y="1128"/>
                  </a:lnTo>
                  <a:lnTo>
                    <a:pt x="218" y="1230"/>
                  </a:lnTo>
                  <a:lnTo>
                    <a:pt x="321" y="1320"/>
                  </a:lnTo>
                  <a:lnTo>
                    <a:pt x="449" y="1384"/>
                  </a:lnTo>
                  <a:lnTo>
                    <a:pt x="577" y="1435"/>
                  </a:lnTo>
                  <a:lnTo>
                    <a:pt x="730" y="1448"/>
                  </a:lnTo>
                  <a:lnTo>
                    <a:pt x="10464" y="1448"/>
                  </a:lnTo>
                  <a:lnTo>
                    <a:pt x="10605" y="1435"/>
                  </a:lnTo>
                  <a:lnTo>
                    <a:pt x="10746" y="1384"/>
                  </a:lnTo>
                  <a:lnTo>
                    <a:pt x="10874" y="1320"/>
                  </a:lnTo>
                  <a:lnTo>
                    <a:pt x="10977" y="1230"/>
                  </a:lnTo>
                  <a:lnTo>
                    <a:pt x="11066" y="1128"/>
                  </a:lnTo>
                  <a:lnTo>
                    <a:pt x="11130" y="1000"/>
                  </a:lnTo>
                  <a:lnTo>
                    <a:pt x="11169" y="872"/>
                  </a:lnTo>
                  <a:lnTo>
                    <a:pt x="11194" y="718"/>
                  </a:lnTo>
                  <a:lnTo>
                    <a:pt x="11169" y="577"/>
                  </a:lnTo>
                  <a:lnTo>
                    <a:pt x="11130" y="449"/>
                  </a:lnTo>
                  <a:lnTo>
                    <a:pt x="11066" y="321"/>
                  </a:lnTo>
                  <a:lnTo>
                    <a:pt x="10977" y="218"/>
                  </a:lnTo>
                  <a:lnTo>
                    <a:pt x="10874" y="129"/>
                  </a:lnTo>
                  <a:lnTo>
                    <a:pt x="10746" y="65"/>
                  </a:lnTo>
                  <a:lnTo>
                    <a:pt x="10605" y="13"/>
                  </a:lnTo>
                  <a:lnTo>
                    <a:pt x="10464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4" name="Google Shape;2294;p44"/>
            <p:cNvSpPr/>
            <p:nvPr/>
          </p:nvSpPr>
          <p:spPr>
            <a:xfrm>
              <a:off x="3652775" y="2949550"/>
              <a:ext cx="279875" cy="36200"/>
            </a:xfrm>
            <a:custGeom>
              <a:avLst/>
              <a:gdLst/>
              <a:ahLst/>
              <a:cxnLst/>
              <a:rect l="l" t="t" r="r" b="b"/>
              <a:pathLst>
                <a:path w="11195" h="1448" extrusionOk="0">
                  <a:moveTo>
                    <a:pt x="730" y="0"/>
                  </a:moveTo>
                  <a:lnTo>
                    <a:pt x="577" y="13"/>
                  </a:lnTo>
                  <a:lnTo>
                    <a:pt x="449" y="52"/>
                  </a:lnTo>
                  <a:lnTo>
                    <a:pt x="321" y="128"/>
                  </a:lnTo>
                  <a:lnTo>
                    <a:pt x="218" y="218"/>
                  </a:lnTo>
                  <a:lnTo>
                    <a:pt x="128" y="320"/>
                  </a:lnTo>
                  <a:lnTo>
                    <a:pt x="64" y="436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13" y="871"/>
                  </a:lnTo>
                  <a:lnTo>
                    <a:pt x="64" y="999"/>
                  </a:lnTo>
                  <a:lnTo>
                    <a:pt x="128" y="1127"/>
                  </a:lnTo>
                  <a:lnTo>
                    <a:pt x="218" y="1230"/>
                  </a:lnTo>
                  <a:lnTo>
                    <a:pt x="321" y="1319"/>
                  </a:lnTo>
                  <a:lnTo>
                    <a:pt x="449" y="1384"/>
                  </a:lnTo>
                  <a:lnTo>
                    <a:pt x="577" y="1435"/>
                  </a:lnTo>
                  <a:lnTo>
                    <a:pt x="730" y="1448"/>
                  </a:lnTo>
                  <a:lnTo>
                    <a:pt x="10464" y="1448"/>
                  </a:lnTo>
                  <a:lnTo>
                    <a:pt x="10605" y="1435"/>
                  </a:lnTo>
                  <a:lnTo>
                    <a:pt x="10746" y="1384"/>
                  </a:lnTo>
                  <a:lnTo>
                    <a:pt x="10874" y="1319"/>
                  </a:lnTo>
                  <a:lnTo>
                    <a:pt x="10977" y="1230"/>
                  </a:lnTo>
                  <a:lnTo>
                    <a:pt x="11066" y="1127"/>
                  </a:lnTo>
                  <a:lnTo>
                    <a:pt x="11130" y="999"/>
                  </a:lnTo>
                  <a:lnTo>
                    <a:pt x="11169" y="871"/>
                  </a:lnTo>
                  <a:lnTo>
                    <a:pt x="11194" y="718"/>
                  </a:lnTo>
                  <a:lnTo>
                    <a:pt x="11169" y="577"/>
                  </a:lnTo>
                  <a:lnTo>
                    <a:pt x="11130" y="436"/>
                  </a:lnTo>
                  <a:lnTo>
                    <a:pt x="11066" y="320"/>
                  </a:lnTo>
                  <a:lnTo>
                    <a:pt x="10977" y="218"/>
                  </a:lnTo>
                  <a:lnTo>
                    <a:pt x="10874" y="128"/>
                  </a:lnTo>
                  <a:lnTo>
                    <a:pt x="10746" y="52"/>
                  </a:lnTo>
                  <a:lnTo>
                    <a:pt x="10605" y="13"/>
                  </a:lnTo>
                  <a:lnTo>
                    <a:pt x="10464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5" name="Google Shape;2295;p44"/>
            <p:cNvSpPr/>
            <p:nvPr/>
          </p:nvSpPr>
          <p:spPr>
            <a:xfrm>
              <a:off x="3678075" y="2576200"/>
              <a:ext cx="229275" cy="270275"/>
            </a:xfrm>
            <a:custGeom>
              <a:avLst/>
              <a:gdLst/>
              <a:ahLst/>
              <a:cxnLst/>
              <a:rect l="l" t="t" r="r" b="b"/>
              <a:pathLst>
                <a:path w="9171" h="10811" extrusionOk="0">
                  <a:moveTo>
                    <a:pt x="487" y="0"/>
                  </a:moveTo>
                  <a:lnTo>
                    <a:pt x="384" y="13"/>
                  </a:lnTo>
                  <a:lnTo>
                    <a:pt x="295" y="39"/>
                  </a:lnTo>
                  <a:lnTo>
                    <a:pt x="205" y="90"/>
                  </a:lnTo>
                  <a:lnTo>
                    <a:pt x="141" y="141"/>
                  </a:lnTo>
                  <a:lnTo>
                    <a:pt x="77" y="218"/>
                  </a:lnTo>
                  <a:lnTo>
                    <a:pt x="39" y="295"/>
                  </a:lnTo>
                  <a:lnTo>
                    <a:pt x="0" y="385"/>
                  </a:lnTo>
                  <a:lnTo>
                    <a:pt x="0" y="487"/>
                  </a:lnTo>
                  <a:lnTo>
                    <a:pt x="0" y="10298"/>
                  </a:lnTo>
                  <a:lnTo>
                    <a:pt x="474" y="10516"/>
                  </a:lnTo>
                  <a:lnTo>
                    <a:pt x="961" y="10708"/>
                  </a:lnTo>
                  <a:lnTo>
                    <a:pt x="961" y="974"/>
                  </a:lnTo>
                  <a:lnTo>
                    <a:pt x="2485" y="974"/>
                  </a:lnTo>
                  <a:lnTo>
                    <a:pt x="2844" y="1499"/>
                  </a:lnTo>
                  <a:lnTo>
                    <a:pt x="3010" y="1717"/>
                  </a:lnTo>
                  <a:lnTo>
                    <a:pt x="3202" y="1921"/>
                  </a:lnTo>
                  <a:lnTo>
                    <a:pt x="3305" y="2011"/>
                  </a:lnTo>
                  <a:lnTo>
                    <a:pt x="3407" y="2088"/>
                  </a:lnTo>
                  <a:lnTo>
                    <a:pt x="3510" y="2165"/>
                  </a:lnTo>
                  <a:lnTo>
                    <a:pt x="3612" y="2229"/>
                  </a:lnTo>
                  <a:lnTo>
                    <a:pt x="3727" y="2293"/>
                  </a:lnTo>
                  <a:lnTo>
                    <a:pt x="3843" y="2344"/>
                  </a:lnTo>
                  <a:lnTo>
                    <a:pt x="3958" y="2383"/>
                  </a:lnTo>
                  <a:lnTo>
                    <a:pt x="4086" y="2421"/>
                  </a:lnTo>
                  <a:lnTo>
                    <a:pt x="4201" y="2447"/>
                  </a:lnTo>
                  <a:lnTo>
                    <a:pt x="4329" y="2472"/>
                  </a:lnTo>
                  <a:lnTo>
                    <a:pt x="4457" y="2485"/>
                  </a:lnTo>
                  <a:lnTo>
                    <a:pt x="4713" y="2485"/>
                  </a:lnTo>
                  <a:lnTo>
                    <a:pt x="4842" y="2472"/>
                  </a:lnTo>
                  <a:lnTo>
                    <a:pt x="4957" y="2447"/>
                  </a:lnTo>
                  <a:lnTo>
                    <a:pt x="5085" y="2421"/>
                  </a:lnTo>
                  <a:lnTo>
                    <a:pt x="5200" y="2383"/>
                  </a:lnTo>
                  <a:lnTo>
                    <a:pt x="5315" y="2344"/>
                  </a:lnTo>
                  <a:lnTo>
                    <a:pt x="5431" y="2293"/>
                  </a:lnTo>
                  <a:lnTo>
                    <a:pt x="5546" y="2229"/>
                  </a:lnTo>
                  <a:lnTo>
                    <a:pt x="5661" y="2165"/>
                  </a:lnTo>
                  <a:lnTo>
                    <a:pt x="5764" y="2088"/>
                  </a:lnTo>
                  <a:lnTo>
                    <a:pt x="5866" y="2011"/>
                  </a:lnTo>
                  <a:lnTo>
                    <a:pt x="5969" y="1921"/>
                  </a:lnTo>
                  <a:lnTo>
                    <a:pt x="6148" y="1717"/>
                  </a:lnTo>
                  <a:lnTo>
                    <a:pt x="6327" y="1499"/>
                  </a:lnTo>
                  <a:lnTo>
                    <a:pt x="6673" y="974"/>
                  </a:lnTo>
                  <a:lnTo>
                    <a:pt x="8197" y="974"/>
                  </a:lnTo>
                  <a:lnTo>
                    <a:pt x="8197" y="10810"/>
                  </a:lnTo>
                  <a:lnTo>
                    <a:pt x="8697" y="10631"/>
                  </a:lnTo>
                  <a:lnTo>
                    <a:pt x="9171" y="10426"/>
                  </a:lnTo>
                  <a:lnTo>
                    <a:pt x="9171" y="487"/>
                  </a:lnTo>
                  <a:lnTo>
                    <a:pt x="9158" y="385"/>
                  </a:lnTo>
                  <a:lnTo>
                    <a:pt x="9132" y="295"/>
                  </a:lnTo>
                  <a:lnTo>
                    <a:pt x="9094" y="218"/>
                  </a:lnTo>
                  <a:lnTo>
                    <a:pt x="9030" y="141"/>
                  </a:lnTo>
                  <a:lnTo>
                    <a:pt x="8953" y="90"/>
                  </a:lnTo>
                  <a:lnTo>
                    <a:pt x="8876" y="39"/>
                  </a:lnTo>
                  <a:lnTo>
                    <a:pt x="8786" y="13"/>
                  </a:lnTo>
                  <a:lnTo>
                    <a:pt x="8684" y="0"/>
                  </a:lnTo>
                  <a:lnTo>
                    <a:pt x="6417" y="0"/>
                  </a:lnTo>
                  <a:lnTo>
                    <a:pt x="6302" y="13"/>
                  </a:lnTo>
                  <a:lnTo>
                    <a:pt x="6199" y="51"/>
                  </a:lnTo>
                  <a:lnTo>
                    <a:pt x="6097" y="128"/>
                  </a:lnTo>
                  <a:lnTo>
                    <a:pt x="6020" y="218"/>
                  </a:lnTo>
                  <a:lnTo>
                    <a:pt x="5520" y="948"/>
                  </a:lnTo>
                  <a:lnTo>
                    <a:pt x="5418" y="1076"/>
                  </a:lnTo>
                  <a:lnTo>
                    <a:pt x="5315" y="1191"/>
                  </a:lnTo>
                  <a:lnTo>
                    <a:pt x="5200" y="1281"/>
                  </a:lnTo>
                  <a:lnTo>
                    <a:pt x="5085" y="1358"/>
                  </a:lnTo>
                  <a:lnTo>
                    <a:pt x="4970" y="1422"/>
                  </a:lnTo>
                  <a:lnTo>
                    <a:pt x="4842" y="1460"/>
                  </a:lnTo>
                  <a:lnTo>
                    <a:pt x="4713" y="1486"/>
                  </a:lnTo>
                  <a:lnTo>
                    <a:pt x="4585" y="1499"/>
                  </a:lnTo>
                  <a:lnTo>
                    <a:pt x="4457" y="1486"/>
                  </a:lnTo>
                  <a:lnTo>
                    <a:pt x="4329" y="1460"/>
                  </a:lnTo>
                  <a:lnTo>
                    <a:pt x="4201" y="1422"/>
                  </a:lnTo>
                  <a:lnTo>
                    <a:pt x="4073" y="1358"/>
                  </a:lnTo>
                  <a:lnTo>
                    <a:pt x="3958" y="1281"/>
                  </a:lnTo>
                  <a:lnTo>
                    <a:pt x="3855" y="1191"/>
                  </a:lnTo>
                  <a:lnTo>
                    <a:pt x="3740" y="1076"/>
                  </a:lnTo>
                  <a:lnTo>
                    <a:pt x="3650" y="948"/>
                  </a:lnTo>
                  <a:lnTo>
                    <a:pt x="3151" y="218"/>
                  </a:lnTo>
                  <a:lnTo>
                    <a:pt x="3074" y="128"/>
                  </a:lnTo>
                  <a:lnTo>
                    <a:pt x="2972" y="51"/>
                  </a:lnTo>
                  <a:lnTo>
                    <a:pt x="2869" y="13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6" name="Google Shape;2296;p44"/>
            <p:cNvSpPr/>
            <p:nvPr/>
          </p:nvSpPr>
          <p:spPr>
            <a:xfrm>
              <a:off x="4134025" y="2120225"/>
              <a:ext cx="60875" cy="60550"/>
            </a:xfrm>
            <a:custGeom>
              <a:avLst/>
              <a:gdLst/>
              <a:ahLst/>
              <a:cxnLst/>
              <a:rect l="l" t="t" r="r" b="b"/>
              <a:pathLst>
                <a:path w="2435" h="2422" extrusionOk="0">
                  <a:moveTo>
                    <a:pt x="1089" y="1"/>
                  </a:moveTo>
                  <a:lnTo>
                    <a:pt x="974" y="26"/>
                  </a:lnTo>
                  <a:lnTo>
                    <a:pt x="859" y="52"/>
                  </a:lnTo>
                  <a:lnTo>
                    <a:pt x="743" y="90"/>
                  </a:lnTo>
                  <a:lnTo>
                    <a:pt x="641" y="142"/>
                  </a:lnTo>
                  <a:lnTo>
                    <a:pt x="538" y="206"/>
                  </a:lnTo>
                  <a:lnTo>
                    <a:pt x="449" y="270"/>
                  </a:lnTo>
                  <a:lnTo>
                    <a:pt x="359" y="359"/>
                  </a:lnTo>
                  <a:lnTo>
                    <a:pt x="282" y="436"/>
                  </a:lnTo>
                  <a:lnTo>
                    <a:pt x="218" y="539"/>
                  </a:lnTo>
                  <a:lnTo>
                    <a:pt x="154" y="628"/>
                  </a:lnTo>
                  <a:lnTo>
                    <a:pt x="103" y="744"/>
                  </a:lnTo>
                  <a:lnTo>
                    <a:pt x="65" y="846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1" y="1218"/>
                  </a:lnTo>
                  <a:lnTo>
                    <a:pt x="13" y="1333"/>
                  </a:lnTo>
                  <a:lnTo>
                    <a:pt x="26" y="1461"/>
                  </a:lnTo>
                  <a:lnTo>
                    <a:pt x="65" y="1576"/>
                  </a:lnTo>
                  <a:lnTo>
                    <a:pt x="103" y="1691"/>
                  </a:lnTo>
                  <a:lnTo>
                    <a:pt x="154" y="1794"/>
                  </a:lnTo>
                  <a:lnTo>
                    <a:pt x="218" y="1896"/>
                  </a:lnTo>
                  <a:lnTo>
                    <a:pt x="282" y="1986"/>
                  </a:lnTo>
                  <a:lnTo>
                    <a:pt x="359" y="2076"/>
                  </a:lnTo>
                  <a:lnTo>
                    <a:pt x="449" y="2153"/>
                  </a:lnTo>
                  <a:lnTo>
                    <a:pt x="538" y="2217"/>
                  </a:lnTo>
                  <a:lnTo>
                    <a:pt x="641" y="2281"/>
                  </a:lnTo>
                  <a:lnTo>
                    <a:pt x="743" y="2332"/>
                  </a:lnTo>
                  <a:lnTo>
                    <a:pt x="859" y="2370"/>
                  </a:lnTo>
                  <a:lnTo>
                    <a:pt x="974" y="2396"/>
                  </a:lnTo>
                  <a:lnTo>
                    <a:pt x="1089" y="2422"/>
                  </a:lnTo>
                  <a:lnTo>
                    <a:pt x="1345" y="2422"/>
                  </a:lnTo>
                  <a:lnTo>
                    <a:pt x="1461" y="2396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4" y="2281"/>
                  </a:lnTo>
                  <a:lnTo>
                    <a:pt x="1896" y="2217"/>
                  </a:lnTo>
                  <a:lnTo>
                    <a:pt x="1986" y="2153"/>
                  </a:lnTo>
                  <a:lnTo>
                    <a:pt x="2075" y="2076"/>
                  </a:lnTo>
                  <a:lnTo>
                    <a:pt x="2152" y="1986"/>
                  </a:lnTo>
                  <a:lnTo>
                    <a:pt x="2229" y="1896"/>
                  </a:lnTo>
                  <a:lnTo>
                    <a:pt x="2280" y="1794"/>
                  </a:lnTo>
                  <a:lnTo>
                    <a:pt x="2332" y="1691"/>
                  </a:lnTo>
                  <a:lnTo>
                    <a:pt x="2383" y="1576"/>
                  </a:lnTo>
                  <a:lnTo>
                    <a:pt x="2408" y="1461"/>
                  </a:lnTo>
                  <a:lnTo>
                    <a:pt x="2421" y="1333"/>
                  </a:lnTo>
                  <a:lnTo>
                    <a:pt x="2434" y="1218"/>
                  </a:lnTo>
                  <a:lnTo>
                    <a:pt x="2421" y="1089"/>
                  </a:lnTo>
                  <a:lnTo>
                    <a:pt x="2408" y="974"/>
                  </a:lnTo>
                  <a:lnTo>
                    <a:pt x="2383" y="846"/>
                  </a:lnTo>
                  <a:lnTo>
                    <a:pt x="2332" y="744"/>
                  </a:lnTo>
                  <a:lnTo>
                    <a:pt x="2280" y="628"/>
                  </a:lnTo>
                  <a:lnTo>
                    <a:pt x="2229" y="539"/>
                  </a:lnTo>
                  <a:lnTo>
                    <a:pt x="2152" y="436"/>
                  </a:lnTo>
                  <a:lnTo>
                    <a:pt x="2075" y="359"/>
                  </a:lnTo>
                  <a:lnTo>
                    <a:pt x="1986" y="270"/>
                  </a:lnTo>
                  <a:lnTo>
                    <a:pt x="1896" y="206"/>
                  </a:lnTo>
                  <a:lnTo>
                    <a:pt x="1794" y="142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7" name="Google Shape;2297;p44"/>
            <p:cNvSpPr/>
            <p:nvPr/>
          </p:nvSpPr>
          <p:spPr>
            <a:xfrm>
              <a:off x="4114500" y="2301150"/>
              <a:ext cx="60850" cy="60850"/>
            </a:xfrm>
            <a:custGeom>
              <a:avLst/>
              <a:gdLst/>
              <a:ahLst/>
              <a:cxnLst/>
              <a:rect l="l" t="t" r="r" b="b"/>
              <a:pathLst>
                <a:path w="2434" h="2434" extrusionOk="0">
                  <a:moveTo>
                    <a:pt x="1217" y="0"/>
                  </a:moveTo>
                  <a:lnTo>
                    <a:pt x="1102" y="13"/>
                  </a:lnTo>
                  <a:lnTo>
                    <a:pt x="974" y="26"/>
                  </a:lnTo>
                  <a:lnTo>
                    <a:pt x="858" y="52"/>
                  </a:lnTo>
                  <a:lnTo>
                    <a:pt x="743" y="103"/>
                  </a:lnTo>
                  <a:lnTo>
                    <a:pt x="641" y="154"/>
                  </a:lnTo>
                  <a:lnTo>
                    <a:pt x="538" y="205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49"/>
                  </a:lnTo>
                  <a:lnTo>
                    <a:pt x="218" y="538"/>
                  </a:lnTo>
                  <a:lnTo>
                    <a:pt x="154" y="641"/>
                  </a:lnTo>
                  <a:lnTo>
                    <a:pt x="103" y="743"/>
                  </a:lnTo>
                  <a:lnTo>
                    <a:pt x="64" y="858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0" y="1217"/>
                  </a:lnTo>
                  <a:lnTo>
                    <a:pt x="13" y="1345"/>
                  </a:lnTo>
                  <a:lnTo>
                    <a:pt x="26" y="1460"/>
                  </a:lnTo>
                  <a:lnTo>
                    <a:pt x="64" y="1576"/>
                  </a:lnTo>
                  <a:lnTo>
                    <a:pt x="103" y="1691"/>
                  </a:lnTo>
                  <a:lnTo>
                    <a:pt x="154" y="1793"/>
                  </a:lnTo>
                  <a:lnTo>
                    <a:pt x="218" y="1896"/>
                  </a:lnTo>
                  <a:lnTo>
                    <a:pt x="282" y="1986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8" y="2229"/>
                  </a:lnTo>
                  <a:lnTo>
                    <a:pt x="641" y="2280"/>
                  </a:lnTo>
                  <a:lnTo>
                    <a:pt x="743" y="2331"/>
                  </a:lnTo>
                  <a:lnTo>
                    <a:pt x="858" y="2370"/>
                  </a:lnTo>
                  <a:lnTo>
                    <a:pt x="974" y="2408"/>
                  </a:lnTo>
                  <a:lnTo>
                    <a:pt x="1102" y="2421"/>
                  </a:lnTo>
                  <a:lnTo>
                    <a:pt x="1217" y="2434"/>
                  </a:lnTo>
                  <a:lnTo>
                    <a:pt x="1345" y="2421"/>
                  </a:lnTo>
                  <a:lnTo>
                    <a:pt x="1460" y="2408"/>
                  </a:lnTo>
                  <a:lnTo>
                    <a:pt x="1576" y="2370"/>
                  </a:lnTo>
                  <a:lnTo>
                    <a:pt x="1691" y="2331"/>
                  </a:lnTo>
                  <a:lnTo>
                    <a:pt x="1793" y="2280"/>
                  </a:lnTo>
                  <a:lnTo>
                    <a:pt x="1896" y="2229"/>
                  </a:lnTo>
                  <a:lnTo>
                    <a:pt x="1998" y="2152"/>
                  </a:lnTo>
                  <a:lnTo>
                    <a:pt x="2075" y="2075"/>
                  </a:lnTo>
                  <a:lnTo>
                    <a:pt x="2152" y="1986"/>
                  </a:lnTo>
                  <a:lnTo>
                    <a:pt x="2229" y="1896"/>
                  </a:lnTo>
                  <a:lnTo>
                    <a:pt x="2293" y="1793"/>
                  </a:lnTo>
                  <a:lnTo>
                    <a:pt x="2344" y="1691"/>
                  </a:lnTo>
                  <a:lnTo>
                    <a:pt x="2383" y="1576"/>
                  </a:lnTo>
                  <a:lnTo>
                    <a:pt x="2408" y="1460"/>
                  </a:lnTo>
                  <a:lnTo>
                    <a:pt x="2434" y="1345"/>
                  </a:lnTo>
                  <a:lnTo>
                    <a:pt x="2434" y="1217"/>
                  </a:lnTo>
                  <a:lnTo>
                    <a:pt x="2434" y="1089"/>
                  </a:lnTo>
                  <a:lnTo>
                    <a:pt x="2408" y="974"/>
                  </a:lnTo>
                  <a:lnTo>
                    <a:pt x="2383" y="858"/>
                  </a:lnTo>
                  <a:lnTo>
                    <a:pt x="2344" y="743"/>
                  </a:lnTo>
                  <a:lnTo>
                    <a:pt x="2293" y="641"/>
                  </a:lnTo>
                  <a:lnTo>
                    <a:pt x="2229" y="538"/>
                  </a:lnTo>
                  <a:lnTo>
                    <a:pt x="2152" y="449"/>
                  </a:lnTo>
                  <a:lnTo>
                    <a:pt x="2075" y="359"/>
                  </a:lnTo>
                  <a:lnTo>
                    <a:pt x="1998" y="282"/>
                  </a:lnTo>
                  <a:lnTo>
                    <a:pt x="1896" y="205"/>
                  </a:lnTo>
                  <a:lnTo>
                    <a:pt x="1793" y="154"/>
                  </a:lnTo>
                  <a:lnTo>
                    <a:pt x="1691" y="103"/>
                  </a:lnTo>
                  <a:lnTo>
                    <a:pt x="1576" y="52"/>
                  </a:lnTo>
                  <a:lnTo>
                    <a:pt x="1460" y="26"/>
                  </a:lnTo>
                  <a:lnTo>
                    <a:pt x="1345" y="13"/>
                  </a:lnTo>
                  <a:lnTo>
                    <a:pt x="1217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8" name="Google Shape;2298;p44"/>
            <p:cNvSpPr/>
            <p:nvPr/>
          </p:nvSpPr>
          <p:spPr>
            <a:xfrm>
              <a:off x="3768675" y="2134000"/>
              <a:ext cx="60875" cy="60875"/>
            </a:xfrm>
            <a:custGeom>
              <a:avLst/>
              <a:gdLst/>
              <a:ahLst/>
              <a:cxnLst/>
              <a:rect l="l" t="t" r="r" b="b"/>
              <a:pathLst>
                <a:path w="2435" h="2435" extrusionOk="0">
                  <a:moveTo>
                    <a:pt x="1218" y="1"/>
                  </a:moveTo>
                  <a:lnTo>
                    <a:pt x="1089" y="13"/>
                  </a:lnTo>
                  <a:lnTo>
                    <a:pt x="974" y="26"/>
                  </a:lnTo>
                  <a:lnTo>
                    <a:pt x="859" y="65"/>
                  </a:lnTo>
                  <a:lnTo>
                    <a:pt x="744" y="103"/>
                  </a:lnTo>
                  <a:lnTo>
                    <a:pt x="641" y="154"/>
                  </a:lnTo>
                  <a:lnTo>
                    <a:pt x="539" y="218"/>
                  </a:lnTo>
                  <a:lnTo>
                    <a:pt x="436" y="282"/>
                  </a:lnTo>
                  <a:lnTo>
                    <a:pt x="359" y="359"/>
                  </a:lnTo>
                  <a:lnTo>
                    <a:pt x="283" y="449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45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3" y="1986"/>
                  </a:lnTo>
                  <a:lnTo>
                    <a:pt x="359" y="2075"/>
                  </a:lnTo>
                  <a:lnTo>
                    <a:pt x="436" y="2152"/>
                  </a:lnTo>
                  <a:lnTo>
                    <a:pt x="539" y="2229"/>
                  </a:lnTo>
                  <a:lnTo>
                    <a:pt x="641" y="2280"/>
                  </a:lnTo>
                  <a:lnTo>
                    <a:pt x="744" y="2332"/>
                  </a:lnTo>
                  <a:lnTo>
                    <a:pt x="859" y="2383"/>
                  </a:lnTo>
                  <a:lnTo>
                    <a:pt x="974" y="2408"/>
                  </a:lnTo>
                  <a:lnTo>
                    <a:pt x="1089" y="2421"/>
                  </a:lnTo>
                  <a:lnTo>
                    <a:pt x="1218" y="2434"/>
                  </a:lnTo>
                  <a:lnTo>
                    <a:pt x="1333" y="2421"/>
                  </a:lnTo>
                  <a:lnTo>
                    <a:pt x="1461" y="2408"/>
                  </a:lnTo>
                  <a:lnTo>
                    <a:pt x="1576" y="2383"/>
                  </a:lnTo>
                  <a:lnTo>
                    <a:pt x="1691" y="2332"/>
                  </a:lnTo>
                  <a:lnTo>
                    <a:pt x="1794" y="2280"/>
                  </a:lnTo>
                  <a:lnTo>
                    <a:pt x="1896" y="2229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1" y="1345"/>
                  </a:lnTo>
                  <a:lnTo>
                    <a:pt x="2434" y="1217"/>
                  </a:lnTo>
                  <a:lnTo>
                    <a:pt x="2421" y="1089"/>
                  </a:lnTo>
                  <a:lnTo>
                    <a:pt x="2409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49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18"/>
                  </a:lnTo>
                  <a:lnTo>
                    <a:pt x="1794" y="154"/>
                  </a:lnTo>
                  <a:lnTo>
                    <a:pt x="1691" y="103"/>
                  </a:lnTo>
                  <a:lnTo>
                    <a:pt x="1576" y="65"/>
                  </a:lnTo>
                  <a:lnTo>
                    <a:pt x="1461" y="26"/>
                  </a:lnTo>
                  <a:lnTo>
                    <a:pt x="1333" y="13"/>
                  </a:lnTo>
                  <a:lnTo>
                    <a:pt x="1218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9" name="Google Shape;2299;p44"/>
            <p:cNvSpPr/>
            <p:nvPr/>
          </p:nvSpPr>
          <p:spPr>
            <a:xfrm>
              <a:off x="3468650" y="2192600"/>
              <a:ext cx="60550" cy="60850"/>
            </a:xfrm>
            <a:custGeom>
              <a:avLst/>
              <a:gdLst/>
              <a:ahLst/>
              <a:cxnLst/>
              <a:rect l="l" t="t" r="r" b="b"/>
              <a:pathLst>
                <a:path w="2422" h="2434" extrusionOk="0">
                  <a:moveTo>
                    <a:pt x="1090" y="0"/>
                  </a:moveTo>
                  <a:lnTo>
                    <a:pt x="974" y="26"/>
                  </a:lnTo>
                  <a:lnTo>
                    <a:pt x="846" y="52"/>
                  </a:lnTo>
                  <a:lnTo>
                    <a:pt x="744" y="90"/>
                  </a:lnTo>
                  <a:lnTo>
                    <a:pt x="628" y="141"/>
                  </a:lnTo>
                  <a:lnTo>
                    <a:pt x="539" y="205"/>
                  </a:lnTo>
                  <a:lnTo>
                    <a:pt x="436" y="282"/>
                  </a:lnTo>
                  <a:lnTo>
                    <a:pt x="359" y="359"/>
                  </a:lnTo>
                  <a:lnTo>
                    <a:pt x="270" y="436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32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86"/>
                  </a:lnTo>
                  <a:lnTo>
                    <a:pt x="359" y="2075"/>
                  </a:lnTo>
                  <a:lnTo>
                    <a:pt x="436" y="2152"/>
                  </a:lnTo>
                  <a:lnTo>
                    <a:pt x="539" y="2216"/>
                  </a:lnTo>
                  <a:lnTo>
                    <a:pt x="628" y="2280"/>
                  </a:lnTo>
                  <a:lnTo>
                    <a:pt x="744" y="2331"/>
                  </a:lnTo>
                  <a:lnTo>
                    <a:pt x="846" y="2370"/>
                  </a:lnTo>
                  <a:lnTo>
                    <a:pt x="974" y="2408"/>
                  </a:lnTo>
                  <a:lnTo>
                    <a:pt x="1090" y="2421"/>
                  </a:lnTo>
                  <a:lnTo>
                    <a:pt x="1218" y="2434"/>
                  </a:lnTo>
                  <a:lnTo>
                    <a:pt x="1333" y="2421"/>
                  </a:lnTo>
                  <a:lnTo>
                    <a:pt x="1461" y="2408"/>
                  </a:lnTo>
                  <a:lnTo>
                    <a:pt x="1576" y="2370"/>
                  </a:lnTo>
                  <a:lnTo>
                    <a:pt x="1691" y="2331"/>
                  </a:lnTo>
                  <a:lnTo>
                    <a:pt x="1794" y="2280"/>
                  </a:lnTo>
                  <a:lnTo>
                    <a:pt x="1896" y="2216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396" y="1461"/>
                  </a:lnTo>
                  <a:lnTo>
                    <a:pt x="2422" y="1332"/>
                  </a:lnTo>
                  <a:lnTo>
                    <a:pt x="2422" y="1217"/>
                  </a:lnTo>
                  <a:lnTo>
                    <a:pt x="2422" y="1089"/>
                  </a:lnTo>
                  <a:lnTo>
                    <a:pt x="2396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36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05"/>
                  </a:lnTo>
                  <a:lnTo>
                    <a:pt x="1794" y="141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33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0" name="Google Shape;2300;p44"/>
            <p:cNvSpPr/>
            <p:nvPr/>
          </p:nvSpPr>
          <p:spPr>
            <a:xfrm>
              <a:off x="3351775" y="2175950"/>
              <a:ext cx="60550" cy="60550"/>
            </a:xfrm>
            <a:custGeom>
              <a:avLst/>
              <a:gdLst/>
              <a:ahLst/>
              <a:cxnLst/>
              <a:rect l="l" t="t" r="r" b="b"/>
              <a:pathLst>
                <a:path w="2422" h="2422" extrusionOk="0">
                  <a:moveTo>
                    <a:pt x="1090" y="0"/>
                  </a:moveTo>
                  <a:lnTo>
                    <a:pt x="962" y="26"/>
                  </a:lnTo>
                  <a:lnTo>
                    <a:pt x="846" y="52"/>
                  </a:lnTo>
                  <a:lnTo>
                    <a:pt x="731" y="90"/>
                  </a:lnTo>
                  <a:lnTo>
                    <a:pt x="629" y="141"/>
                  </a:lnTo>
                  <a:lnTo>
                    <a:pt x="526" y="205"/>
                  </a:lnTo>
                  <a:lnTo>
                    <a:pt x="436" y="269"/>
                  </a:lnTo>
                  <a:lnTo>
                    <a:pt x="347" y="359"/>
                  </a:lnTo>
                  <a:lnTo>
                    <a:pt x="270" y="436"/>
                  </a:lnTo>
                  <a:lnTo>
                    <a:pt x="206" y="538"/>
                  </a:lnTo>
                  <a:lnTo>
                    <a:pt x="142" y="628"/>
                  </a:lnTo>
                  <a:lnTo>
                    <a:pt x="91" y="743"/>
                  </a:lnTo>
                  <a:lnTo>
                    <a:pt x="52" y="846"/>
                  </a:lnTo>
                  <a:lnTo>
                    <a:pt x="14" y="961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32"/>
                  </a:lnTo>
                  <a:lnTo>
                    <a:pt x="14" y="1460"/>
                  </a:lnTo>
                  <a:lnTo>
                    <a:pt x="52" y="1576"/>
                  </a:lnTo>
                  <a:lnTo>
                    <a:pt x="91" y="1678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86"/>
                  </a:lnTo>
                  <a:lnTo>
                    <a:pt x="347" y="2075"/>
                  </a:lnTo>
                  <a:lnTo>
                    <a:pt x="436" y="2152"/>
                  </a:lnTo>
                  <a:lnTo>
                    <a:pt x="526" y="2216"/>
                  </a:lnTo>
                  <a:lnTo>
                    <a:pt x="629" y="2280"/>
                  </a:lnTo>
                  <a:lnTo>
                    <a:pt x="731" y="2331"/>
                  </a:lnTo>
                  <a:lnTo>
                    <a:pt x="846" y="2370"/>
                  </a:lnTo>
                  <a:lnTo>
                    <a:pt x="962" y="2395"/>
                  </a:lnTo>
                  <a:lnTo>
                    <a:pt x="1090" y="2421"/>
                  </a:lnTo>
                  <a:lnTo>
                    <a:pt x="1333" y="2421"/>
                  </a:lnTo>
                  <a:lnTo>
                    <a:pt x="1448" y="2395"/>
                  </a:lnTo>
                  <a:lnTo>
                    <a:pt x="1576" y="2370"/>
                  </a:lnTo>
                  <a:lnTo>
                    <a:pt x="1679" y="2331"/>
                  </a:lnTo>
                  <a:lnTo>
                    <a:pt x="1794" y="2280"/>
                  </a:lnTo>
                  <a:lnTo>
                    <a:pt x="1884" y="2216"/>
                  </a:lnTo>
                  <a:lnTo>
                    <a:pt x="1986" y="2152"/>
                  </a:lnTo>
                  <a:lnTo>
                    <a:pt x="2063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78"/>
                  </a:lnTo>
                  <a:lnTo>
                    <a:pt x="2370" y="1576"/>
                  </a:lnTo>
                  <a:lnTo>
                    <a:pt x="2396" y="1460"/>
                  </a:lnTo>
                  <a:lnTo>
                    <a:pt x="2422" y="1332"/>
                  </a:lnTo>
                  <a:lnTo>
                    <a:pt x="2422" y="1217"/>
                  </a:lnTo>
                  <a:lnTo>
                    <a:pt x="2422" y="1089"/>
                  </a:lnTo>
                  <a:lnTo>
                    <a:pt x="2396" y="961"/>
                  </a:lnTo>
                  <a:lnTo>
                    <a:pt x="2370" y="846"/>
                  </a:lnTo>
                  <a:lnTo>
                    <a:pt x="2332" y="743"/>
                  </a:lnTo>
                  <a:lnTo>
                    <a:pt x="2281" y="628"/>
                  </a:lnTo>
                  <a:lnTo>
                    <a:pt x="2217" y="538"/>
                  </a:lnTo>
                  <a:lnTo>
                    <a:pt x="2153" y="436"/>
                  </a:lnTo>
                  <a:lnTo>
                    <a:pt x="2063" y="359"/>
                  </a:lnTo>
                  <a:lnTo>
                    <a:pt x="1986" y="269"/>
                  </a:lnTo>
                  <a:lnTo>
                    <a:pt x="1884" y="205"/>
                  </a:lnTo>
                  <a:lnTo>
                    <a:pt x="1794" y="141"/>
                  </a:lnTo>
                  <a:lnTo>
                    <a:pt x="1679" y="90"/>
                  </a:lnTo>
                  <a:lnTo>
                    <a:pt x="1576" y="52"/>
                  </a:lnTo>
                  <a:lnTo>
                    <a:pt x="1448" y="26"/>
                  </a:lnTo>
                  <a:lnTo>
                    <a:pt x="1333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1" name="Google Shape;2301;p44"/>
            <p:cNvSpPr/>
            <p:nvPr/>
          </p:nvSpPr>
          <p:spPr>
            <a:xfrm>
              <a:off x="3268225" y="2432100"/>
              <a:ext cx="60525" cy="60550"/>
            </a:xfrm>
            <a:custGeom>
              <a:avLst/>
              <a:gdLst/>
              <a:ahLst/>
              <a:cxnLst/>
              <a:rect l="l" t="t" r="r" b="b"/>
              <a:pathLst>
                <a:path w="2421" h="2422" extrusionOk="0">
                  <a:moveTo>
                    <a:pt x="1089" y="1"/>
                  </a:moveTo>
                  <a:lnTo>
                    <a:pt x="961" y="26"/>
                  </a:lnTo>
                  <a:lnTo>
                    <a:pt x="845" y="52"/>
                  </a:lnTo>
                  <a:lnTo>
                    <a:pt x="743" y="90"/>
                  </a:lnTo>
                  <a:lnTo>
                    <a:pt x="628" y="142"/>
                  </a:lnTo>
                  <a:lnTo>
                    <a:pt x="525" y="206"/>
                  </a:lnTo>
                  <a:lnTo>
                    <a:pt x="436" y="282"/>
                  </a:lnTo>
                  <a:lnTo>
                    <a:pt x="346" y="359"/>
                  </a:lnTo>
                  <a:lnTo>
                    <a:pt x="269" y="436"/>
                  </a:lnTo>
                  <a:lnTo>
                    <a:pt x="205" y="539"/>
                  </a:lnTo>
                  <a:lnTo>
                    <a:pt x="141" y="628"/>
                  </a:lnTo>
                  <a:lnTo>
                    <a:pt x="90" y="744"/>
                  </a:lnTo>
                  <a:lnTo>
                    <a:pt x="51" y="846"/>
                  </a:lnTo>
                  <a:lnTo>
                    <a:pt x="26" y="974"/>
                  </a:lnTo>
                  <a:lnTo>
                    <a:pt x="0" y="1089"/>
                  </a:lnTo>
                  <a:lnTo>
                    <a:pt x="0" y="1217"/>
                  </a:lnTo>
                  <a:lnTo>
                    <a:pt x="0" y="1333"/>
                  </a:lnTo>
                  <a:lnTo>
                    <a:pt x="26" y="1461"/>
                  </a:lnTo>
                  <a:lnTo>
                    <a:pt x="51" y="1576"/>
                  </a:lnTo>
                  <a:lnTo>
                    <a:pt x="90" y="1691"/>
                  </a:lnTo>
                  <a:lnTo>
                    <a:pt x="141" y="1794"/>
                  </a:lnTo>
                  <a:lnTo>
                    <a:pt x="205" y="1896"/>
                  </a:lnTo>
                  <a:lnTo>
                    <a:pt x="269" y="1986"/>
                  </a:lnTo>
                  <a:lnTo>
                    <a:pt x="346" y="2076"/>
                  </a:lnTo>
                  <a:lnTo>
                    <a:pt x="436" y="2152"/>
                  </a:lnTo>
                  <a:lnTo>
                    <a:pt x="525" y="2216"/>
                  </a:lnTo>
                  <a:lnTo>
                    <a:pt x="628" y="2281"/>
                  </a:lnTo>
                  <a:lnTo>
                    <a:pt x="743" y="2332"/>
                  </a:lnTo>
                  <a:lnTo>
                    <a:pt x="845" y="2370"/>
                  </a:lnTo>
                  <a:lnTo>
                    <a:pt x="961" y="2409"/>
                  </a:lnTo>
                  <a:lnTo>
                    <a:pt x="1089" y="2421"/>
                  </a:lnTo>
                  <a:lnTo>
                    <a:pt x="1332" y="2421"/>
                  </a:lnTo>
                  <a:lnTo>
                    <a:pt x="1460" y="2409"/>
                  </a:lnTo>
                  <a:lnTo>
                    <a:pt x="1575" y="2370"/>
                  </a:lnTo>
                  <a:lnTo>
                    <a:pt x="1678" y="2332"/>
                  </a:lnTo>
                  <a:lnTo>
                    <a:pt x="1793" y="2281"/>
                  </a:lnTo>
                  <a:lnTo>
                    <a:pt x="1883" y="2216"/>
                  </a:lnTo>
                  <a:lnTo>
                    <a:pt x="1985" y="2152"/>
                  </a:lnTo>
                  <a:lnTo>
                    <a:pt x="2062" y="2076"/>
                  </a:lnTo>
                  <a:lnTo>
                    <a:pt x="2152" y="1986"/>
                  </a:lnTo>
                  <a:lnTo>
                    <a:pt x="2216" y="1896"/>
                  </a:lnTo>
                  <a:lnTo>
                    <a:pt x="2280" y="1794"/>
                  </a:lnTo>
                  <a:lnTo>
                    <a:pt x="2331" y="1691"/>
                  </a:lnTo>
                  <a:lnTo>
                    <a:pt x="2370" y="1576"/>
                  </a:lnTo>
                  <a:lnTo>
                    <a:pt x="2395" y="1461"/>
                  </a:lnTo>
                  <a:lnTo>
                    <a:pt x="2421" y="1333"/>
                  </a:lnTo>
                  <a:lnTo>
                    <a:pt x="2421" y="1217"/>
                  </a:lnTo>
                  <a:lnTo>
                    <a:pt x="2421" y="1089"/>
                  </a:lnTo>
                  <a:lnTo>
                    <a:pt x="2395" y="974"/>
                  </a:lnTo>
                  <a:lnTo>
                    <a:pt x="2370" y="846"/>
                  </a:lnTo>
                  <a:lnTo>
                    <a:pt x="2331" y="744"/>
                  </a:lnTo>
                  <a:lnTo>
                    <a:pt x="2280" y="628"/>
                  </a:lnTo>
                  <a:lnTo>
                    <a:pt x="2216" y="539"/>
                  </a:lnTo>
                  <a:lnTo>
                    <a:pt x="2152" y="436"/>
                  </a:lnTo>
                  <a:lnTo>
                    <a:pt x="2062" y="359"/>
                  </a:lnTo>
                  <a:lnTo>
                    <a:pt x="1985" y="282"/>
                  </a:lnTo>
                  <a:lnTo>
                    <a:pt x="1883" y="206"/>
                  </a:lnTo>
                  <a:lnTo>
                    <a:pt x="1793" y="142"/>
                  </a:lnTo>
                  <a:lnTo>
                    <a:pt x="1678" y="90"/>
                  </a:lnTo>
                  <a:lnTo>
                    <a:pt x="1575" y="52"/>
                  </a:lnTo>
                  <a:lnTo>
                    <a:pt x="1460" y="26"/>
                  </a:lnTo>
                  <a:lnTo>
                    <a:pt x="1332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2" name="Google Shape;2302;p44"/>
            <p:cNvSpPr/>
            <p:nvPr/>
          </p:nvSpPr>
          <p:spPr>
            <a:xfrm>
              <a:off x="3334825" y="2618775"/>
              <a:ext cx="60850" cy="60550"/>
            </a:xfrm>
            <a:custGeom>
              <a:avLst/>
              <a:gdLst/>
              <a:ahLst/>
              <a:cxnLst/>
              <a:rect l="l" t="t" r="r" b="b"/>
              <a:pathLst>
                <a:path w="2434" h="2422" extrusionOk="0">
                  <a:moveTo>
                    <a:pt x="1089" y="1"/>
                  </a:moveTo>
                  <a:lnTo>
                    <a:pt x="974" y="14"/>
                  </a:lnTo>
                  <a:lnTo>
                    <a:pt x="858" y="52"/>
                  </a:lnTo>
                  <a:lnTo>
                    <a:pt x="743" y="90"/>
                  </a:lnTo>
                  <a:lnTo>
                    <a:pt x="641" y="142"/>
                  </a:lnTo>
                  <a:lnTo>
                    <a:pt x="538" y="206"/>
                  </a:lnTo>
                  <a:lnTo>
                    <a:pt x="448" y="270"/>
                  </a:lnTo>
                  <a:lnTo>
                    <a:pt x="359" y="347"/>
                  </a:lnTo>
                  <a:lnTo>
                    <a:pt x="282" y="436"/>
                  </a:lnTo>
                  <a:lnTo>
                    <a:pt x="218" y="526"/>
                  </a:lnTo>
                  <a:lnTo>
                    <a:pt x="154" y="628"/>
                  </a:lnTo>
                  <a:lnTo>
                    <a:pt x="103" y="731"/>
                  </a:lnTo>
                  <a:lnTo>
                    <a:pt x="64" y="846"/>
                  </a:lnTo>
                  <a:lnTo>
                    <a:pt x="26" y="961"/>
                  </a:lnTo>
                  <a:lnTo>
                    <a:pt x="13" y="1089"/>
                  </a:lnTo>
                  <a:lnTo>
                    <a:pt x="0" y="1205"/>
                  </a:lnTo>
                  <a:lnTo>
                    <a:pt x="13" y="1333"/>
                  </a:lnTo>
                  <a:lnTo>
                    <a:pt x="26" y="1448"/>
                  </a:lnTo>
                  <a:lnTo>
                    <a:pt x="64" y="1576"/>
                  </a:lnTo>
                  <a:lnTo>
                    <a:pt x="103" y="1679"/>
                  </a:lnTo>
                  <a:lnTo>
                    <a:pt x="154" y="1794"/>
                  </a:lnTo>
                  <a:lnTo>
                    <a:pt x="218" y="1883"/>
                  </a:lnTo>
                  <a:lnTo>
                    <a:pt x="282" y="1986"/>
                  </a:lnTo>
                  <a:lnTo>
                    <a:pt x="359" y="2063"/>
                  </a:lnTo>
                  <a:lnTo>
                    <a:pt x="448" y="2140"/>
                  </a:lnTo>
                  <a:lnTo>
                    <a:pt x="538" y="2216"/>
                  </a:lnTo>
                  <a:lnTo>
                    <a:pt x="641" y="2281"/>
                  </a:lnTo>
                  <a:lnTo>
                    <a:pt x="743" y="2332"/>
                  </a:lnTo>
                  <a:lnTo>
                    <a:pt x="858" y="2370"/>
                  </a:lnTo>
                  <a:lnTo>
                    <a:pt x="974" y="2396"/>
                  </a:lnTo>
                  <a:lnTo>
                    <a:pt x="1089" y="2421"/>
                  </a:lnTo>
                  <a:lnTo>
                    <a:pt x="1345" y="2421"/>
                  </a:lnTo>
                  <a:lnTo>
                    <a:pt x="1460" y="2396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3" y="2281"/>
                  </a:lnTo>
                  <a:lnTo>
                    <a:pt x="1896" y="2216"/>
                  </a:lnTo>
                  <a:lnTo>
                    <a:pt x="1985" y="2140"/>
                  </a:lnTo>
                  <a:lnTo>
                    <a:pt x="2075" y="2063"/>
                  </a:lnTo>
                  <a:lnTo>
                    <a:pt x="2152" y="1986"/>
                  </a:lnTo>
                  <a:lnTo>
                    <a:pt x="2229" y="1883"/>
                  </a:lnTo>
                  <a:lnTo>
                    <a:pt x="2293" y="1794"/>
                  </a:lnTo>
                  <a:lnTo>
                    <a:pt x="2344" y="1679"/>
                  </a:lnTo>
                  <a:lnTo>
                    <a:pt x="2382" y="1576"/>
                  </a:lnTo>
                  <a:lnTo>
                    <a:pt x="2408" y="1448"/>
                  </a:lnTo>
                  <a:lnTo>
                    <a:pt x="2421" y="1333"/>
                  </a:lnTo>
                  <a:lnTo>
                    <a:pt x="2434" y="1205"/>
                  </a:lnTo>
                  <a:lnTo>
                    <a:pt x="2421" y="1089"/>
                  </a:lnTo>
                  <a:lnTo>
                    <a:pt x="2408" y="961"/>
                  </a:lnTo>
                  <a:lnTo>
                    <a:pt x="2382" y="846"/>
                  </a:lnTo>
                  <a:lnTo>
                    <a:pt x="2344" y="731"/>
                  </a:lnTo>
                  <a:lnTo>
                    <a:pt x="2293" y="628"/>
                  </a:lnTo>
                  <a:lnTo>
                    <a:pt x="2229" y="526"/>
                  </a:lnTo>
                  <a:lnTo>
                    <a:pt x="2152" y="436"/>
                  </a:lnTo>
                  <a:lnTo>
                    <a:pt x="2075" y="347"/>
                  </a:lnTo>
                  <a:lnTo>
                    <a:pt x="1985" y="270"/>
                  </a:lnTo>
                  <a:lnTo>
                    <a:pt x="1896" y="206"/>
                  </a:lnTo>
                  <a:lnTo>
                    <a:pt x="1793" y="142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0" y="14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3" name="Google Shape;2303;p44"/>
            <p:cNvSpPr/>
            <p:nvPr/>
          </p:nvSpPr>
          <p:spPr>
            <a:xfrm>
              <a:off x="3268225" y="2759675"/>
              <a:ext cx="60525" cy="60850"/>
            </a:xfrm>
            <a:custGeom>
              <a:avLst/>
              <a:gdLst/>
              <a:ahLst/>
              <a:cxnLst/>
              <a:rect l="l" t="t" r="r" b="b"/>
              <a:pathLst>
                <a:path w="2421" h="2434" extrusionOk="0">
                  <a:moveTo>
                    <a:pt x="1204" y="0"/>
                  </a:moveTo>
                  <a:lnTo>
                    <a:pt x="1089" y="13"/>
                  </a:lnTo>
                  <a:lnTo>
                    <a:pt x="961" y="26"/>
                  </a:lnTo>
                  <a:lnTo>
                    <a:pt x="845" y="64"/>
                  </a:lnTo>
                  <a:lnTo>
                    <a:pt x="743" y="103"/>
                  </a:lnTo>
                  <a:lnTo>
                    <a:pt x="628" y="154"/>
                  </a:lnTo>
                  <a:lnTo>
                    <a:pt x="525" y="218"/>
                  </a:lnTo>
                  <a:lnTo>
                    <a:pt x="436" y="282"/>
                  </a:lnTo>
                  <a:lnTo>
                    <a:pt x="346" y="359"/>
                  </a:lnTo>
                  <a:lnTo>
                    <a:pt x="269" y="448"/>
                  </a:lnTo>
                  <a:lnTo>
                    <a:pt x="205" y="538"/>
                  </a:lnTo>
                  <a:lnTo>
                    <a:pt x="141" y="641"/>
                  </a:lnTo>
                  <a:lnTo>
                    <a:pt x="90" y="743"/>
                  </a:lnTo>
                  <a:lnTo>
                    <a:pt x="51" y="858"/>
                  </a:lnTo>
                  <a:lnTo>
                    <a:pt x="26" y="974"/>
                  </a:lnTo>
                  <a:lnTo>
                    <a:pt x="0" y="1102"/>
                  </a:lnTo>
                  <a:lnTo>
                    <a:pt x="0" y="1217"/>
                  </a:lnTo>
                  <a:lnTo>
                    <a:pt x="0" y="1345"/>
                  </a:lnTo>
                  <a:lnTo>
                    <a:pt x="26" y="1460"/>
                  </a:lnTo>
                  <a:lnTo>
                    <a:pt x="51" y="1576"/>
                  </a:lnTo>
                  <a:lnTo>
                    <a:pt x="90" y="1691"/>
                  </a:lnTo>
                  <a:lnTo>
                    <a:pt x="141" y="1793"/>
                  </a:lnTo>
                  <a:lnTo>
                    <a:pt x="205" y="1896"/>
                  </a:lnTo>
                  <a:lnTo>
                    <a:pt x="269" y="1985"/>
                  </a:lnTo>
                  <a:lnTo>
                    <a:pt x="346" y="2075"/>
                  </a:lnTo>
                  <a:lnTo>
                    <a:pt x="436" y="2152"/>
                  </a:lnTo>
                  <a:lnTo>
                    <a:pt x="525" y="2229"/>
                  </a:lnTo>
                  <a:lnTo>
                    <a:pt x="628" y="2293"/>
                  </a:lnTo>
                  <a:lnTo>
                    <a:pt x="743" y="2344"/>
                  </a:lnTo>
                  <a:lnTo>
                    <a:pt x="845" y="2382"/>
                  </a:lnTo>
                  <a:lnTo>
                    <a:pt x="961" y="2408"/>
                  </a:lnTo>
                  <a:lnTo>
                    <a:pt x="1089" y="2421"/>
                  </a:lnTo>
                  <a:lnTo>
                    <a:pt x="1204" y="2434"/>
                  </a:lnTo>
                  <a:lnTo>
                    <a:pt x="1332" y="2421"/>
                  </a:lnTo>
                  <a:lnTo>
                    <a:pt x="1460" y="2408"/>
                  </a:lnTo>
                  <a:lnTo>
                    <a:pt x="1575" y="2382"/>
                  </a:lnTo>
                  <a:lnTo>
                    <a:pt x="1678" y="2344"/>
                  </a:lnTo>
                  <a:lnTo>
                    <a:pt x="1793" y="2293"/>
                  </a:lnTo>
                  <a:lnTo>
                    <a:pt x="1883" y="2229"/>
                  </a:lnTo>
                  <a:lnTo>
                    <a:pt x="1985" y="2152"/>
                  </a:lnTo>
                  <a:lnTo>
                    <a:pt x="2062" y="2075"/>
                  </a:lnTo>
                  <a:lnTo>
                    <a:pt x="2152" y="1985"/>
                  </a:lnTo>
                  <a:lnTo>
                    <a:pt x="2216" y="1896"/>
                  </a:lnTo>
                  <a:lnTo>
                    <a:pt x="2280" y="1793"/>
                  </a:lnTo>
                  <a:lnTo>
                    <a:pt x="2331" y="1691"/>
                  </a:lnTo>
                  <a:lnTo>
                    <a:pt x="2370" y="1576"/>
                  </a:lnTo>
                  <a:lnTo>
                    <a:pt x="2395" y="1460"/>
                  </a:lnTo>
                  <a:lnTo>
                    <a:pt x="2421" y="1345"/>
                  </a:lnTo>
                  <a:lnTo>
                    <a:pt x="2421" y="1217"/>
                  </a:lnTo>
                  <a:lnTo>
                    <a:pt x="2421" y="1102"/>
                  </a:lnTo>
                  <a:lnTo>
                    <a:pt x="2395" y="974"/>
                  </a:lnTo>
                  <a:lnTo>
                    <a:pt x="2370" y="858"/>
                  </a:lnTo>
                  <a:lnTo>
                    <a:pt x="2331" y="743"/>
                  </a:lnTo>
                  <a:lnTo>
                    <a:pt x="2280" y="641"/>
                  </a:lnTo>
                  <a:lnTo>
                    <a:pt x="2216" y="538"/>
                  </a:lnTo>
                  <a:lnTo>
                    <a:pt x="2152" y="448"/>
                  </a:lnTo>
                  <a:lnTo>
                    <a:pt x="2062" y="359"/>
                  </a:lnTo>
                  <a:lnTo>
                    <a:pt x="1985" y="282"/>
                  </a:lnTo>
                  <a:lnTo>
                    <a:pt x="1883" y="218"/>
                  </a:lnTo>
                  <a:lnTo>
                    <a:pt x="1793" y="154"/>
                  </a:lnTo>
                  <a:lnTo>
                    <a:pt x="1678" y="103"/>
                  </a:lnTo>
                  <a:lnTo>
                    <a:pt x="1575" y="64"/>
                  </a:lnTo>
                  <a:lnTo>
                    <a:pt x="1460" y="26"/>
                  </a:lnTo>
                  <a:lnTo>
                    <a:pt x="1332" y="13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4" name="Google Shape;2304;p44"/>
            <p:cNvSpPr/>
            <p:nvPr/>
          </p:nvSpPr>
          <p:spPr>
            <a:xfrm>
              <a:off x="3385075" y="2966825"/>
              <a:ext cx="60875" cy="60550"/>
            </a:xfrm>
            <a:custGeom>
              <a:avLst/>
              <a:gdLst/>
              <a:ahLst/>
              <a:cxnLst/>
              <a:rect l="l" t="t" r="r" b="b"/>
              <a:pathLst>
                <a:path w="2435" h="2422" extrusionOk="0">
                  <a:moveTo>
                    <a:pt x="1090" y="1"/>
                  </a:moveTo>
                  <a:lnTo>
                    <a:pt x="974" y="27"/>
                  </a:lnTo>
                  <a:lnTo>
                    <a:pt x="859" y="52"/>
                  </a:lnTo>
                  <a:lnTo>
                    <a:pt x="744" y="91"/>
                  </a:lnTo>
                  <a:lnTo>
                    <a:pt x="641" y="142"/>
                  </a:lnTo>
                  <a:lnTo>
                    <a:pt x="539" y="206"/>
                  </a:lnTo>
                  <a:lnTo>
                    <a:pt x="436" y="270"/>
                  </a:lnTo>
                  <a:lnTo>
                    <a:pt x="360" y="360"/>
                  </a:lnTo>
                  <a:lnTo>
                    <a:pt x="283" y="436"/>
                  </a:lnTo>
                  <a:lnTo>
                    <a:pt x="206" y="539"/>
                  </a:lnTo>
                  <a:lnTo>
                    <a:pt x="142" y="628"/>
                  </a:lnTo>
                  <a:lnTo>
                    <a:pt x="91" y="744"/>
                  </a:lnTo>
                  <a:lnTo>
                    <a:pt x="52" y="846"/>
                  </a:lnTo>
                  <a:lnTo>
                    <a:pt x="27" y="961"/>
                  </a:lnTo>
                  <a:lnTo>
                    <a:pt x="1" y="1090"/>
                  </a:lnTo>
                  <a:lnTo>
                    <a:pt x="1" y="1218"/>
                  </a:lnTo>
                  <a:lnTo>
                    <a:pt x="1" y="1333"/>
                  </a:lnTo>
                  <a:lnTo>
                    <a:pt x="27" y="1461"/>
                  </a:lnTo>
                  <a:lnTo>
                    <a:pt x="52" y="1576"/>
                  </a:lnTo>
                  <a:lnTo>
                    <a:pt x="91" y="1679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3" y="1986"/>
                  </a:lnTo>
                  <a:lnTo>
                    <a:pt x="360" y="2076"/>
                  </a:lnTo>
                  <a:lnTo>
                    <a:pt x="436" y="2153"/>
                  </a:lnTo>
                  <a:lnTo>
                    <a:pt x="539" y="2217"/>
                  </a:lnTo>
                  <a:lnTo>
                    <a:pt x="641" y="2281"/>
                  </a:lnTo>
                  <a:lnTo>
                    <a:pt x="744" y="2332"/>
                  </a:lnTo>
                  <a:lnTo>
                    <a:pt x="859" y="2370"/>
                  </a:lnTo>
                  <a:lnTo>
                    <a:pt x="974" y="2396"/>
                  </a:lnTo>
                  <a:lnTo>
                    <a:pt x="1090" y="2422"/>
                  </a:lnTo>
                  <a:lnTo>
                    <a:pt x="1333" y="2422"/>
                  </a:lnTo>
                  <a:lnTo>
                    <a:pt x="1461" y="2396"/>
                  </a:lnTo>
                  <a:lnTo>
                    <a:pt x="1576" y="2370"/>
                  </a:lnTo>
                  <a:lnTo>
                    <a:pt x="1692" y="2332"/>
                  </a:lnTo>
                  <a:lnTo>
                    <a:pt x="1794" y="2281"/>
                  </a:lnTo>
                  <a:lnTo>
                    <a:pt x="1897" y="2217"/>
                  </a:lnTo>
                  <a:lnTo>
                    <a:pt x="1986" y="2153"/>
                  </a:lnTo>
                  <a:lnTo>
                    <a:pt x="2076" y="2076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79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2" y="1333"/>
                  </a:lnTo>
                  <a:lnTo>
                    <a:pt x="2434" y="1218"/>
                  </a:lnTo>
                  <a:lnTo>
                    <a:pt x="2422" y="1090"/>
                  </a:lnTo>
                  <a:lnTo>
                    <a:pt x="2409" y="961"/>
                  </a:lnTo>
                  <a:lnTo>
                    <a:pt x="2370" y="846"/>
                  </a:lnTo>
                  <a:lnTo>
                    <a:pt x="2332" y="744"/>
                  </a:lnTo>
                  <a:lnTo>
                    <a:pt x="2281" y="628"/>
                  </a:lnTo>
                  <a:lnTo>
                    <a:pt x="2217" y="539"/>
                  </a:lnTo>
                  <a:lnTo>
                    <a:pt x="2153" y="436"/>
                  </a:lnTo>
                  <a:lnTo>
                    <a:pt x="2076" y="360"/>
                  </a:lnTo>
                  <a:lnTo>
                    <a:pt x="1986" y="270"/>
                  </a:lnTo>
                  <a:lnTo>
                    <a:pt x="1897" y="206"/>
                  </a:lnTo>
                  <a:lnTo>
                    <a:pt x="1794" y="142"/>
                  </a:lnTo>
                  <a:lnTo>
                    <a:pt x="1692" y="91"/>
                  </a:lnTo>
                  <a:lnTo>
                    <a:pt x="1576" y="52"/>
                  </a:lnTo>
                  <a:lnTo>
                    <a:pt x="1461" y="27"/>
                  </a:lnTo>
                  <a:lnTo>
                    <a:pt x="1333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5" name="Google Shape;2305;p44"/>
            <p:cNvSpPr/>
            <p:nvPr/>
          </p:nvSpPr>
          <p:spPr>
            <a:xfrm>
              <a:off x="4036050" y="2993100"/>
              <a:ext cx="60850" cy="60850"/>
            </a:xfrm>
            <a:custGeom>
              <a:avLst/>
              <a:gdLst/>
              <a:ahLst/>
              <a:cxnLst/>
              <a:rect l="l" t="t" r="r" b="b"/>
              <a:pathLst>
                <a:path w="2434" h="2434" extrusionOk="0">
                  <a:moveTo>
                    <a:pt x="1217" y="0"/>
                  </a:moveTo>
                  <a:lnTo>
                    <a:pt x="1102" y="13"/>
                  </a:lnTo>
                  <a:lnTo>
                    <a:pt x="974" y="26"/>
                  </a:lnTo>
                  <a:lnTo>
                    <a:pt x="858" y="64"/>
                  </a:lnTo>
                  <a:lnTo>
                    <a:pt x="743" y="103"/>
                  </a:lnTo>
                  <a:lnTo>
                    <a:pt x="641" y="154"/>
                  </a:lnTo>
                  <a:lnTo>
                    <a:pt x="538" y="218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48"/>
                  </a:lnTo>
                  <a:lnTo>
                    <a:pt x="218" y="538"/>
                  </a:lnTo>
                  <a:lnTo>
                    <a:pt x="154" y="641"/>
                  </a:lnTo>
                  <a:lnTo>
                    <a:pt x="103" y="743"/>
                  </a:lnTo>
                  <a:lnTo>
                    <a:pt x="64" y="858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0" y="1217"/>
                  </a:lnTo>
                  <a:lnTo>
                    <a:pt x="13" y="1345"/>
                  </a:lnTo>
                  <a:lnTo>
                    <a:pt x="26" y="1460"/>
                  </a:lnTo>
                  <a:lnTo>
                    <a:pt x="64" y="1576"/>
                  </a:lnTo>
                  <a:lnTo>
                    <a:pt x="103" y="1691"/>
                  </a:lnTo>
                  <a:lnTo>
                    <a:pt x="154" y="1793"/>
                  </a:lnTo>
                  <a:lnTo>
                    <a:pt x="218" y="1896"/>
                  </a:lnTo>
                  <a:lnTo>
                    <a:pt x="282" y="1985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8" y="2229"/>
                  </a:lnTo>
                  <a:lnTo>
                    <a:pt x="641" y="2293"/>
                  </a:lnTo>
                  <a:lnTo>
                    <a:pt x="743" y="2344"/>
                  </a:lnTo>
                  <a:lnTo>
                    <a:pt x="858" y="2382"/>
                  </a:lnTo>
                  <a:lnTo>
                    <a:pt x="974" y="2408"/>
                  </a:lnTo>
                  <a:lnTo>
                    <a:pt x="1102" y="2421"/>
                  </a:lnTo>
                  <a:lnTo>
                    <a:pt x="1217" y="2434"/>
                  </a:lnTo>
                  <a:lnTo>
                    <a:pt x="1345" y="2421"/>
                  </a:lnTo>
                  <a:lnTo>
                    <a:pt x="1460" y="2408"/>
                  </a:lnTo>
                  <a:lnTo>
                    <a:pt x="1576" y="2382"/>
                  </a:lnTo>
                  <a:lnTo>
                    <a:pt x="1691" y="2344"/>
                  </a:lnTo>
                  <a:lnTo>
                    <a:pt x="1793" y="2293"/>
                  </a:lnTo>
                  <a:lnTo>
                    <a:pt x="1896" y="2229"/>
                  </a:lnTo>
                  <a:lnTo>
                    <a:pt x="1998" y="2152"/>
                  </a:lnTo>
                  <a:lnTo>
                    <a:pt x="2075" y="2075"/>
                  </a:lnTo>
                  <a:lnTo>
                    <a:pt x="2152" y="1985"/>
                  </a:lnTo>
                  <a:lnTo>
                    <a:pt x="2229" y="1896"/>
                  </a:lnTo>
                  <a:lnTo>
                    <a:pt x="2293" y="1793"/>
                  </a:lnTo>
                  <a:lnTo>
                    <a:pt x="2344" y="1691"/>
                  </a:lnTo>
                  <a:lnTo>
                    <a:pt x="2383" y="1576"/>
                  </a:lnTo>
                  <a:lnTo>
                    <a:pt x="2408" y="1460"/>
                  </a:lnTo>
                  <a:lnTo>
                    <a:pt x="2434" y="1345"/>
                  </a:lnTo>
                  <a:lnTo>
                    <a:pt x="2434" y="1217"/>
                  </a:lnTo>
                  <a:lnTo>
                    <a:pt x="2434" y="1089"/>
                  </a:lnTo>
                  <a:lnTo>
                    <a:pt x="2408" y="974"/>
                  </a:lnTo>
                  <a:lnTo>
                    <a:pt x="2383" y="858"/>
                  </a:lnTo>
                  <a:lnTo>
                    <a:pt x="2344" y="743"/>
                  </a:lnTo>
                  <a:lnTo>
                    <a:pt x="2293" y="641"/>
                  </a:lnTo>
                  <a:lnTo>
                    <a:pt x="2229" y="538"/>
                  </a:lnTo>
                  <a:lnTo>
                    <a:pt x="2152" y="448"/>
                  </a:lnTo>
                  <a:lnTo>
                    <a:pt x="2075" y="359"/>
                  </a:lnTo>
                  <a:lnTo>
                    <a:pt x="1998" y="282"/>
                  </a:lnTo>
                  <a:lnTo>
                    <a:pt x="1896" y="218"/>
                  </a:lnTo>
                  <a:lnTo>
                    <a:pt x="1793" y="154"/>
                  </a:lnTo>
                  <a:lnTo>
                    <a:pt x="1691" y="103"/>
                  </a:lnTo>
                  <a:lnTo>
                    <a:pt x="1576" y="64"/>
                  </a:lnTo>
                  <a:lnTo>
                    <a:pt x="1460" y="26"/>
                  </a:lnTo>
                  <a:lnTo>
                    <a:pt x="1345" y="13"/>
                  </a:lnTo>
                  <a:lnTo>
                    <a:pt x="1217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6" name="Google Shape;2306;p44"/>
            <p:cNvSpPr/>
            <p:nvPr/>
          </p:nvSpPr>
          <p:spPr>
            <a:xfrm>
              <a:off x="4228800" y="2822425"/>
              <a:ext cx="60875" cy="60875"/>
            </a:xfrm>
            <a:custGeom>
              <a:avLst/>
              <a:gdLst/>
              <a:ahLst/>
              <a:cxnLst/>
              <a:rect l="l" t="t" r="r" b="b"/>
              <a:pathLst>
                <a:path w="2435" h="2435" extrusionOk="0">
                  <a:moveTo>
                    <a:pt x="1089" y="1"/>
                  </a:moveTo>
                  <a:lnTo>
                    <a:pt x="974" y="26"/>
                  </a:lnTo>
                  <a:lnTo>
                    <a:pt x="859" y="52"/>
                  </a:lnTo>
                  <a:lnTo>
                    <a:pt x="744" y="90"/>
                  </a:lnTo>
                  <a:lnTo>
                    <a:pt x="641" y="141"/>
                  </a:lnTo>
                  <a:lnTo>
                    <a:pt x="539" y="205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36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1" y="1217"/>
                  </a:lnTo>
                  <a:lnTo>
                    <a:pt x="13" y="1333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2" y="1986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9" y="2216"/>
                  </a:lnTo>
                  <a:lnTo>
                    <a:pt x="641" y="2280"/>
                  </a:lnTo>
                  <a:lnTo>
                    <a:pt x="744" y="2332"/>
                  </a:lnTo>
                  <a:lnTo>
                    <a:pt x="859" y="2370"/>
                  </a:lnTo>
                  <a:lnTo>
                    <a:pt x="974" y="2408"/>
                  </a:lnTo>
                  <a:lnTo>
                    <a:pt x="1089" y="2421"/>
                  </a:lnTo>
                  <a:lnTo>
                    <a:pt x="1217" y="2434"/>
                  </a:lnTo>
                  <a:lnTo>
                    <a:pt x="1346" y="2421"/>
                  </a:lnTo>
                  <a:lnTo>
                    <a:pt x="1461" y="2408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4" y="2280"/>
                  </a:lnTo>
                  <a:lnTo>
                    <a:pt x="1896" y="2216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2" y="1986"/>
                  </a:lnTo>
                  <a:lnTo>
                    <a:pt x="2216" y="1896"/>
                  </a:lnTo>
                  <a:lnTo>
                    <a:pt x="2280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1" y="1333"/>
                  </a:lnTo>
                  <a:lnTo>
                    <a:pt x="2434" y="1217"/>
                  </a:lnTo>
                  <a:lnTo>
                    <a:pt x="2421" y="1089"/>
                  </a:lnTo>
                  <a:lnTo>
                    <a:pt x="2409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0" y="641"/>
                  </a:lnTo>
                  <a:lnTo>
                    <a:pt x="2216" y="538"/>
                  </a:lnTo>
                  <a:lnTo>
                    <a:pt x="2152" y="436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05"/>
                  </a:lnTo>
                  <a:lnTo>
                    <a:pt x="1794" y="141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46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7" name="Google Shape;2307;p44"/>
            <p:cNvSpPr/>
            <p:nvPr/>
          </p:nvSpPr>
          <p:spPr>
            <a:xfrm>
              <a:off x="4315250" y="2674175"/>
              <a:ext cx="60550" cy="60850"/>
            </a:xfrm>
            <a:custGeom>
              <a:avLst/>
              <a:gdLst/>
              <a:ahLst/>
              <a:cxnLst/>
              <a:rect l="l" t="t" r="r" b="b"/>
              <a:pathLst>
                <a:path w="2422" h="2434" extrusionOk="0">
                  <a:moveTo>
                    <a:pt x="1205" y="0"/>
                  </a:moveTo>
                  <a:lnTo>
                    <a:pt x="1089" y="13"/>
                  </a:lnTo>
                  <a:lnTo>
                    <a:pt x="961" y="26"/>
                  </a:lnTo>
                  <a:lnTo>
                    <a:pt x="846" y="65"/>
                  </a:lnTo>
                  <a:lnTo>
                    <a:pt x="744" y="103"/>
                  </a:lnTo>
                  <a:lnTo>
                    <a:pt x="628" y="154"/>
                  </a:lnTo>
                  <a:lnTo>
                    <a:pt x="526" y="218"/>
                  </a:lnTo>
                  <a:lnTo>
                    <a:pt x="436" y="282"/>
                  </a:lnTo>
                  <a:lnTo>
                    <a:pt x="347" y="359"/>
                  </a:lnTo>
                  <a:lnTo>
                    <a:pt x="270" y="449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102"/>
                  </a:lnTo>
                  <a:lnTo>
                    <a:pt x="1" y="1217"/>
                  </a:lnTo>
                  <a:lnTo>
                    <a:pt x="1" y="1345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99"/>
                  </a:lnTo>
                  <a:lnTo>
                    <a:pt x="347" y="2075"/>
                  </a:lnTo>
                  <a:lnTo>
                    <a:pt x="436" y="2152"/>
                  </a:lnTo>
                  <a:lnTo>
                    <a:pt x="526" y="2229"/>
                  </a:lnTo>
                  <a:lnTo>
                    <a:pt x="628" y="2293"/>
                  </a:lnTo>
                  <a:lnTo>
                    <a:pt x="744" y="2344"/>
                  </a:lnTo>
                  <a:lnTo>
                    <a:pt x="846" y="2383"/>
                  </a:lnTo>
                  <a:lnTo>
                    <a:pt x="961" y="2408"/>
                  </a:lnTo>
                  <a:lnTo>
                    <a:pt x="1089" y="2434"/>
                  </a:lnTo>
                  <a:lnTo>
                    <a:pt x="1333" y="2434"/>
                  </a:lnTo>
                  <a:lnTo>
                    <a:pt x="1461" y="2408"/>
                  </a:lnTo>
                  <a:lnTo>
                    <a:pt x="1576" y="2383"/>
                  </a:lnTo>
                  <a:lnTo>
                    <a:pt x="1679" y="2344"/>
                  </a:lnTo>
                  <a:lnTo>
                    <a:pt x="1794" y="2293"/>
                  </a:lnTo>
                  <a:lnTo>
                    <a:pt x="1884" y="2229"/>
                  </a:lnTo>
                  <a:lnTo>
                    <a:pt x="1986" y="2152"/>
                  </a:lnTo>
                  <a:lnTo>
                    <a:pt x="2063" y="2075"/>
                  </a:lnTo>
                  <a:lnTo>
                    <a:pt x="2153" y="1999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396" y="1461"/>
                  </a:lnTo>
                  <a:lnTo>
                    <a:pt x="2421" y="1345"/>
                  </a:lnTo>
                  <a:lnTo>
                    <a:pt x="2421" y="1217"/>
                  </a:lnTo>
                  <a:lnTo>
                    <a:pt x="2421" y="1102"/>
                  </a:lnTo>
                  <a:lnTo>
                    <a:pt x="2396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49"/>
                  </a:lnTo>
                  <a:lnTo>
                    <a:pt x="2063" y="359"/>
                  </a:lnTo>
                  <a:lnTo>
                    <a:pt x="1986" y="282"/>
                  </a:lnTo>
                  <a:lnTo>
                    <a:pt x="1884" y="218"/>
                  </a:lnTo>
                  <a:lnTo>
                    <a:pt x="1794" y="154"/>
                  </a:lnTo>
                  <a:lnTo>
                    <a:pt x="1679" y="103"/>
                  </a:lnTo>
                  <a:lnTo>
                    <a:pt x="1576" y="65"/>
                  </a:lnTo>
                  <a:lnTo>
                    <a:pt x="1461" y="26"/>
                  </a:lnTo>
                  <a:lnTo>
                    <a:pt x="1333" y="13"/>
                  </a:lnTo>
                  <a:lnTo>
                    <a:pt x="1205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34"/>
          <p:cNvSpPr txBox="1">
            <a:spLocks noGrp="1"/>
          </p:cNvSpPr>
          <p:nvPr>
            <p:ph type="title"/>
          </p:nvPr>
        </p:nvSpPr>
        <p:spPr>
          <a:xfrm>
            <a:off x="537410" y="236034"/>
            <a:ext cx="11117179" cy="75308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dirty="0"/>
              <a:t>Agentic AI</a:t>
            </a:r>
            <a:endParaRPr dirty="0"/>
          </a:p>
        </p:txBody>
      </p:sp>
      <p:graphicFrame>
        <p:nvGraphicFramePr>
          <p:cNvPr id="1657" name="Google Shape;1657;p34"/>
          <p:cNvGraphicFramePr/>
          <p:nvPr>
            <p:extLst>
              <p:ext uri="{D42A27DB-BD31-4B8C-83A1-F6EECF244321}">
                <p14:modId xmlns:p14="http://schemas.microsoft.com/office/powerpoint/2010/main" val="887741979"/>
              </p:ext>
            </p:extLst>
          </p:nvPr>
        </p:nvGraphicFramePr>
        <p:xfrm>
          <a:off x="63249" y="1014016"/>
          <a:ext cx="8020183" cy="575084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7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3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4999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Types</a:t>
                      </a:r>
                      <a:endParaRPr sz="32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A27">
                        <a:alpha val="250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694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No-Code/Low-Code</a:t>
                      </a:r>
                      <a:endParaRPr sz="20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These let you build agents with minimal programming experience.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Eg: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Flowise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, n8n,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etc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Roboto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621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Code-First Frameworks</a:t>
                      </a:r>
                      <a:endParaRPr sz="20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Better suited if you want flexibility and control, but still relatively approachable for beginners with basic programming skills.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Eg :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LangChain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,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CrewAI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,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AutoGen</a:t>
                      </a:r>
                      <a:endParaRPr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Roboto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6211"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1200" dirty="0">
                          <a:solidFill>
                            <a:schemeClr val="lt1"/>
                          </a:solidFill>
                          <a:latin typeface="Fira Sans Extra Condensed"/>
                          <a:ea typeface="+mn-ea"/>
                          <a:cs typeface="+mn-cs"/>
                        </a:rPr>
                        <a:t>Platform-Level</a:t>
                      </a:r>
                      <a:r>
                        <a:rPr lang="en-IN" sz="2000" b="1" kern="1200" dirty="0">
                          <a:solidFill>
                            <a:schemeClr val="lt1"/>
                          </a:solidFill>
                          <a:latin typeface="Fira Sans Extra Condensed"/>
                        </a:rPr>
                        <a:t> Kits</a:t>
                      </a:r>
                      <a:endParaRPr sz="2000" b="1" kern="1200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These are full SDKs or kits designed for production and complete agent capability.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Eg: Google Agent Development Kit,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OpenHands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 Software Agent SDK</a:t>
                      </a:r>
                      <a:endParaRPr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Roboto"/>
                      </a:endParaRPr>
                    </a:p>
                  </a:txBody>
                  <a:tcPr marL="121900" marR="121900" marT="121900" marB="121900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658" name="Google Shape;1658;p34"/>
          <p:cNvGrpSpPr/>
          <p:nvPr/>
        </p:nvGrpSpPr>
        <p:grpSpPr>
          <a:xfrm>
            <a:off x="8367415" y="1612087"/>
            <a:ext cx="3214968" cy="4541112"/>
            <a:chOff x="5894611" y="1313840"/>
            <a:chExt cx="2411226" cy="3405834"/>
          </a:xfrm>
        </p:grpSpPr>
        <p:sp>
          <p:nvSpPr>
            <p:cNvPr id="1659" name="Google Shape;1659;p34"/>
            <p:cNvSpPr/>
            <p:nvPr/>
          </p:nvSpPr>
          <p:spPr>
            <a:xfrm>
              <a:off x="7068207" y="1421345"/>
              <a:ext cx="1237631" cy="1376781"/>
            </a:xfrm>
            <a:custGeom>
              <a:avLst/>
              <a:gdLst/>
              <a:ahLst/>
              <a:cxnLst/>
              <a:rect l="l" t="t" r="r" b="b"/>
              <a:pathLst>
                <a:path w="45058" h="50124" extrusionOk="0">
                  <a:moveTo>
                    <a:pt x="0" y="1"/>
                  </a:moveTo>
                  <a:lnTo>
                    <a:pt x="0" y="45671"/>
                  </a:lnTo>
                  <a:lnTo>
                    <a:pt x="0" y="45895"/>
                  </a:lnTo>
                  <a:lnTo>
                    <a:pt x="15" y="46119"/>
                  </a:lnTo>
                  <a:lnTo>
                    <a:pt x="45" y="46343"/>
                  </a:lnTo>
                  <a:lnTo>
                    <a:pt x="90" y="46567"/>
                  </a:lnTo>
                  <a:lnTo>
                    <a:pt x="135" y="46777"/>
                  </a:lnTo>
                  <a:lnTo>
                    <a:pt x="194" y="47001"/>
                  </a:lnTo>
                  <a:lnTo>
                    <a:pt x="269" y="47195"/>
                  </a:lnTo>
                  <a:lnTo>
                    <a:pt x="344" y="47404"/>
                  </a:lnTo>
                  <a:lnTo>
                    <a:pt x="433" y="47598"/>
                  </a:lnTo>
                  <a:lnTo>
                    <a:pt x="538" y="47792"/>
                  </a:lnTo>
                  <a:lnTo>
                    <a:pt x="643" y="47972"/>
                  </a:lnTo>
                  <a:lnTo>
                    <a:pt x="762" y="48151"/>
                  </a:lnTo>
                  <a:lnTo>
                    <a:pt x="882" y="48330"/>
                  </a:lnTo>
                  <a:lnTo>
                    <a:pt x="1016" y="48495"/>
                  </a:lnTo>
                  <a:lnTo>
                    <a:pt x="1150" y="48659"/>
                  </a:lnTo>
                  <a:lnTo>
                    <a:pt x="1300" y="48808"/>
                  </a:lnTo>
                  <a:lnTo>
                    <a:pt x="1449" y="48958"/>
                  </a:lnTo>
                  <a:lnTo>
                    <a:pt x="1614" y="49107"/>
                  </a:lnTo>
                  <a:lnTo>
                    <a:pt x="1778" y="49227"/>
                  </a:lnTo>
                  <a:lnTo>
                    <a:pt x="1957" y="49361"/>
                  </a:lnTo>
                  <a:lnTo>
                    <a:pt x="2136" y="49481"/>
                  </a:lnTo>
                  <a:lnTo>
                    <a:pt x="2316" y="49585"/>
                  </a:lnTo>
                  <a:lnTo>
                    <a:pt x="2510" y="49675"/>
                  </a:lnTo>
                  <a:lnTo>
                    <a:pt x="2704" y="49764"/>
                  </a:lnTo>
                  <a:lnTo>
                    <a:pt x="2913" y="49854"/>
                  </a:lnTo>
                  <a:lnTo>
                    <a:pt x="3123" y="49914"/>
                  </a:lnTo>
                  <a:lnTo>
                    <a:pt x="3332" y="49974"/>
                  </a:lnTo>
                  <a:lnTo>
                    <a:pt x="3541" y="50033"/>
                  </a:lnTo>
                  <a:lnTo>
                    <a:pt x="3765" y="50063"/>
                  </a:lnTo>
                  <a:lnTo>
                    <a:pt x="3989" y="50093"/>
                  </a:lnTo>
                  <a:lnTo>
                    <a:pt x="4213" y="50108"/>
                  </a:lnTo>
                  <a:lnTo>
                    <a:pt x="4437" y="50123"/>
                  </a:lnTo>
                  <a:lnTo>
                    <a:pt x="40606" y="50123"/>
                  </a:lnTo>
                  <a:lnTo>
                    <a:pt x="40845" y="50108"/>
                  </a:lnTo>
                  <a:lnTo>
                    <a:pt x="41069" y="50093"/>
                  </a:lnTo>
                  <a:lnTo>
                    <a:pt x="41293" y="50063"/>
                  </a:lnTo>
                  <a:lnTo>
                    <a:pt x="41502" y="50033"/>
                  </a:lnTo>
                  <a:lnTo>
                    <a:pt x="41726" y="49974"/>
                  </a:lnTo>
                  <a:lnTo>
                    <a:pt x="41936" y="49914"/>
                  </a:lnTo>
                  <a:lnTo>
                    <a:pt x="42145" y="49854"/>
                  </a:lnTo>
                  <a:lnTo>
                    <a:pt x="42339" y="49764"/>
                  </a:lnTo>
                  <a:lnTo>
                    <a:pt x="42533" y="49675"/>
                  </a:lnTo>
                  <a:lnTo>
                    <a:pt x="42727" y="49585"/>
                  </a:lnTo>
                  <a:lnTo>
                    <a:pt x="42922" y="49481"/>
                  </a:lnTo>
                  <a:lnTo>
                    <a:pt x="43101" y="49361"/>
                  </a:lnTo>
                  <a:lnTo>
                    <a:pt x="43265" y="49227"/>
                  </a:lnTo>
                  <a:lnTo>
                    <a:pt x="43445" y="49107"/>
                  </a:lnTo>
                  <a:lnTo>
                    <a:pt x="43609" y="48958"/>
                  </a:lnTo>
                  <a:lnTo>
                    <a:pt x="43758" y="48808"/>
                  </a:lnTo>
                  <a:lnTo>
                    <a:pt x="43908" y="48659"/>
                  </a:lnTo>
                  <a:lnTo>
                    <a:pt x="44042" y="48495"/>
                  </a:lnTo>
                  <a:lnTo>
                    <a:pt x="44177" y="48330"/>
                  </a:lnTo>
                  <a:lnTo>
                    <a:pt x="44296" y="48151"/>
                  </a:lnTo>
                  <a:lnTo>
                    <a:pt x="44416" y="47972"/>
                  </a:lnTo>
                  <a:lnTo>
                    <a:pt x="44520" y="47792"/>
                  </a:lnTo>
                  <a:lnTo>
                    <a:pt x="44625" y="47598"/>
                  </a:lnTo>
                  <a:lnTo>
                    <a:pt x="44714" y="47404"/>
                  </a:lnTo>
                  <a:lnTo>
                    <a:pt x="44789" y="47195"/>
                  </a:lnTo>
                  <a:lnTo>
                    <a:pt x="44864" y="47001"/>
                  </a:lnTo>
                  <a:lnTo>
                    <a:pt x="44924" y="46777"/>
                  </a:lnTo>
                  <a:lnTo>
                    <a:pt x="44968" y="46567"/>
                  </a:lnTo>
                  <a:lnTo>
                    <a:pt x="45013" y="46343"/>
                  </a:lnTo>
                  <a:lnTo>
                    <a:pt x="45028" y="46119"/>
                  </a:lnTo>
                  <a:lnTo>
                    <a:pt x="45058" y="45895"/>
                  </a:lnTo>
                  <a:lnTo>
                    <a:pt x="45058" y="45671"/>
                  </a:lnTo>
                  <a:lnTo>
                    <a:pt x="450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0" name="Google Shape;1660;p34"/>
            <p:cNvSpPr/>
            <p:nvPr/>
          </p:nvSpPr>
          <p:spPr>
            <a:xfrm>
              <a:off x="7068207" y="1421345"/>
              <a:ext cx="1237631" cy="1376781"/>
            </a:xfrm>
            <a:custGeom>
              <a:avLst/>
              <a:gdLst/>
              <a:ahLst/>
              <a:cxnLst/>
              <a:rect l="l" t="t" r="r" b="b"/>
              <a:pathLst>
                <a:path w="45058" h="50124" fill="none" extrusionOk="0">
                  <a:moveTo>
                    <a:pt x="0" y="1"/>
                  </a:moveTo>
                  <a:lnTo>
                    <a:pt x="0" y="45671"/>
                  </a:lnTo>
                  <a:lnTo>
                    <a:pt x="0" y="45671"/>
                  </a:lnTo>
                  <a:lnTo>
                    <a:pt x="0" y="45895"/>
                  </a:lnTo>
                  <a:lnTo>
                    <a:pt x="15" y="46119"/>
                  </a:lnTo>
                  <a:lnTo>
                    <a:pt x="45" y="46343"/>
                  </a:lnTo>
                  <a:lnTo>
                    <a:pt x="90" y="46567"/>
                  </a:lnTo>
                  <a:lnTo>
                    <a:pt x="135" y="46777"/>
                  </a:lnTo>
                  <a:lnTo>
                    <a:pt x="194" y="47001"/>
                  </a:lnTo>
                  <a:lnTo>
                    <a:pt x="269" y="47195"/>
                  </a:lnTo>
                  <a:lnTo>
                    <a:pt x="344" y="47404"/>
                  </a:lnTo>
                  <a:lnTo>
                    <a:pt x="433" y="47598"/>
                  </a:lnTo>
                  <a:lnTo>
                    <a:pt x="538" y="47792"/>
                  </a:lnTo>
                  <a:lnTo>
                    <a:pt x="643" y="47972"/>
                  </a:lnTo>
                  <a:lnTo>
                    <a:pt x="762" y="48151"/>
                  </a:lnTo>
                  <a:lnTo>
                    <a:pt x="882" y="48330"/>
                  </a:lnTo>
                  <a:lnTo>
                    <a:pt x="1016" y="48495"/>
                  </a:lnTo>
                  <a:lnTo>
                    <a:pt x="1150" y="48659"/>
                  </a:lnTo>
                  <a:lnTo>
                    <a:pt x="1300" y="48808"/>
                  </a:lnTo>
                  <a:lnTo>
                    <a:pt x="1449" y="48958"/>
                  </a:lnTo>
                  <a:lnTo>
                    <a:pt x="1614" y="49107"/>
                  </a:lnTo>
                  <a:lnTo>
                    <a:pt x="1778" y="49227"/>
                  </a:lnTo>
                  <a:lnTo>
                    <a:pt x="1957" y="49361"/>
                  </a:lnTo>
                  <a:lnTo>
                    <a:pt x="2136" y="49481"/>
                  </a:lnTo>
                  <a:lnTo>
                    <a:pt x="2316" y="49585"/>
                  </a:lnTo>
                  <a:lnTo>
                    <a:pt x="2510" y="49675"/>
                  </a:lnTo>
                  <a:lnTo>
                    <a:pt x="2704" y="49764"/>
                  </a:lnTo>
                  <a:lnTo>
                    <a:pt x="2913" y="49854"/>
                  </a:lnTo>
                  <a:lnTo>
                    <a:pt x="3123" y="49914"/>
                  </a:lnTo>
                  <a:lnTo>
                    <a:pt x="3332" y="49974"/>
                  </a:lnTo>
                  <a:lnTo>
                    <a:pt x="3541" y="50033"/>
                  </a:lnTo>
                  <a:lnTo>
                    <a:pt x="3765" y="50063"/>
                  </a:lnTo>
                  <a:lnTo>
                    <a:pt x="3989" y="50093"/>
                  </a:lnTo>
                  <a:lnTo>
                    <a:pt x="4213" y="50108"/>
                  </a:lnTo>
                  <a:lnTo>
                    <a:pt x="4437" y="50123"/>
                  </a:lnTo>
                  <a:lnTo>
                    <a:pt x="40606" y="50123"/>
                  </a:lnTo>
                  <a:lnTo>
                    <a:pt x="40606" y="50123"/>
                  </a:lnTo>
                  <a:lnTo>
                    <a:pt x="40845" y="50108"/>
                  </a:lnTo>
                  <a:lnTo>
                    <a:pt x="41069" y="50093"/>
                  </a:lnTo>
                  <a:lnTo>
                    <a:pt x="41293" y="50063"/>
                  </a:lnTo>
                  <a:lnTo>
                    <a:pt x="41502" y="50033"/>
                  </a:lnTo>
                  <a:lnTo>
                    <a:pt x="41726" y="49974"/>
                  </a:lnTo>
                  <a:lnTo>
                    <a:pt x="41936" y="49914"/>
                  </a:lnTo>
                  <a:lnTo>
                    <a:pt x="42145" y="49854"/>
                  </a:lnTo>
                  <a:lnTo>
                    <a:pt x="42339" y="49764"/>
                  </a:lnTo>
                  <a:lnTo>
                    <a:pt x="42533" y="49675"/>
                  </a:lnTo>
                  <a:lnTo>
                    <a:pt x="42727" y="49585"/>
                  </a:lnTo>
                  <a:lnTo>
                    <a:pt x="42922" y="49481"/>
                  </a:lnTo>
                  <a:lnTo>
                    <a:pt x="43101" y="49361"/>
                  </a:lnTo>
                  <a:lnTo>
                    <a:pt x="43265" y="49227"/>
                  </a:lnTo>
                  <a:lnTo>
                    <a:pt x="43445" y="49107"/>
                  </a:lnTo>
                  <a:lnTo>
                    <a:pt x="43609" y="48958"/>
                  </a:lnTo>
                  <a:lnTo>
                    <a:pt x="43758" y="48808"/>
                  </a:lnTo>
                  <a:lnTo>
                    <a:pt x="43908" y="48659"/>
                  </a:lnTo>
                  <a:lnTo>
                    <a:pt x="44042" y="48495"/>
                  </a:lnTo>
                  <a:lnTo>
                    <a:pt x="44177" y="48330"/>
                  </a:lnTo>
                  <a:lnTo>
                    <a:pt x="44296" y="48151"/>
                  </a:lnTo>
                  <a:lnTo>
                    <a:pt x="44416" y="47972"/>
                  </a:lnTo>
                  <a:lnTo>
                    <a:pt x="44520" y="47792"/>
                  </a:lnTo>
                  <a:lnTo>
                    <a:pt x="44625" y="47598"/>
                  </a:lnTo>
                  <a:lnTo>
                    <a:pt x="44714" y="47404"/>
                  </a:lnTo>
                  <a:lnTo>
                    <a:pt x="44789" y="47195"/>
                  </a:lnTo>
                  <a:lnTo>
                    <a:pt x="44864" y="47001"/>
                  </a:lnTo>
                  <a:lnTo>
                    <a:pt x="44924" y="46777"/>
                  </a:lnTo>
                  <a:lnTo>
                    <a:pt x="44968" y="46567"/>
                  </a:lnTo>
                  <a:lnTo>
                    <a:pt x="45013" y="46343"/>
                  </a:lnTo>
                  <a:lnTo>
                    <a:pt x="45028" y="46119"/>
                  </a:lnTo>
                  <a:lnTo>
                    <a:pt x="45058" y="45895"/>
                  </a:lnTo>
                  <a:lnTo>
                    <a:pt x="45058" y="45671"/>
                  </a:lnTo>
                  <a:lnTo>
                    <a:pt x="45058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1" name="Google Shape;1661;p34"/>
            <p:cNvSpPr/>
            <p:nvPr/>
          </p:nvSpPr>
          <p:spPr>
            <a:xfrm>
              <a:off x="7068207" y="1313840"/>
              <a:ext cx="1237631" cy="230645"/>
            </a:xfrm>
            <a:custGeom>
              <a:avLst/>
              <a:gdLst/>
              <a:ahLst/>
              <a:cxnLst/>
              <a:rect l="l" t="t" r="r" b="b"/>
              <a:pathLst>
                <a:path w="45058" h="8397" extrusionOk="0">
                  <a:moveTo>
                    <a:pt x="2226" y="1"/>
                  </a:moveTo>
                  <a:lnTo>
                    <a:pt x="1987" y="16"/>
                  </a:lnTo>
                  <a:lnTo>
                    <a:pt x="1778" y="46"/>
                  </a:lnTo>
                  <a:lnTo>
                    <a:pt x="1554" y="105"/>
                  </a:lnTo>
                  <a:lnTo>
                    <a:pt x="1360" y="180"/>
                  </a:lnTo>
                  <a:lnTo>
                    <a:pt x="1165" y="270"/>
                  </a:lnTo>
                  <a:lnTo>
                    <a:pt x="971" y="389"/>
                  </a:lnTo>
                  <a:lnTo>
                    <a:pt x="807" y="509"/>
                  </a:lnTo>
                  <a:lnTo>
                    <a:pt x="643" y="658"/>
                  </a:lnTo>
                  <a:lnTo>
                    <a:pt x="508" y="822"/>
                  </a:lnTo>
                  <a:lnTo>
                    <a:pt x="374" y="987"/>
                  </a:lnTo>
                  <a:lnTo>
                    <a:pt x="269" y="1166"/>
                  </a:lnTo>
                  <a:lnTo>
                    <a:pt x="164" y="1360"/>
                  </a:lnTo>
                  <a:lnTo>
                    <a:pt x="90" y="1569"/>
                  </a:lnTo>
                  <a:lnTo>
                    <a:pt x="45" y="1779"/>
                  </a:lnTo>
                  <a:lnTo>
                    <a:pt x="15" y="2003"/>
                  </a:lnTo>
                  <a:lnTo>
                    <a:pt x="0" y="2227"/>
                  </a:lnTo>
                  <a:lnTo>
                    <a:pt x="0" y="8397"/>
                  </a:lnTo>
                  <a:lnTo>
                    <a:pt x="45058" y="8397"/>
                  </a:lnTo>
                  <a:lnTo>
                    <a:pt x="45058" y="2227"/>
                  </a:lnTo>
                  <a:lnTo>
                    <a:pt x="45043" y="2003"/>
                  </a:lnTo>
                  <a:lnTo>
                    <a:pt x="45013" y="1779"/>
                  </a:lnTo>
                  <a:lnTo>
                    <a:pt x="44953" y="1569"/>
                  </a:lnTo>
                  <a:lnTo>
                    <a:pt x="44879" y="1360"/>
                  </a:lnTo>
                  <a:lnTo>
                    <a:pt x="44789" y="1166"/>
                  </a:lnTo>
                  <a:lnTo>
                    <a:pt x="44685" y="987"/>
                  </a:lnTo>
                  <a:lnTo>
                    <a:pt x="44550" y="822"/>
                  </a:lnTo>
                  <a:lnTo>
                    <a:pt x="44401" y="658"/>
                  </a:lnTo>
                  <a:lnTo>
                    <a:pt x="44251" y="509"/>
                  </a:lnTo>
                  <a:lnTo>
                    <a:pt x="44072" y="389"/>
                  </a:lnTo>
                  <a:lnTo>
                    <a:pt x="43893" y="270"/>
                  </a:lnTo>
                  <a:lnTo>
                    <a:pt x="43699" y="180"/>
                  </a:lnTo>
                  <a:lnTo>
                    <a:pt x="43489" y="105"/>
                  </a:lnTo>
                  <a:lnTo>
                    <a:pt x="43280" y="46"/>
                  </a:lnTo>
                  <a:lnTo>
                    <a:pt x="43056" y="16"/>
                  </a:lnTo>
                  <a:lnTo>
                    <a:pt x="428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2" name="Google Shape;1662;p34"/>
            <p:cNvSpPr/>
            <p:nvPr/>
          </p:nvSpPr>
          <p:spPr>
            <a:xfrm>
              <a:off x="7925387" y="1377865"/>
              <a:ext cx="80892" cy="80452"/>
            </a:xfrm>
            <a:custGeom>
              <a:avLst/>
              <a:gdLst/>
              <a:ahLst/>
              <a:cxnLst/>
              <a:rect l="l" t="t" r="r" b="b"/>
              <a:pathLst>
                <a:path w="2945" h="2929" extrusionOk="0">
                  <a:moveTo>
                    <a:pt x="1331" y="0"/>
                  </a:moveTo>
                  <a:lnTo>
                    <a:pt x="1181" y="30"/>
                  </a:lnTo>
                  <a:lnTo>
                    <a:pt x="1032" y="60"/>
                  </a:lnTo>
                  <a:lnTo>
                    <a:pt x="897" y="120"/>
                  </a:lnTo>
                  <a:lnTo>
                    <a:pt x="778" y="180"/>
                  </a:lnTo>
                  <a:lnTo>
                    <a:pt x="658" y="254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45" y="538"/>
                  </a:lnTo>
                  <a:lnTo>
                    <a:pt x="255" y="643"/>
                  </a:lnTo>
                  <a:lnTo>
                    <a:pt x="180" y="762"/>
                  </a:lnTo>
                  <a:lnTo>
                    <a:pt x="121" y="897"/>
                  </a:lnTo>
                  <a:lnTo>
                    <a:pt x="76" y="1031"/>
                  </a:lnTo>
                  <a:lnTo>
                    <a:pt x="31" y="1166"/>
                  </a:lnTo>
                  <a:lnTo>
                    <a:pt x="16" y="1315"/>
                  </a:lnTo>
                  <a:lnTo>
                    <a:pt x="1" y="1464"/>
                  </a:lnTo>
                  <a:lnTo>
                    <a:pt x="16" y="1614"/>
                  </a:lnTo>
                  <a:lnTo>
                    <a:pt x="31" y="1763"/>
                  </a:lnTo>
                  <a:lnTo>
                    <a:pt x="76" y="1898"/>
                  </a:lnTo>
                  <a:lnTo>
                    <a:pt x="121" y="2032"/>
                  </a:lnTo>
                  <a:lnTo>
                    <a:pt x="180" y="2167"/>
                  </a:lnTo>
                  <a:lnTo>
                    <a:pt x="255" y="2286"/>
                  </a:lnTo>
                  <a:lnTo>
                    <a:pt x="345" y="2391"/>
                  </a:lnTo>
                  <a:lnTo>
                    <a:pt x="434" y="2495"/>
                  </a:lnTo>
                  <a:lnTo>
                    <a:pt x="539" y="2600"/>
                  </a:lnTo>
                  <a:lnTo>
                    <a:pt x="658" y="2674"/>
                  </a:lnTo>
                  <a:lnTo>
                    <a:pt x="778" y="2749"/>
                  </a:lnTo>
                  <a:lnTo>
                    <a:pt x="897" y="2809"/>
                  </a:lnTo>
                  <a:lnTo>
                    <a:pt x="1032" y="2869"/>
                  </a:lnTo>
                  <a:lnTo>
                    <a:pt x="1181" y="2899"/>
                  </a:lnTo>
                  <a:lnTo>
                    <a:pt x="1331" y="2928"/>
                  </a:lnTo>
                  <a:lnTo>
                    <a:pt x="1629" y="2928"/>
                  </a:lnTo>
                  <a:lnTo>
                    <a:pt x="1764" y="2899"/>
                  </a:lnTo>
                  <a:lnTo>
                    <a:pt x="1913" y="2869"/>
                  </a:lnTo>
                  <a:lnTo>
                    <a:pt x="2048" y="2809"/>
                  </a:lnTo>
                  <a:lnTo>
                    <a:pt x="2167" y="2749"/>
                  </a:lnTo>
                  <a:lnTo>
                    <a:pt x="2287" y="2674"/>
                  </a:lnTo>
                  <a:lnTo>
                    <a:pt x="2406" y="2600"/>
                  </a:lnTo>
                  <a:lnTo>
                    <a:pt x="2511" y="2495"/>
                  </a:lnTo>
                  <a:lnTo>
                    <a:pt x="2600" y="2391"/>
                  </a:lnTo>
                  <a:lnTo>
                    <a:pt x="2690" y="2286"/>
                  </a:lnTo>
                  <a:lnTo>
                    <a:pt x="2765" y="2167"/>
                  </a:lnTo>
                  <a:lnTo>
                    <a:pt x="2825" y="2032"/>
                  </a:lnTo>
                  <a:lnTo>
                    <a:pt x="2869" y="1898"/>
                  </a:lnTo>
                  <a:lnTo>
                    <a:pt x="2914" y="1763"/>
                  </a:lnTo>
                  <a:lnTo>
                    <a:pt x="2929" y="1614"/>
                  </a:lnTo>
                  <a:lnTo>
                    <a:pt x="2944" y="1464"/>
                  </a:lnTo>
                  <a:lnTo>
                    <a:pt x="2929" y="1315"/>
                  </a:lnTo>
                  <a:lnTo>
                    <a:pt x="2914" y="1166"/>
                  </a:lnTo>
                  <a:lnTo>
                    <a:pt x="2869" y="1031"/>
                  </a:lnTo>
                  <a:lnTo>
                    <a:pt x="2825" y="897"/>
                  </a:lnTo>
                  <a:lnTo>
                    <a:pt x="2765" y="762"/>
                  </a:lnTo>
                  <a:lnTo>
                    <a:pt x="2690" y="643"/>
                  </a:lnTo>
                  <a:lnTo>
                    <a:pt x="2600" y="538"/>
                  </a:lnTo>
                  <a:lnTo>
                    <a:pt x="2511" y="434"/>
                  </a:lnTo>
                  <a:lnTo>
                    <a:pt x="2406" y="329"/>
                  </a:lnTo>
                  <a:lnTo>
                    <a:pt x="2287" y="254"/>
                  </a:lnTo>
                  <a:lnTo>
                    <a:pt x="2167" y="180"/>
                  </a:lnTo>
                  <a:lnTo>
                    <a:pt x="2048" y="120"/>
                  </a:lnTo>
                  <a:lnTo>
                    <a:pt x="1913" y="60"/>
                  </a:lnTo>
                  <a:lnTo>
                    <a:pt x="1764" y="30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3" name="Google Shape;1663;p34"/>
            <p:cNvSpPr/>
            <p:nvPr/>
          </p:nvSpPr>
          <p:spPr>
            <a:xfrm>
              <a:off x="8055881" y="1377865"/>
              <a:ext cx="80452" cy="80452"/>
            </a:xfrm>
            <a:custGeom>
              <a:avLst/>
              <a:gdLst/>
              <a:ahLst/>
              <a:cxnLst/>
              <a:rect l="l" t="t" r="r" b="b"/>
              <a:pathLst>
                <a:path w="2929" h="2929" extrusionOk="0">
                  <a:moveTo>
                    <a:pt x="1315" y="0"/>
                  </a:moveTo>
                  <a:lnTo>
                    <a:pt x="1181" y="30"/>
                  </a:lnTo>
                  <a:lnTo>
                    <a:pt x="1032" y="60"/>
                  </a:lnTo>
                  <a:lnTo>
                    <a:pt x="897" y="120"/>
                  </a:lnTo>
                  <a:lnTo>
                    <a:pt x="778" y="180"/>
                  </a:lnTo>
                  <a:lnTo>
                    <a:pt x="658" y="254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44" y="538"/>
                  </a:lnTo>
                  <a:lnTo>
                    <a:pt x="255" y="643"/>
                  </a:lnTo>
                  <a:lnTo>
                    <a:pt x="180" y="762"/>
                  </a:lnTo>
                  <a:lnTo>
                    <a:pt x="120" y="897"/>
                  </a:lnTo>
                  <a:lnTo>
                    <a:pt x="75" y="1031"/>
                  </a:lnTo>
                  <a:lnTo>
                    <a:pt x="31" y="1166"/>
                  </a:lnTo>
                  <a:lnTo>
                    <a:pt x="16" y="1315"/>
                  </a:lnTo>
                  <a:lnTo>
                    <a:pt x="1" y="1464"/>
                  </a:lnTo>
                  <a:lnTo>
                    <a:pt x="16" y="1614"/>
                  </a:lnTo>
                  <a:lnTo>
                    <a:pt x="31" y="1763"/>
                  </a:lnTo>
                  <a:lnTo>
                    <a:pt x="75" y="1898"/>
                  </a:lnTo>
                  <a:lnTo>
                    <a:pt x="120" y="2032"/>
                  </a:lnTo>
                  <a:lnTo>
                    <a:pt x="180" y="2167"/>
                  </a:lnTo>
                  <a:lnTo>
                    <a:pt x="255" y="2286"/>
                  </a:lnTo>
                  <a:lnTo>
                    <a:pt x="344" y="2391"/>
                  </a:lnTo>
                  <a:lnTo>
                    <a:pt x="434" y="2495"/>
                  </a:lnTo>
                  <a:lnTo>
                    <a:pt x="539" y="2600"/>
                  </a:lnTo>
                  <a:lnTo>
                    <a:pt x="658" y="2674"/>
                  </a:lnTo>
                  <a:lnTo>
                    <a:pt x="778" y="2749"/>
                  </a:lnTo>
                  <a:lnTo>
                    <a:pt x="897" y="2809"/>
                  </a:lnTo>
                  <a:lnTo>
                    <a:pt x="1032" y="2869"/>
                  </a:lnTo>
                  <a:lnTo>
                    <a:pt x="1181" y="2899"/>
                  </a:lnTo>
                  <a:lnTo>
                    <a:pt x="1315" y="2928"/>
                  </a:lnTo>
                  <a:lnTo>
                    <a:pt x="1614" y="2928"/>
                  </a:lnTo>
                  <a:lnTo>
                    <a:pt x="1764" y="2899"/>
                  </a:lnTo>
                  <a:lnTo>
                    <a:pt x="1913" y="2869"/>
                  </a:lnTo>
                  <a:lnTo>
                    <a:pt x="2048" y="2809"/>
                  </a:lnTo>
                  <a:lnTo>
                    <a:pt x="2167" y="2749"/>
                  </a:lnTo>
                  <a:lnTo>
                    <a:pt x="2287" y="2674"/>
                  </a:lnTo>
                  <a:lnTo>
                    <a:pt x="2406" y="2600"/>
                  </a:lnTo>
                  <a:lnTo>
                    <a:pt x="2511" y="2495"/>
                  </a:lnTo>
                  <a:lnTo>
                    <a:pt x="2600" y="2391"/>
                  </a:lnTo>
                  <a:lnTo>
                    <a:pt x="2690" y="2286"/>
                  </a:lnTo>
                  <a:lnTo>
                    <a:pt x="2765" y="2167"/>
                  </a:lnTo>
                  <a:lnTo>
                    <a:pt x="2824" y="2032"/>
                  </a:lnTo>
                  <a:lnTo>
                    <a:pt x="2869" y="1898"/>
                  </a:lnTo>
                  <a:lnTo>
                    <a:pt x="2899" y="1763"/>
                  </a:lnTo>
                  <a:lnTo>
                    <a:pt x="2929" y="1614"/>
                  </a:lnTo>
                  <a:lnTo>
                    <a:pt x="2929" y="1464"/>
                  </a:lnTo>
                  <a:lnTo>
                    <a:pt x="2929" y="1315"/>
                  </a:lnTo>
                  <a:lnTo>
                    <a:pt x="2899" y="1166"/>
                  </a:lnTo>
                  <a:lnTo>
                    <a:pt x="2869" y="1031"/>
                  </a:lnTo>
                  <a:lnTo>
                    <a:pt x="2824" y="897"/>
                  </a:lnTo>
                  <a:lnTo>
                    <a:pt x="2765" y="762"/>
                  </a:lnTo>
                  <a:lnTo>
                    <a:pt x="2690" y="643"/>
                  </a:lnTo>
                  <a:lnTo>
                    <a:pt x="2600" y="538"/>
                  </a:lnTo>
                  <a:lnTo>
                    <a:pt x="2511" y="434"/>
                  </a:lnTo>
                  <a:lnTo>
                    <a:pt x="2406" y="329"/>
                  </a:lnTo>
                  <a:lnTo>
                    <a:pt x="2287" y="254"/>
                  </a:lnTo>
                  <a:lnTo>
                    <a:pt x="2167" y="180"/>
                  </a:lnTo>
                  <a:lnTo>
                    <a:pt x="2048" y="120"/>
                  </a:lnTo>
                  <a:lnTo>
                    <a:pt x="1913" y="60"/>
                  </a:lnTo>
                  <a:lnTo>
                    <a:pt x="1764" y="30"/>
                  </a:lnTo>
                  <a:lnTo>
                    <a:pt x="16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4" name="Google Shape;1664;p34"/>
            <p:cNvSpPr/>
            <p:nvPr/>
          </p:nvSpPr>
          <p:spPr>
            <a:xfrm>
              <a:off x="8181046" y="1377865"/>
              <a:ext cx="80452" cy="80452"/>
            </a:xfrm>
            <a:custGeom>
              <a:avLst/>
              <a:gdLst/>
              <a:ahLst/>
              <a:cxnLst/>
              <a:rect l="l" t="t" r="r" b="b"/>
              <a:pathLst>
                <a:path w="2929" h="2929" extrusionOk="0">
                  <a:moveTo>
                    <a:pt x="1315" y="0"/>
                  </a:moveTo>
                  <a:lnTo>
                    <a:pt x="1166" y="30"/>
                  </a:lnTo>
                  <a:lnTo>
                    <a:pt x="1031" y="60"/>
                  </a:lnTo>
                  <a:lnTo>
                    <a:pt x="897" y="120"/>
                  </a:lnTo>
                  <a:lnTo>
                    <a:pt x="762" y="180"/>
                  </a:lnTo>
                  <a:lnTo>
                    <a:pt x="643" y="254"/>
                  </a:lnTo>
                  <a:lnTo>
                    <a:pt x="523" y="329"/>
                  </a:lnTo>
                  <a:lnTo>
                    <a:pt x="419" y="434"/>
                  </a:lnTo>
                  <a:lnTo>
                    <a:pt x="329" y="538"/>
                  </a:lnTo>
                  <a:lnTo>
                    <a:pt x="239" y="643"/>
                  </a:lnTo>
                  <a:lnTo>
                    <a:pt x="180" y="762"/>
                  </a:lnTo>
                  <a:lnTo>
                    <a:pt x="105" y="897"/>
                  </a:lnTo>
                  <a:lnTo>
                    <a:pt x="60" y="1031"/>
                  </a:lnTo>
                  <a:lnTo>
                    <a:pt x="30" y="1166"/>
                  </a:lnTo>
                  <a:lnTo>
                    <a:pt x="0" y="1315"/>
                  </a:lnTo>
                  <a:lnTo>
                    <a:pt x="0" y="1464"/>
                  </a:lnTo>
                  <a:lnTo>
                    <a:pt x="0" y="1614"/>
                  </a:lnTo>
                  <a:lnTo>
                    <a:pt x="30" y="1763"/>
                  </a:lnTo>
                  <a:lnTo>
                    <a:pt x="60" y="1898"/>
                  </a:lnTo>
                  <a:lnTo>
                    <a:pt x="105" y="2032"/>
                  </a:lnTo>
                  <a:lnTo>
                    <a:pt x="180" y="2167"/>
                  </a:lnTo>
                  <a:lnTo>
                    <a:pt x="239" y="2286"/>
                  </a:lnTo>
                  <a:lnTo>
                    <a:pt x="329" y="2391"/>
                  </a:lnTo>
                  <a:lnTo>
                    <a:pt x="419" y="2495"/>
                  </a:lnTo>
                  <a:lnTo>
                    <a:pt x="523" y="2600"/>
                  </a:lnTo>
                  <a:lnTo>
                    <a:pt x="643" y="2674"/>
                  </a:lnTo>
                  <a:lnTo>
                    <a:pt x="762" y="2749"/>
                  </a:lnTo>
                  <a:lnTo>
                    <a:pt x="897" y="2809"/>
                  </a:lnTo>
                  <a:lnTo>
                    <a:pt x="1031" y="2869"/>
                  </a:lnTo>
                  <a:lnTo>
                    <a:pt x="1166" y="2899"/>
                  </a:lnTo>
                  <a:lnTo>
                    <a:pt x="1315" y="2928"/>
                  </a:lnTo>
                  <a:lnTo>
                    <a:pt x="1614" y="2928"/>
                  </a:lnTo>
                  <a:lnTo>
                    <a:pt x="1748" y="2899"/>
                  </a:lnTo>
                  <a:lnTo>
                    <a:pt x="1898" y="2869"/>
                  </a:lnTo>
                  <a:lnTo>
                    <a:pt x="2032" y="2809"/>
                  </a:lnTo>
                  <a:lnTo>
                    <a:pt x="2152" y="2749"/>
                  </a:lnTo>
                  <a:lnTo>
                    <a:pt x="2286" y="2674"/>
                  </a:lnTo>
                  <a:lnTo>
                    <a:pt x="2391" y="2600"/>
                  </a:lnTo>
                  <a:lnTo>
                    <a:pt x="2495" y="2495"/>
                  </a:lnTo>
                  <a:lnTo>
                    <a:pt x="2585" y="2391"/>
                  </a:lnTo>
                  <a:lnTo>
                    <a:pt x="2675" y="2286"/>
                  </a:lnTo>
                  <a:lnTo>
                    <a:pt x="2749" y="2167"/>
                  </a:lnTo>
                  <a:lnTo>
                    <a:pt x="2809" y="2032"/>
                  </a:lnTo>
                  <a:lnTo>
                    <a:pt x="2854" y="1898"/>
                  </a:lnTo>
                  <a:lnTo>
                    <a:pt x="2899" y="1763"/>
                  </a:lnTo>
                  <a:lnTo>
                    <a:pt x="2914" y="1614"/>
                  </a:lnTo>
                  <a:lnTo>
                    <a:pt x="2929" y="1464"/>
                  </a:lnTo>
                  <a:lnTo>
                    <a:pt x="2914" y="1315"/>
                  </a:lnTo>
                  <a:lnTo>
                    <a:pt x="2899" y="1166"/>
                  </a:lnTo>
                  <a:lnTo>
                    <a:pt x="2854" y="1031"/>
                  </a:lnTo>
                  <a:lnTo>
                    <a:pt x="2809" y="897"/>
                  </a:lnTo>
                  <a:lnTo>
                    <a:pt x="2749" y="762"/>
                  </a:lnTo>
                  <a:lnTo>
                    <a:pt x="2675" y="643"/>
                  </a:lnTo>
                  <a:lnTo>
                    <a:pt x="2585" y="538"/>
                  </a:lnTo>
                  <a:lnTo>
                    <a:pt x="2495" y="434"/>
                  </a:lnTo>
                  <a:lnTo>
                    <a:pt x="2391" y="329"/>
                  </a:lnTo>
                  <a:lnTo>
                    <a:pt x="2286" y="254"/>
                  </a:lnTo>
                  <a:lnTo>
                    <a:pt x="2152" y="180"/>
                  </a:lnTo>
                  <a:lnTo>
                    <a:pt x="2032" y="120"/>
                  </a:lnTo>
                  <a:lnTo>
                    <a:pt x="1898" y="60"/>
                  </a:lnTo>
                  <a:lnTo>
                    <a:pt x="1748" y="30"/>
                  </a:lnTo>
                  <a:lnTo>
                    <a:pt x="16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5" name="Google Shape;1665;p34"/>
            <p:cNvSpPr/>
            <p:nvPr/>
          </p:nvSpPr>
          <p:spPr>
            <a:xfrm>
              <a:off x="7231112" y="1775883"/>
              <a:ext cx="262644" cy="19310"/>
            </a:xfrm>
            <a:custGeom>
              <a:avLst/>
              <a:gdLst/>
              <a:ahLst/>
              <a:cxnLst/>
              <a:rect l="l" t="t" r="r" b="b"/>
              <a:pathLst>
                <a:path w="9562" h="703" extrusionOk="0">
                  <a:moveTo>
                    <a:pt x="0" y="1"/>
                  </a:moveTo>
                  <a:lnTo>
                    <a:pt x="0" y="703"/>
                  </a:lnTo>
                  <a:lnTo>
                    <a:pt x="9562" y="703"/>
                  </a:lnTo>
                  <a:lnTo>
                    <a:pt x="9562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6" name="Google Shape;1666;p34"/>
            <p:cNvSpPr/>
            <p:nvPr/>
          </p:nvSpPr>
          <p:spPr>
            <a:xfrm>
              <a:off x="7231112" y="1839908"/>
              <a:ext cx="259348" cy="19310"/>
            </a:xfrm>
            <a:custGeom>
              <a:avLst/>
              <a:gdLst/>
              <a:ahLst/>
              <a:cxnLst/>
              <a:rect l="l" t="t" r="r" b="b"/>
              <a:pathLst>
                <a:path w="9442" h="703" extrusionOk="0">
                  <a:moveTo>
                    <a:pt x="0" y="0"/>
                  </a:moveTo>
                  <a:lnTo>
                    <a:pt x="0" y="702"/>
                  </a:lnTo>
                  <a:lnTo>
                    <a:pt x="9263" y="702"/>
                  </a:lnTo>
                  <a:lnTo>
                    <a:pt x="9367" y="359"/>
                  </a:lnTo>
                  <a:lnTo>
                    <a:pt x="9442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7" name="Google Shape;1667;p34"/>
            <p:cNvSpPr/>
            <p:nvPr/>
          </p:nvSpPr>
          <p:spPr>
            <a:xfrm>
              <a:off x="7249981" y="1904317"/>
              <a:ext cx="216279" cy="19310"/>
            </a:xfrm>
            <a:custGeom>
              <a:avLst/>
              <a:gdLst/>
              <a:ahLst/>
              <a:cxnLst/>
              <a:rect l="l" t="t" r="r" b="b"/>
              <a:pathLst>
                <a:path w="7874" h="703" extrusionOk="0">
                  <a:moveTo>
                    <a:pt x="0" y="1"/>
                  </a:moveTo>
                  <a:lnTo>
                    <a:pt x="224" y="359"/>
                  </a:lnTo>
                  <a:lnTo>
                    <a:pt x="449" y="703"/>
                  </a:lnTo>
                  <a:lnTo>
                    <a:pt x="7425" y="703"/>
                  </a:lnTo>
                  <a:lnTo>
                    <a:pt x="7649" y="359"/>
                  </a:lnTo>
                  <a:lnTo>
                    <a:pt x="7874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8" name="Google Shape;1668;p34"/>
            <p:cNvSpPr/>
            <p:nvPr/>
          </p:nvSpPr>
          <p:spPr>
            <a:xfrm>
              <a:off x="7303322" y="1968754"/>
              <a:ext cx="109595" cy="19310"/>
            </a:xfrm>
            <a:custGeom>
              <a:avLst/>
              <a:gdLst/>
              <a:ahLst/>
              <a:cxnLst/>
              <a:rect l="l" t="t" r="r" b="b"/>
              <a:pathLst>
                <a:path w="3990" h="703" extrusionOk="0">
                  <a:moveTo>
                    <a:pt x="1" y="0"/>
                  </a:moveTo>
                  <a:lnTo>
                    <a:pt x="240" y="209"/>
                  </a:lnTo>
                  <a:lnTo>
                    <a:pt x="494" y="419"/>
                  </a:lnTo>
                  <a:lnTo>
                    <a:pt x="165" y="702"/>
                  </a:lnTo>
                  <a:lnTo>
                    <a:pt x="3825" y="702"/>
                  </a:lnTo>
                  <a:lnTo>
                    <a:pt x="3496" y="419"/>
                  </a:lnTo>
                  <a:lnTo>
                    <a:pt x="3750" y="209"/>
                  </a:lnTo>
                  <a:lnTo>
                    <a:pt x="3989" y="0"/>
                  </a:lnTo>
                  <a:close/>
                </a:path>
              </a:pathLst>
            </a:custGeom>
            <a:solidFill>
              <a:srgbClr val="FB799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9" name="Google Shape;1669;p34"/>
            <p:cNvSpPr/>
            <p:nvPr/>
          </p:nvSpPr>
          <p:spPr>
            <a:xfrm>
              <a:off x="7256546" y="2033163"/>
              <a:ext cx="203150" cy="19310"/>
            </a:xfrm>
            <a:custGeom>
              <a:avLst/>
              <a:gdLst/>
              <a:ahLst/>
              <a:cxnLst/>
              <a:rect l="l" t="t" r="r" b="b"/>
              <a:pathLst>
                <a:path w="7396" h="703" extrusionOk="0">
                  <a:moveTo>
                    <a:pt x="434" y="1"/>
                  </a:moveTo>
                  <a:lnTo>
                    <a:pt x="210" y="344"/>
                  </a:lnTo>
                  <a:lnTo>
                    <a:pt x="0" y="703"/>
                  </a:lnTo>
                  <a:lnTo>
                    <a:pt x="7396" y="703"/>
                  </a:lnTo>
                  <a:lnTo>
                    <a:pt x="7186" y="344"/>
                  </a:lnTo>
                  <a:lnTo>
                    <a:pt x="6962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0" name="Google Shape;1670;p34"/>
            <p:cNvSpPr/>
            <p:nvPr/>
          </p:nvSpPr>
          <p:spPr>
            <a:xfrm>
              <a:off x="7233556" y="2097600"/>
              <a:ext cx="249130" cy="19310"/>
            </a:xfrm>
            <a:custGeom>
              <a:avLst/>
              <a:gdLst/>
              <a:ahLst/>
              <a:cxnLst/>
              <a:rect l="l" t="t" r="r" b="b"/>
              <a:pathLst>
                <a:path w="9070" h="703" extrusionOk="0">
                  <a:moveTo>
                    <a:pt x="165" y="0"/>
                  </a:moveTo>
                  <a:lnTo>
                    <a:pt x="75" y="344"/>
                  </a:lnTo>
                  <a:lnTo>
                    <a:pt x="1" y="702"/>
                  </a:lnTo>
                  <a:lnTo>
                    <a:pt x="9069" y="702"/>
                  </a:lnTo>
                  <a:lnTo>
                    <a:pt x="8994" y="344"/>
                  </a:lnTo>
                  <a:lnTo>
                    <a:pt x="8905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1" name="Google Shape;1671;p34"/>
            <p:cNvSpPr/>
            <p:nvPr/>
          </p:nvSpPr>
          <p:spPr>
            <a:xfrm>
              <a:off x="7231524" y="2161597"/>
              <a:ext cx="253195" cy="19310"/>
            </a:xfrm>
            <a:custGeom>
              <a:avLst/>
              <a:gdLst/>
              <a:ahLst/>
              <a:cxnLst/>
              <a:rect l="l" t="t" r="r" b="b"/>
              <a:pathLst>
                <a:path w="9218" h="703" extrusionOk="0">
                  <a:moveTo>
                    <a:pt x="0" y="1"/>
                  </a:moveTo>
                  <a:lnTo>
                    <a:pt x="30" y="359"/>
                  </a:lnTo>
                  <a:lnTo>
                    <a:pt x="90" y="703"/>
                  </a:lnTo>
                  <a:lnTo>
                    <a:pt x="9128" y="703"/>
                  </a:lnTo>
                  <a:lnTo>
                    <a:pt x="9188" y="359"/>
                  </a:lnTo>
                  <a:lnTo>
                    <a:pt x="9218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2" name="Google Shape;1672;p34"/>
            <p:cNvSpPr/>
            <p:nvPr/>
          </p:nvSpPr>
          <p:spPr>
            <a:xfrm>
              <a:off x="7247921" y="2226033"/>
              <a:ext cx="220399" cy="19310"/>
            </a:xfrm>
            <a:custGeom>
              <a:avLst/>
              <a:gdLst/>
              <a:ahLst/>
              <a:cxnLst/>
              <a:rect l="l" t="t" r="r" b="b"/>
              <a:pathLst>
                <a:path w="8024" h="703" extrusionOk="0">
                  <a:moveTo>
                    <a:pt x="1" y="0"/>
                  </a:moveTo>
                  <a:lnTo>
                    <a:pt x="165" y="359"/>
                  </a:lnTo>
                  <a:lnTo>
                    <a:pt x="359" y="702"/>
                  </a:lnTo>
                  <a:lnTo>
                    <a:pt x="7665" y="702"/>
                  </a:lnTo>
                  <a:lnTo>
                    <a:pt x="7859" y="359"/>
                  </a:lnTo>
                  <a:lnTo>
                    <a:pt x="8023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3" name="Google Shape;1673;p34"/>
            <p:cNvSpPr/>
            <p:nvPr/>
          </p:nvSpPr>
          <p:spPr>
            <a:xfrm>
              <a:off x="7290605" y="2290443"/>
              <a:ext cx="135030" cy="19310"/>
            </a:xfrm>
            <a:custGeom>
              <a:avLst/>
              <a:gdLst/>
              <a:ahLst/>
              <a:cxnLst/>
              <a:rect l="l" t="t" r="r" b="b"/>
              <a:pathLst>
                <a:path w="4916" h="703" extrusionOk="0">
                  <a:moveTo>
                    <a:pt x="0" y="1"/>
                  </a:moveTo>
                  <a:lnTo>
                    <a:pt x="344" y="359"/>
                  </a:lnTo>
                  <a:lnTo>
                    <a:pt x="718" y="703"/>
                  </a:lnTo>
                  <a:lnTo>
                    <a:pt x="4198" y="703"/>
                  </a:lnTo>
                  <a:lnTo>
                    <a:pt x="4572" y="359"/>
                  </a:lnTo>
                  <a:lnTo>
                    <a:pt x="4916" y="1"/>
                  </a:lnTo>
                  <a:close/>
                </a:path>
              </a:pathLst>
            </a:custGeom>
            <a:solidFill>
              <a:srgbClr val="FB799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4" name="Google Shape;1674;p34"/>
            <p:cNvSpPr/>
            <p:nvPr/>
          </p:nvSpPr>
          <p:spPr>
            <a:xfrm>
              <a:off x="7251629" y="2354879"/>
              <a:ext cx="212983" cy="19310"/>
            </a:xfrm>
            <a:custGeom>
              <a:avLst/>
              <a:gdLst/>
              <a:ahLst/>
              <a:cxnLst/>
              <a:rect l="l" t="t" r="r" b="b"/>
              <a:pathLst>
                <a:path w="7754" h="703" extrusionOk="0">
                  <a:moveTo>
                    <a:pt x="613" y="0"/>
                  </a:moveTo>
                  <a:lnTo>
                    <a:pt x="299" y="344"/>
                  </a:lnTo>
                  <a:lnTo>
                    <a:pt x="0" y="702"/>
                  </a:lnTo>
                  <a:lnTo>
                    <a:pt x="7754" y="702"/>
                  </a:lnTo>
                  <a:lnTo>
                    <a:pt x="7455" y="344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5" name="Google Shape;1675;p34"/>
            <p:cNvSpPr/>
            <p:nvPr/>
          </p:nvSpPr>
          <p:spPr>
            <a:xfrm>
              <a:off x="7231112" y="2419288"/>
              <a:ext cx="270033" cy="19310"/>
            </a:xfrm>
            <a:custGeom>
              <a:avLst/>
              <a:gdLst/>
              <a:ahLst/>
              <a:cxnLst/>
              <a:rect l="l" t="t" r="r" b="b"/>
              <a:pathLst>
                <a:path w="9831" h="703" extrusionOk="0">
                  <a:moveTo>
                    <a:pt x="0" y="1"/>
                  </a:moveTo>
                  <a:lnTo>
                    <a:pt x="0" y="703"/>
                  </a:lnTo>
                  <a:lnTo>
                    <a:pt x="9830" y="703"/>
                  </a:lnTo>
                  <a:lnTo>
                    <a:pt x="9696" y="344"/>
                  </a:lnTo>
                  <a:lnTo>
                    <a:pt x="9532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6" name="Google Shape;1676;p34"/>
            <p:cNvSpPr/>
            <p:nvPr/>
          </p:nvSpPr>
          <p:spPr>
            <a:xfrm>
              <a:off x="7231112" y="2483313"/>
              <a:ext cx="281514" cy="19310"/>
            </a:xfrm>
            <a:custGeom>
              <a:avLst/>
              <a:gdLst/>
              <a:ahLst/>
              <a:cxnLst/>
              <a:rect l="l" t="t" r="r" b="b"/>
              <a:pathLst>
                <a:path w="10249" h="703" extrusionOk="0">
                  <a:moveTo>
                    <a:pt x="0" y="0"/>
                  </a:moveTo>
                  <a:lnTo>
                    <a:pt x="0" y="703"/>
                  </a:lnTo>
                  <a:lnTo>
                    <a:pt x="10249" y="703"/>
                  </a:lnTo>
                  <a:lnTo>
                    <a:pt x="10234" y="359"/>
                  </a:lnTo>
                  <a:lnTo>
                    <a:pt x="10204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7" name="Google Shape;1677;p34"/>
            <p:cNvSpPr/>
            <p:nvPr/>
          </p:nvSpPr>
          <p:spPr>
            <a:xfrm>
              <a:off x="7203618" y="1699142"/>
              <a:ext cx="281514" cy="885168"/>
            </a:xfrm>
            <a:custGeom>
              <a:avLst/>
              <a:gdLst/>
              <a:ahLst/>
              <a:cxnLst/>
              <a:rect l="l" t="t" r="r" b="b"/>
              <a:pathLst>
                <a:path w="10249" h="32226" extrusionOk="0">
                  <a:moveTo>
                    <a:pt x="1494" y="1"/>
                  </a:moveTo>
                  <a:lnTo>
                    <a:pt x="1405" y="16"/>
                  </a:lnTo>
                  <a:lnTo>
                    <a:pt x="1240" y="76"/>
                  </a:lnTo>
                  <a:lnTo>
                    <a:pt x="1091" y="150"/>
                  </a:lnTo>
                  <a:lnTo>
                    <a:pt x="956" y="270"/>
                  </a:lnTo>
                  <a:lnTo>
                    <a:pt x="852" y="389"/>
                  </a:lnTo>
                  <a:lnTo>
                    <a:pt x="762" y="554"/>
                  </a:lnTo>
                  <a:lnTo>
                    <a:pt x="717" y="718"/>
                  </a:lnTo>
                  <a:lnTo>
                    <a:pt x="702" y="808"/>
                  </a:lnTo>
                  <a:lnTo>
                    <a:pt x="687" y="897"/>
                  </a:lnTo>
                  <a:lnTo>
                    <a:pt x="687" y="3885"/>
                  </a:lnTo>
                  <a:lnTo>
                    <a:pt x="717" y="4363"/>
                  </a:lnTo>
                  <a:lnTo>
                    <a:pt x="762" y="4841"/>
                  </a:lnTo>
                  <a:lnTo>
                    <a:pt x="852" y="5319"/>
                  </a:lnTo>
                  <a:lnTo>
                    <a:pt x="971" y="5797"/>
                  </a:lnTo>
                  <a:lnTo>
                    <a:pt x="1121" y="6261"/>
                  </a:lnTo>
                  <a:lnTo>
                    <a:pt x="1315" y="6724"/>
                  </a:lnTo>
                  <a:lnTo>
                    <a:pt x="1524" y="7172"/>
                  </a:lnTo>
                  <a:lnTo>
                    <a:pt x="1778" y="7620"/>
                  </a:lnTo>
                  <a:lnTo>
                    <a:pt x="2062" y="8053"/>
                  </a:lnTo>
                  <a:lnTo>
                    <a:pt x="2361" y="8472"/>
                  </a:lnTo>
                  <a:lnTo>
                    <a:pt x="2704" y="8890"/>
                  </a:lnTo>
                  <a:lnTo>
                    <a:pt x="3078" y="9293"/>
                  </a:lnTo>
                  <a:lnTo>
                    <a:pt x="3466" y="9682"/>
                  </a:lnTo>
                  <a:lnTo>
                    <a:pt x="3899" y="10055"/>
                  </a:lnTo>
                  <a:lnTo>
                    <a:pt x="4348" y="10414"/>
                  </a:lnTo>
                  <a:lnTo>
                    <a:pt x="4826" y="10757"/>
                  </a:lnTo>
                  <a:lnTo>
                    <a:pt x="5110" y="10952"/>
                  </a:lnTo>
                  <a:lnTo>
                    <a:pt x="5513" y="11221"/>
                  </a:lnTo>
                  <a:lnTo>
                    <a:pt x="5871" y="11519"/>
                  </a:lnTo>
                  <a:lnTo>
                    <a:pt x="6230" y="11818"/>
                  </a:lnTo>
                  <a:lnTo>
                    <a:pt x="6544" y="12117"/>
                  </a:lnTo>
                  <a:lnTo>
                    <a:pt x="6843" y="12446"/>
                  </a:lnTo>
                  <a:lnTo>
                    <a:pt x="7126" y="12759"/>
                  </a:lnTo>
                  <a:lnTo>
                    <a:pt x="7365" y="13103"/>
                  </a:lnTo>
                  <a:lnTo>
                    <a:pt x="7604" y="13432"/>
                  </a:lnTo>
                  <a:lnTo>
                    <a:pt x="7799" y="13775"/>
                  </a:lnTo>
                  <a:lnTo>
                    <a:pt x="7978" y="14134"/>
                  </a:lnTo>
                  <a:lnTo>
                    <a:pt x="8127" y="14492"/>
                  </a:lnTo>
                  <a:lnTo>
                    <a:pt x="8247" y="14851"/>
                  </a:lnTo>
                  <a:lnTo>
                    <a:pt x="8337" y="15224"/>
                  </a:lnTo>
                  <a:lnTo>
                    <a:pt x="8411" y="15583"/>
                  </a:lnTo>
                  <a:lnTo>
                    <a:pt x="8456" y="15956"/>
                  </a:lnTo>
                  <a:lnTo>
                    <a:pt x="8456" y="16330"/>
                  </a:lnTo>
                  <a:lnTo>
                    <a:pt x="8456" y="16703"/>
                  </a:lnTo>
                  <a:lnTo>
                    <a:pt x="8411" y="17077"/>
                  </a:lnTo>
                  <a:lnTo>
                    <a:pt x="8337" y="17450"/>
                  </a:lnTo>
                  <a:lnTo>
                    <a:pt x="8247" y="17824"/>
                  </a:lnTo>
                  <a:lnTo>
                    <a:pt x="8127" y="18182"/>
                  </a:lnTo>
                  <a:lnTo>
                    <a:pt x="7978" y="18541"/>
                  </a:lnTo>
                  <a:lnTo>
                    <a:pt x="7799" y="18885"/>
                  </a:lnTo>
                  <a:lnTo>
                    <a:pt x="7604" y="19228"/>
                  </a:lnTo>
                  <a:lnTo>
                    <a:pt x="7365" y="19572"/>
                  </a:lnTo>
                  <a:lnTo>
                    <a:pt x="7126" y="19900"/>
                  </a:lnTo>
                  <a:lnTo>
                    <a:pt x="6843" y="20229"/>
                  </a:lnTo>
                  <a:lnTo>
                    <a:pt x="6544" y="20543"/>
                  </a:lnTo>
                  <a:lnTo>
                    <a:pt x="6230" y="20857"/>
                  </a:lnTo>
                  <a:lnTo>
                    <a:pt x="5871" y="21155"/>
                  </a:lnTo>
                  <a:lnTo>
                    <a:pt x="5513" y="21439"/>
                  </a:lnTo>
                  <a:lnTo>
                    <a:pt x="5110" y="21723"/>
                  </a:lnTo>
                  <a:lnTo>
                    <a:pt x="4138" y="22380"/>
                  </a:lnTo>
                  <a:lnTo>
                    <a:pt x="3660" y="22724"/>
                  </a:lnTo>
                  <a:lnTo>
                    <a:pt x="3212" y="23083"/>
                  </a:lnTo>
                  <a:lnTo>
                    <a:pt x="2779" y="23456"/>
                  </a:lnTo>
                  <a:lnTo>
                    <a:pt x="2391" y="23844"/>
                  </a:lnTo>
                  <a:lnTo>
                    <a:pt x="2017" y="24248"/>
                  </a:lnTo>
                  <a:lnTo>
                    <a:pt x="1673" y="24666"/>
                  </a:lnTo>
                  <a:lnTo>
                    <a:pt x="1360" y="25084"/>
                  </a:lnTo>
                  <a:lnTo>
                    <a:pt x="1091" y="25518"/>
                  </a:lnTo>
                  <a:lnTo>
                    <a:pt x="837" y="25966"/>
                  </a:lnTo>
                  <a:lnTo>
                    <a:pt x="613" y="26414"/>
                  </a:lnTo>
                  <a:lnTo>
                    <a:pt x="433" y="26877"/>
                  </a:lnTo>
                  <a:lnTo>
                    <a:pt x="284" y="27340"/>
                  </a:lnTo>
                  <a:lnTo>
                    <a:pt x="165" y="27818"/>
                  </a:lnTo>
                  <a:lnTo>
                    <a:pt x="75" y="28296"/>
                  </a:lnTo>
                  <a:lnTo>
                    <a:pt x="15" y="28774"/>
                  </a:lnTo>
                  <a:lnTo>
                    <a:pt x="0" y="29253"/>
                  </a:lnTo>
                  <a:lnTo>
                    <a:pt x="0" y="31329"/>
                  </a:lnTo>
                  <a:lnTo>
                    <a:pt x="15" y="31419"/>
                  </a:lnTo>
                  <a:lnTo>
                    <a:pt x="15" y="31508"/>
                  </a:lnTo>
                  <a:lnTo>
                    <a:pt x="75" y="31673"/>
                  </a:lnTo>
                  <a:lnTo>
                    <a:pt x="165" y="31837"/>
                  </a:lnTo>
                  <a:lnTo>
                    <a:pt x="269" y="31957"/>
                  </a:lnTo>
                  <a:lnTo>
                    <a:pt x="404" y="32076"/>
                  </a:lnTo>
                  <a:lnTo>
                    <a:pt x="553" y="32151"/>
                  </a:lnTo>
                  <a:lnTo>
                    <a:pt x="717" y="32211"/>
                  </a:lnTo>
                  <a:lnTo>
                    <a:pt x="807" y="32226"/>
                  </a:lnTo>
                  <a:lnTo>
                    <a:pt x="986" y="32226"/>
                  </a:lnTo>
                  <a:lnTo>
                    <a:pt x="1076" y="32211"/>
                  </a:lnTo>
                  <a:lnTo>
                    <a:pt x="1255" y="32151"/>
                  </a:lnTo>
                  <a:lnTo>
                    <a:pt x="1405" y="32076"/>
                  </a:lnTo>
                  <a:lnTo>
                    <a:pt x="1539" y="31957"/>
                  </a:lnTo>
                  <a:lnTo>
                    <a:pt x="1644" y="31837"/>
                  </a:lnTo>
                  <a:lnTo>
                    <a:pt x="1733" y="31673"/>
                  </a:lnTo>
                  <a:lnTo>
                    <a:pt x="1778" y="31508"/>
                  </a:lnTo>
                  <a:lnTo>
                    <a:pt x="1793" y="31419"/>
                  </a:lnTo>
                  <a:lnTo>
                    <a:pt x="1793" y="31329"/>
                  </a:lnTo>
                  <a:lnTo>
                    <a:pt x="1793" y="29253"/>
                  </a:lnTo>
                  <a:lnTo>
                    <a:pt x="1808" y="28879"/>
                  </a:lnTo>
                  <a:lnTo>
                    <a:pt x="1853" y="28506"/>
                  </a:lnTo>
                  <a:lnTo>
                    <a:pt x="1927" y="28132"/>
                  </a:lnTo>
                  <a:lnTo>
                    <a:pt x="2017" y="27774"/>
                  </a:lnTo>
                  <a:lnTo>
                    <a:pt x="2137" y="27415"/>
                  </a:lnTo>
                  <a:lnTo>
                    <a:pt x="2286" y="27056"/>
                  </a:lnTo>
                  <a:lnTo>
                    <a:pt x="2465" y="26698"/>
                  </a:lnTo>
                  <a:lnTo>
                    <a:pt x="2659" y="26354"/>
                  </a:lnTo>
                  <a:lnTo>
                    <a:pt x="2884" y="26026"/>
                  </a:lnTo>
                  <a:lnTo>
                    <a:pt x="3138" y="25682"/>
                  </a:lnTo>
                  <a:lnTo>
                    <a:pt x="3406" y="25368"/>
                  </a:lnTo>
                  <a:lnTo>
                    <a:pt x="3705" y="25040"/>
                  </a:lnTo>
                  <a:lnTo>
                    <a:pt x="4034" y="24741"/>
                  </a:lnTo>
                  <a:lnTo>
                    <a:pt x="4378" y="24442"/>
                  </a:lnTo>
                  <a:lnTo>
                    <a:pt x="4751" y="24143"/>
                  </a:lnTo>
                  <a:lnTo>
                    <a:pt x="5154" y="23874"/>
                  </a:lnTo>
                  <a:lnTo>
                    <a:pt x="6125" y="23202"/>
                  </a:lnTo>
                  <a:lnTo>
                    <a:pt x="6604" y="22858"/>
                  </a:lnTo>
                  <a:lnTo>
                    <a:pt x="7052" y="22500"/>
                  </a:lnTo>
                  <a:lnTo>
                    <a:pt x="7470" y="22126"/>
                  </a:lnTo>
                  <a:lnTo>
                    <a:pt x="7873" y="21753"/>
                  </a:lnTo>
                  <a:lnTo>
                    <a:pt x="8247" y="21350"/>
                  </a:lnTo>
                  <a:lnTo>
                    <a:pt x="8590" y="20931"/>
                  </a:lnTo>
                  <a:lnTo>
                    <a:pt x="8889" y="20513"/>
                  </a:lnTo>
                  <a:lnTo>
                    <a:pt x="9173" y="20065"/>
                  </a:lnTo>
                  <a:lnTo>
                    <a:pt x="9427" y="19631"/>
                  </a:lnTo>
                  <a:lnTo>
                    <a:pt x="9636" y="19168"/>
                  </a:lnTo>
                  <a:lnTo>
                    <a:pt x="9830" y="18720"/>
                  </a:lnTo>
                  <a:lnTo>
                    <a:pt x="9980" y="18242"/>
                  </a:lnTo>
                  <a:lnTo>
                    <a:pt x="10099" y="17779"/>
                  </a:lnTo>
                  <a:lnTo>
                    <a:pt x="10189" y="17301"/>
                  </a:lnTo>
                  <a:lnTo>
                    <a:pt x="10234" y="16823"/>
                  </a:lnTo>
                  <a:lnTo>
                    <a:pt x="10249" y="16330"/>
                  </a:lnTo>
                  <a:lnTo>
                    <a:pt x="10234" y="15852"/>
                  </a:lnTo>
                  <a:lnTo>
                    <a:pt x="10189" y="15374"/>
                  </a:lnTo>
                  <a:lnTo>
                    <a:pt x="10099" y="14896"/>
                  </a:lnTo>
                  <a:lnTo>
                    <a:pt x="9980" y="14418"/>
                  </a:lnTo>
                  <a:lnTo>
                    <a:pt x="9830" y="13954"/>
                  </a:lnTo>
                  <a:lnTo>
                    <a:pt x="9636" y="13491"/>
                  </a:lnTo>
                  <a:lnTo>
                    <a:pt x="9427" y="13043"/>
                  </a:lnTo>
                  <a:lnTo>
                    <a:pt x="9173" y="12595"/>
                  </a:lnTo>
                  <a:lnTo>
                    <a:pt x="8889" y="12162"/>
                  </a:lnTo>
                  <a:lnTo>
                    <a:pt x="8590" y="11743"/>
                  </a:lnTo>
                  <a:lnTo>
                    <a:pt x="8247" y="11325"/>
                  </a:lnTo>
                  <a:lnTo>
                    <a:pt x="7873" y="10922"/>
                  </a:lnTo>
                  <a:lnTo>
                    <a:pt x="7470" y="10533"/>
                  </a:lnTo>
                  <a:lnTo>
                    <a:pt x="7052" y="10160"/>
                  </a:lnTo>
                  <a:lnTo>
                    <a:pt x="6604" y="9801"/>
                  </a:lnTo>
                  <a:lnTo>
                    <a:pt x="6125" y="9458"/>
                  </a:lnTo>
                  <a:lnTo>
                    <a:pt x="5842" y="9278"/>
                  </a:lnTo>
                  <a:lnTo>
                    <a:pt x="5438" y="8995"/>
                  </a:lnTo>
                  <a:lnTo>
                    <a:pt x="5080" y="8696"/>
                  </a:lnTo>
                  <a:lnTo>
                    <a:pt x="4721" y="8397"/>
                  </a:lnTo>
                  <a:lnTo>
                    <a:pt x="4407" y="8098"/>
                  </a:lnTo>
                  <a:lnTo>
                    <a:pt x="4109" y="7770"/>
                  </a:lnTo>
                  <a:lnTo>
                    <a:pt x="3825" y="7456"/>
                  </a:lnTo>
                  <a:lnTo>
                    <a:pt x="3571" y="7112"/>
                  </a:lnTo>
                  <a:lnTo>
                    <a:pt x="3347" y="6784"/>
                  </a:lnTo>
                  <a:lnTo>
                    <a:pt x="3152" y="6440"/>
                  </a:lnTo>
                  <a:lnTo>
                    <a:pt x="2973" y="6081"/>
                  </a:lnTo>
                  <a:lnTo>
                    <a:pt x="2824" y="5723"/>
                  </a:lnTo>
                  <a:lnTo>
                    <a:pt x="2704" y="5364"/>
                  </a:lnTo>
                  <a:lnTo>
                    <a:pt x="2615" y="5006"/>
                  </a:lnTo>
                  <a:lnTo>
                    <a:pt x="2540" y="4632"/>
                  </a:lnTo>
                  <a:lnTo>
                    <a:pt x="2495" y="4259"/>
                  </a:lnTo>
                  <a:lnTo>
                    <a:pt x="2480" y="3885"/>
                  </a:lnTo>
                  <a:lnTo>
                    <a:pt x="2480" y="897"/>
                  </a:lnTo>
                  <a:lnTo>
                    <a:pt x="2480" y="808"/>
                  </a:lnTo>
                  <a:lnTo>
                    <a:pt x="2465" y="718"/>
                  </a:lnTo>
                  <a:lnTo>
                    <a:pt x="2420" y="554"/>
                  </a:lnTo>
                  <a:lnTo>
                    <a:pt x="2331" y="389"/>
                  </a:lnTo>
                  <a:lnTo>
                    <a:pt x="2226" y="270"/>
                  </a:lnTo>
                  <a:lnTo>
                    <a:pt x="2092" y="150"/>
                  </a:lnTo>
                  <a:lnTo>
                    <a:pt x="1942" y="76"/>
                  </a:lnTo>
                  <a:lnTo>
                    <a:pt x="1778" y="16"/>
                  </a:lnTo>
                  <a:lnTo>
                    <a:pt x="168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8" name="Google Shape;1678;p34"/>
            <p:cNvSpPr/>
            <p:nvPr/>
          </p:nvSpPr>
          <p:spPr>
            <a:xfrm>
              <a:off x="7231112" y="1699142"/>
              <a:ext cx="281514" cy="885168"/>
            </a:xfrm>
            <a:custGeom>
              <a:avLst/>
              <a:gdLst/>
              <a:ahLst/>
              <a:cxnLst/>
              <a:rect l="l" t="t" r="r" b="b"/>
              <a:pathLst>
                <a:path w="10249" h="32226" extrusionOk="0">
                  <a:moveTo>
                    <a:pt x="8561" y="1"/>
                  </a:moveTo>
                  <a:lnTo>
                    <a:pt x="8471" y="16"/>
                  </a:lnTo>
                  <a:lnTo>
                    <a:pt x="8307" y="76"/>
                  </a:lnTo>
                  <a:lnTo>
                    <a:pt x="8157" y="150"/>
                  </a:lnTo>
                  <a:lnTo>
                    <a:pt x="8023" y="270"/>
                  </a:lnTo>
                  <a:lnTo>
                    <a:pt x="7918" y="389"/>
                  </a:lnTo>
                  <a:lnTo>
                    <a:pt x="7829" y="554"/>
                  </a:lnTo>
                  <a:lnTo>
                    <a:pt x="7784" y="718"/>
                  </a:lnTo>
                  <a:lnTo>
                    <a:pt x="7769" y="808"/>
                  </a:lnTo>
                  <a:lnTo>
                    <a:pt x="7769" y="897"/>
                  </a:lnTo>
                  <a:lnTo>
                    <a:pt x="7769" y="3885"/>
                  </a:lnTo>
                  <a:lnTo>
                    <a:pt x="7754" y="4259"/>
                  </a:lnTo>
                  <a:lnTo>
                    <a:pt x="7709" y="4632"/>
                  </a:lnTo>
                  <a:lnTo>
                    <a:pt x="7634" y="5006"/>
                  </a:lnTo>
                  <a:lnTo>
                    <a:pt x="7545" y="5364"/>
                  </a:lnTo>
                  <a:lnTo>
                    <a:pt x="7425" y="5723"/>
                  </a:lnTo>
                  <a:lnTo>
                    <a:pt x="7276" y="6081"/>
                  </a:lnTo>
                  <a:lnTo>
                    <a:pt x="7096" y="6440"/>
                  </a:lnTo>
                  <a:lnTo>
                    <a:pt x="6902" y="6784"/>
                  </a:lnTo>
                  <a:lnTo>
                    <a:pt x="6678" y="7112"/>
                  </a:lnTo>
                  <a:lnTo>
                    <a:pt x="6424" y="7456"/>
                  </a:lnTo>
                  <a:lnTo>
                    <a:pt x="6140" y="7770"/>
                  </a:lnTo>
                  <a:lnTo>
                    <a:pt x="5842" y="8098"/>
                  </a:lnTo>
                  <a:lnTo>
                    <a:pt x="5528" y="8397"/>
                  </a:lnTo>
                  <a:lnTo>
                    <a:pt x="5169" y="8696"/>
                  </a:lnTo>
                  <a:lnTo>
                    <a:pt x="4811" y="8995"/>
                  </a:lnTo>
                  <a:lnTo>
                    <a:pt x="4407" y="9278"/>
                  </a:lnTo>
                  <a:lnTo>
                    <a:pt x="4123" y="9458"/>
                  </a:lnTo>
                  <a:lnTo>
                    <a:pt x="3645" y="9801"/>
                  </a:lnTo>
                  <a:lnTo>
                    <a:pt x="3197" y="10160"/>
                  </a:lnTo>
                  <a:lnTo>
                    <a:pt x="2779" y="10533"/>
                  </a:lnTo>
                  <a:lnTo>
                    <a:pt x="2376" y="10922"/>
                  </a:lnTo>
                  <a:lnTo>
                    <a:pt x="2002" y="11325"/>
                  </a:lnTo>
                  <a:lnTo>
                    <a:pt x="1673" y="11743"/>
                  </a:lnTo>
                  <a:lnTo>
                    <a:pt x="1360" y="12162"/>
                  </a:lnTo>
                  <a:lnTo>
                    <a:pt x="1076" y="12595"/>
                  </a:lnTo>
                  <a:lnTo>
                    <a:pt x="822" y="13043"/>
                  </a:lnTo>
                  <a:lnTo>
                    <a:pt x="613" y="13491"/>
                  </a:lnTo>
                  <a:lnTo>
                    <a:pt x="418" y="13954"/>
                  </a:lnTo>
                  <a:lnTo>
                    <a:pt x="269" y="14418"/>
                  </a:lnTo>
                  <a:lnTo>
                    <a:pt x="150" y="14896"/>
                  </a:lnTo>
                  <a:lnTo>
                    <a:pt x="60" y="15374"/>
                  </a:lnTo>
                  <a:lnTo>
                    <a:pt x="15" y="15852"/>
                  </a:lnTo>
                  <a:lnTo>
                    <a:pt x="0" y="16330"/>
                  </a:lnTo>
                  <a:lnTo>
                    <a:pt x="15" y="16823"/>
                  </a:lnTo>
                  <a:lnTo>
                    <a:pt x="60" y="17301"/>
                  </a:lnTo>
                  <a:lnTo>
                    <a:pt x="150" y="17779"/>
                  </a:lnTo>
                  <a:lnTo>
                    <a:pt x="269" y="18242"/>
                  </a:lnTo>
                  <a:lnTo>
                    <a:pt x="418" y="18720"/>
                  </a:lnTo>
                  <a:lnTo>
                    <a:pt x="613" y="19168"/>
                  </a:lnTo>
                  <a:lnTo>
                    <a:pt x="822" y="19631"/>
                  </a:lnTo>
                  <a:lnTo>
                    <a:pt x="1076" y="20065"/>
                  </a:lnTo>
                  <a:lnTo>
                    <a:pt x="1360" y="20513"/>
                  </a:lnTo>
                  <a:lnTo>
                    <a:pt x="1673" y="20931"/>
                  </a:lnTo>
                  <a:lnTo>
                    <a:pt x="2002" y="21350"/>
                  </a:lnTo>
                  <a:lnTo>
                    <a:pt x="2376" y="21753"/>
                  </a:lnTo>
                  <a:lnTo>
                    <a:pt x="2779" y="22126"/>
                  </a:lnTo>
                  <a:lnTo>
                    <a:pt x="3197" y="22500"/>
                  </a:lnTo>
                  <a:lnTo>
                    <a:pt x="3645" y="22858"/>
                  </a:lnTo>
                  <a:lnTo>
                    <a:pt x="4123" y="23202"/>
                  </a:lnTo>
                  <a:lnTo>
                    <a:pt x="5095" y="23874"/>
                  </a:lnTo>
                  <a:lnTo>
                    <a:pt x="5498" y="24143"/>
                  </a:lnTo>
                  <a:lnTo>
                    <a:pt x="5871" y="24442"/>
                  </a:lnTo>
                  <a:lnTo>
                    <a:pt x="6215" y="24741"/>
                  </a:lnTo>
                  <a:lnTo>
                    <a:pt x="6544" y="25040"/>
                  </a:lnTo>
                  <a:lnTo>
                    <a:pt x="6843" y="25368"/>
                  </a:lnTo>
                  <a:lnTo>
                    <a:pt x="7111" y="25682"/>
                  </a:lnTo>
                  <a:lnTo>
                    <a:pt x="7365" y="26026"/>
                  </a:lnTo>
                  <a:lnTo>
                    <a:pt x="7589" y="26354"/>
                  </a:lnTo>
                  <a:lnTo>
                    <a:pt x="7784" y="26698"/>
                  </a:lnTo>
                  <a:lnTo>
                    <a:pt x="7963" y="27056"/>
                  </a:lnTo>
                  <a:lnTo>
                    <a:pt x="8112" y="27415"/>
                  </a:lnTo>
                  <a:lnTo>
                    <a:pt x="8232" y="27774"/>
                  </a:lnTo>
                  <a:lnTo>
                    <a:pt x="8322" y="28132"/>
                  </a:lnTo>
                  <a:lnTo>
                    <a:pt x="8396" y="28506"/>
                  </a:lnTo>
                  <a:lnTo>
                    <a:pt x="8441" y="28879"/>
                  </a:lnTo>
                  <a:lnTo>
                    <a:pt x="8456" y="29253"/>
                  </a:lnTo>
                  <a:lnTo>
                    <a:pt x="8456" y="31329"/>
                  </a:lnTo>
                  <a:lnTo>
                    <a:pt x="8456" y="31419"/>
                  </a:lnTo>
                  <a:lnTo>
                    <a:pt x="8471" y="31508"/>
                  </a:lnTo>
                  <a:lnTo>
                    <a:pt x="8516" y="31673"/>
                  </a:lnTo>
                  <a:lnTo>
                    <a:pt x="8605" y="31837"/>
                  </a:lnTo>
                  <a:lnTo>
                    <a:pt x="8710" y="31957"/>
                  </a:lnTo>
                  <a:lnTo>
                    <a:pt x="8844" y="32076"/>
                  </a:lnTo>
                  <a:lnTo>
                    <a:pt x="8994" y="32151"/>
                  </a:lnTo>
                  <a:lnTo>
                    <a:pt x="9173" y="32211"/>
                  </a:lnTo>
                  <a:lnTo>
                    <a:pt x="9263" y="32226"/>
                  </a:lnTo>
                  <a:lnTo>
                    <a:pt x="9442" y="32226"/>
                  </a:lnTo>
                  <a:lnTo>
                    <a:pt x="9532" y="32211"/>
                  </a:lnTo>
                  <a:lnTo>
                    <a:pt x="9696" y="32151"/>
                  </a:lnTo>
                  <a:lnTo>
                    <a:pt x="9845" y="32076"/>
                  </a:lnTo>
                  <a:lnTo>
                    <a:pt x="9980" y="31957"/>
                  </a:lnTo>
                  <a:lnTo>
                    <a:pt x="10099" y="31837"/>
                  </a:lnTo>
                  <a:lnTo>
                    <a:pt x="10174" y="31673"/>
                  </a:lnTo>
                  <a:lnTo>
                    <a:pt x="10234" y="31508"/>
                  </a:lnTo>
                  <a:lnTo>
                    <a:pt x="10234" y="31419"/>
                  </a:lnTo>
                  <a:lnTo>
                    <a:pt x="10249" y="31329"/>
                  </a:lnTo>
                  <a:lnTo>
                    <a:pt x="10249" y="29253"/>
                  </a:lnTo>
                  <a:lnTo>
                    <a:pt x="10234" y="28774"/>
                  </a:lnTo>
                  <a:lnTo>
                    <a:pt x="10174" y="28296"/>
                  </a:lnTo>
                  <a:lnTo>
                    <a:pt x="10084" y="27818"/>
                  </a:lnTo>
                  <a:lnTo>
                    <a:pt x="9965" y="27340"/>
                  </a:lnTo>
                  <a:lnTo>
                    <a:pt x="9815" y="26877"/>
                  </a:lnTo>
                  <a:lnTo>
                    <a:pt x="9636" y="26414"/>
                  </a:lnTo>
                  <a:lnTo>
                    <a:pt x="9412" y="25966"/>
                  </a:lnTo>
                  <a:lnTo>
                    <a:pt x="9158" y="25518"/>
                  </a:lnTo>
                  <a:lnTo>
                    <a:pt x="8889" y="25084"/>
                  </a:lnTo>
                  <a:lnTo>
                    <a:pt x="8576" y="24666"/>
                  </a:lnTo>
                  <a:lnTo>
                    <a:pt x="8232" y="24248"/>
                  </a:lnTo>
                  <a:lnTo>
                    <a:pt x="7858" y="23844"/>
                  </a:lnTo>
                  <a:lnTo>
                    <a:pt x="7470" y="23456"/>
                  </a:lnTo>
                  <a:lnTo>
                    <a:pt x="7037" y="23083"/>
                  </a:lnTo>
                  <a:lnTo>
                    <a:pt x="6589" y="22724"/>
                  </a:lnTo>
                  <a:lnTo>
                    <a:pt x="6110" y="22380"/>
                  </a:lnTo>
                  <a:lnTo>
                    <a:pt x="5139" y="21723"/>
                  </a:lnTo>
                  <a:lnTo>
                    <a:pt x="4751" y="21439"/>
                  </a:lnTo>
                  <a:lnTo>
                    <a:pt x="4377" y="21155"/>
                  </a:lnTo>
                  <a:lnTo>
                    <a:pt x="4019" y="20857"/>
                  </a:lnTo>
                  <a:lnTo>
                    <a:pt x="3705" y="20543"/>
                  </a:lnTo>
                  <a:lnTo>
                    <a:pt x="3406" y="20229"/>
                  </a:lnTo>
                  <a:lnTo>
                    <a:pt x="3123" y="19900"/>
                  </a:lnTo>
                  <a:lnTo>
                    <a:pt x="2884" y="19572"/>
                  </a:lnTo>
                  <a:lnTo>
                    <a:pt x="2644" y="19228"/>
                  </a:lnTo>
                  <a:lnTo>
                    <a:pt x="2450" y="18885"/>
                  </a:lnTo>
                  <a:lnTo>
                    <a:pt x="2271" y="18541"/>
                  </a:lnTo>
                  <a:lnTo>
                    <a:pt x="2122" y="18182"/>
                  </a:lnTo>
                  <a:lnTo>
                    <a:pt x="2002" y="17824"/>
                  </a:lnTo>
                  <a:lnTo>
                    <a:pt x="1912" y="17450"/>
                  </a:lnTo>
                  <a:lnTo>
                    <a:pt x="1838" y="17077"/>
                  </a:lnTo>
                  <a:lnTo>
                    <a:pt x="1808" y="16703"/>
                  </a:lnTo>
                  <a:lnTo>
                    <a:pt x="1793" y="16330"/>
                  </a:lnTo>
                  <a:lnTo>
                    <a:pt x="1808" y="15956"/>
                  </a:lnTo>
                  <a:lnTo>
                    <a:pt x="1838" y="15583"/>
                  </a:lnTo>
                  <a:lnTo>
                    <a:pt x="1912" y="15224"/>
                  </a:lnTo>
                  <a:lnTo>
                    <a:pt x="2002" y="14851"/>
                  </a:lnTo>
                  <a:lnTo>
                    <a:pt x="2122" y="14492"/>
                  </a:lnTo>
                  <a:lnTo>
                    <a:pt x="2271" y="14134"/>
                  </a:lnTo>
                  <a:lnTo>
                    <a:pt x="2450" y="13775"/>
                  </a:lnTo>
                  <a:lnTo>
                    <a:pt x="2644" y="13432"/>
                  </a:lnTo>
                  <a:lnTo>
                    <a:pt x="2884" y="13103"/>
                  </a:lnTo>
                  <a:lnTo>
                    <a:pt x="3123" y="12759"/>
                  </a:lnTo>
                  <a:lnTo>
                    <a:pt x="3406" y="12446"/>
                  </a:lnTo>
                  <a:lnTo>
                    <a:pt x="3705" y="12117"/>
                  </a:lnTo>
                  <a:lnTo>
                    <a:pt x="4019" y="11818"/>
                  </a:lnTo>
                  <a:lnTo>
                    <a:pt x="4377" y="11519"/>
                  </a:lnTo>
                  <a:lnTo>
                    <a:pt x="4751" y="11221"/>
                  </a:lnTo>
                  <a:lnTo>
                    <a:pt x="5139" y="10952"/>
                  </a:lnTo>
                  <a:lnTo>
                    <a:pt x="5423" y="10757"/>
                  </a:lnTo>
                  <a:lnTo>
                    <a:pt x="5901" y="10414"/>
                  </a:lnTo>
                  <a:lnTo>
                    <a:pt x="6350" y="10055"/>
                  </a:lnTo>
                  <a:lnTo>
                    <a:pt x="6783" y="9682"/>
                  </a:lnTo>
                  <a:lnTo>
                    <a:pt x="7171" y="9293"/>
                  </a:lnTo>
                  <a:lnTo>
                    <a:pt x="7545" y="8890"/>
                  </a:lnTo>
                  <a:lnTo>
                    <a:pt x="7888" y="8472"/>
                  </a:lnTo>
                  <a:lnTo>
                    <a:pt x="8187" y="8053"/>
                  </a:lnTo>
                  <a:lnTo>
                    <a:pt x="8471" y="7620"/>
                  </a:lnTo>
                  <a:lnTo>
                    <a:pt x="8725" y="7172"/>
                  </a:lnTo>
                  <a:lnTo>
                    <a:pt x="8934" y="6724"/>
                  </a:lnTo>
                  <a:lnTo>
                    <a:pt x="9128" y="6261"/>
                  </a:lnTo>
                  <a:lnTo>
                    <a:pt x="9278" y="5797"/>
                  </a:lnTo>
                  <a:lnTo>
                    <a:pt x="9397" y="5319"/>
                  </a:lnTo>
                  <a:lnTo>
                    <a:pt x="9487" y="4841"/>
                  </a:lnTo>
                  <a:lnTo>
                    <a:pt x="9532" y="4363"/>
                  </a:lnTo>
                  <a:lnTo>
                    <a:pt x="9562" y="3885"/>
                  </a:lnTo>
                  <a:lnTo>
                    <a:pt x="9562" y="897"/>
                  </a:lnTo>
                  <a:lnTo>
                    <a:pt x="9547" y="808"/>
                  </a:lnTo>
                  <a:lnTo>
                    <a:pt x="9532" y="718"/>
                  </a:lnTo>
                  <a:lnTo>
                    <a:pt x="9487" y="554"/>
                  </a:lnTo>
                  <a:lnTo>
                    <a:pt x="9397" y="389"/>
                  </a:lnTo>
                  <a:lnTo>
                    <a:pt x="9293" y="270"/>
                  </a:lnTo>
                  <a:lnTo>
                    <a:pt x="9158" y="150"/>
                  </a:lnTo>
                  <a:lnTo>
                    <a:pt x="9009" y="76"/>
                  </a:lnTo>
                  <a:lnTo>
                    <a:pt x="8844" y="16"/>
                  </a:lnTo>
                  <a:lnTo>
                    <a:pt x="8755" y="1"/>
                  </a:lnTo>
                  <a:close/>
                </a:path>
              </a:pathLst>
            </a:custGeom>
            <a:solidFill>
              <a:srgbClr val="FA705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9" name="Google Shape;1679;p34"/>
            <p:cNvSpPr/>
            <p:nvPr/>
          </p:nvSpPr>
          <p:spPr>
            <a:xfrm>
              <a:off x="7206062" y="1677004"/>
              <a:ext cx="84160" cy="83721"/>
            </a:xfrm>
            <a:custGeom>
              <a:avLst/>
              <a:gdLst/>
              <a:ahLst/>
              <a:cxnLst/>
              <a:rect l="l" t="t" r="r" b="b"/>
              <a:pathLst>
                <a:path w="3064" h="3048" extrusionOk="0">
                  <a:moveTo>
                    <a:pt x="1375" y="0"/>
                  </a:moveTo>
                  <a:lnTo>
                    <a:pt x="1226" y="30"/>
                  </a:lnTo>
                  <a:lnTo>
                    <a:pt x="1076" y="60"/>
                  </a:lnTo>
                  <a:lnTo>
                    <a:pt x="942" y="120"/>
                  </a:lnTo>
                  <a:lnTo>
                    <a:pt x="808" y="179"/>
                  </a:lnTo>
                  <a:lnTo>
                    <a:pt x="673" y="254"/>
                  </a:lnTo>
                  <a:lnTo>
                    <a:pt x="554" y="344"/>
                  </a:lnTo>
                  <a:lnTo>
                    <a:pt x="449" y="448"/>
                  </a:lnTo>
                  <a:lnTo>
                    <a:pt x="344" y="553"/>
                  </a:lnTo>
                  <a:lnTo>
                    <a:pt x="270" y="673"/>
                  </a:lnTo>
                  <a:lnTo>
                    <a:pt x="180" y="792"/>
                  </a:lnTo>
                  <a:lnTo>
                    <a:pt x="120" y="926"/>
                  </a:lnTo>
                  <a:lnTo>
                    <a:pt x="76" y="1061"/>
                  </a:lnTo>
                  <a:lnTo>
                    <a:pt x="31" y="1210"/>
                  </a:lnTo>
                  <a:lnTo>
                    <a:pt x="16" y="1360"/>
                  </a:lnTo>
                  <a:lnTo>
                    <a:pt x="1" y="1524"/>
                  </a:lnTo>
                  <a:lnTo>
                    <a:pt x="16" y="1673"/>
                  </a:lnTo>
                  <a:lnTo>
                    <a:pt x="31" y="1823"/>
                  </a:lnTo>
                  <a:lnTo>
                    <a:pt x="76" y="1972"/>
                  </a:lnTo>
                  <a:lnTo>
                    <a:pt x="120" y="2122"/>
                  </a:lnTo>
                  <a:lnTo>
                    <a:pt x="180" y="2256"/>
                  </a:lnTo>
                  <a:lnTo>
                    <a:pt x="270" y="2376"/>
                  </a:lnTo>
                  <a:lnTo>
                    <a:pt x="344" y="2495"/>
                  </a:lnTo>
                  <a:lnTo>
                    <a:pt x="449" y="2600"/>
                  </a:lnTo>
                  <a:lnTo>
                    <a:pt x="554" y="2704"/>
                  </a:lnTo>
                  <a:lnTo>
                    <a:pt x="673" y="2794"/>
                  </a:lnTo>
                  <a:lnTo>
                    <a:pt x="808" y="2869"/>
                  </a:lnTo>
                  <a:lnTo>
                    <a:pt x="942" y="2928"/>
                  </a:lnTo>
                  <a:lnTo>
                    <a:pt x="1076" y="2988"/>
                  </a:lnTo>
                  <a:lnTo>
                    <a:pt x="1226" y="3018"/>
                  </a:lnTo>
                  <a:lnTo>
                    <a:pt x="1375" y="3048"/>
                  </a:lnTo>
                  <a:lnTo>
                    <a:pt x="1689" y="3048"/>
                  </a:lnTo>
                  <a:lnTo>
                    <a:pt x="1838" y="3018"/>
                  </a:lnTo>
                  <a:lnTo>
                    <a:pt x="1988" y="2988"/>
                  </a:lnTo>
                  <a:lnTo>
                    <a:pt x="2122" y="2928"/>
                  </a:lnTo>
                  <a:lnTo>
                    <a:pt x="2257" y="2869"/>
                  </a:lnTo>
                  <a:lnTo>
                    <a:pt x="2391" y="2794"/>
                  </a:lnTo>
                  <a:lnTo>
                    <a:pt x="2496" y="2704"/>
                  </a:lnTo>
                  <a:lnTo>
                    <a:pt x="2615" y="2600"/>
                  </a:lnTo>
                  <a:lnTo>
                    <a:pt x="2705" y="2495"/>
                  </a:lnTo>
                  <a:lnTo>
                    <a:pt x="2795" y="2376"/>
                  </a:lnTo>
                  <a:lnTo>
                    <a:pt x="2869" y="2256"/>
                  </a:lnTo>
                  <a:lnTo>
                    <a:pt x="2944" y="2122"/>
                  </a:lnTo>
                  <a:lnTo>
                    <a:pt x="2989" y="1972"/>
                  </a:lnTo>
                  <a:lnTo>
                    <a:pt x="3034" y="1823"/>
                  </a:lnTo>
                  <a:lnTo>
                    <a:pt x="3049" y="1673"/>
                  </a:lnTo>
                  <a:lnTo>
                    <a:pt x="3063" y="1524"/>
                  </a:lnTo>
                  <a:lnTo>
                    <a:pt x="3049" y="1360"/>
                  </a:lnTo>
                  <a:lnTo>
                    <a:pt x="3034" y="1210"/>
                  </a:lnTo>
                  <a:lnTo>
                    <a:pt x="2989" y="1061"/>
                  </a:lnTo>
                  <a:lnTo>
                    <a:pt x="2944" y="926"/>
                  </a:lnTo>
                  <a:lnTo>
                    <a:pt x="2869" y="792"/>
                  </a:lnTo>
                  <a:lnTo>
                    <a:pt x="2795" y="673"/>
                  </a:lnTo>
                  <a:lnTo>
                    <a:pt x="2705" y="553"/>
                  </a:lnTo>
                  <a:lnTo>
                    <a:pt x="2615" y="448"/>
                  </a:lnTo>
                  <a:lnTo>
                    <a:pt x="2496" y="344"/>
                  </a:lnTo>
                  <a:lnTo>
                    <a:pt x="2391" y="254"/>
                  </a:lnTo>
                  <a:lnTo>
                    <a:pt x="2257" y="179"/>
                  </a:lnTo>
                  <a:lnTo>
                    <a:pt x="2122" y="120"/>
                  </a:lnTo>
                  <a:lnTo>
                    <a:pt x="1988" y="60"/>
                  </a:lnTo>
                  <a:lnTo>
                    <a:pt x="1838" y="30"/>
                  </a:lnTo>
                  <a:lnTo>
                    <a:pt x="168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0" name="Google Shape;1680;p34"/>
            <p:cNvSpPr/>
            <p:nvPr/>
          </p:nvSpPr>
          <p:spPr>
            <a:xfrm>
              <a:off x="7428075" y="1677004"/>
              <a:ext cx="83721" cy="83721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375" y="0"/>
                  </a:moveTo>
                  <a:lnTo>
                    <a:pt x="1210" y="30"/>
                  </a:lnTo>
                  <a:lnTo>
                    <a:pt x="1076" y="60"/>
                  </a:lnTo>
                  <a:lnTo>
                    <a:pt x="926" y="120"/>
                  </a:lnTo>
                  <a:lnTo>
                    <a:pt x="792" y="179"/>
                  </a:lnTo>
                  <a:lnTo>
                    <a:pt x="672" y="254"/>
                  </a:lnTo>
                  <a:lnTo>
                    <a:pt x="553" y="344"/>
                  </a:lnTo>
                  <a:lnTo>
                    <a:pt x="448" y="448"/>
                  </a:lnTo>
                  <a:lnTo>
                    <a:pt x="344" y="553"/>
                  </a:lnTo>
                  <a:lnTo>
                    <a:pt x="254" y="673"/>
                  </a:lnTo>
                  <a:lnTo>
                    <a:pt x="179" y="792"/>
                  </a:lnTo>
                  <a:lnTo>
                    <a:pt x="120" y="926"/>
                  </a:lnTo>
                  <a:lnTo>
                    <a:pt x="60" y="1061"/>
                  </a:lnTo>
                  <a:lnTo>
                    <a:pt x="30" y="1210"/>
                  </a:lnTo>
                  <a:lnTo>
                    <a:pt x="0" y="1360"/>
                  </a:lnTo>
                  <a:lnTo>
                    <a:pt x="0" y="1524"/>
                  </a:lnTo>
                  <a:lnTo>
                    <a:pt x="0" y="1673"/>
                  </a:lnTo>
                  <a:lnTo>
                    <a:pt x="30" y="1823"/>
                  </a:lnTo>
                  <a:lnTo>
                    <a:pt x="60" y="1972"/>
                  </a:lnTo>
                  <a:lnTo>
                    <a:pt x="120" y="2122"/>
                  </a:lnTo>
                  <a:lnTo>
                    <a:pt x="179" y="2256"/>
                  </a:lnTo>
                  <a:lnTo>
                    <a:pt x="254" y="2376"/>
                  </a:lnTo>
                  <a:lnTo>
                    <a:pt x="344" y="2495"/>
                  </a:lnTo>
                  <a:lnTo>
                    <a:pt x="448" y="2600"/>
                  </a:lnTo>
                  <a:lnTo>
                    <a:pt x="553" y="2704"/>
                  </a:lnTo>
                  <a:lnTo>
                    <a:pt x="672" y="2794"/>
                  </a:lnTo>
                  <a:lnTo>
                    <a:pt x="792" y="2869"/>
                  </a:lnTo>
                  <a:lnTo>
                    <a:pt x="926" y="2928"/>
                  </a:lnTo>
                  <a:lnTo>
                    <a:pt x="1076" y="2988"/>
                  </a:lnTo>
                  <a:lnTo>
                    <a:pt x="1210" y="3018"/>
                  </a:lnTo>
                  <a:lnTo>
                    <a:pt x="1375" y="3048"/>
                  </a:lnTo>
                  <a:lnTo>
                    <a:pt x="1688" y="3048"/>
                  </a:lnTo>
                  <a:lnTo>
                    <a:pt x="1838" y="3018"/>
                  </a:lnTo>
                  <a:lnTo>
                    <a:pt x="1987" y="2988"/>
                  </a:lnTo>
                  <a:lnTo>
                    <a:pt x="2122" y="2928"/>
                  </a:lnTo>
                  <a:lnTo>
                    <a:pt x="2256" y="2869"/>
                  </a:lnTo>
                  <a:lnTo>
                    <a:pt x="2376" y="2794"/>
                  </a:lnTo>
                  <a:lnTo>
                    <a:pt x="2495" y="2704"/>
                  </a:lnTo>
                  <a:lnTo>
                    <a:pt x="2600" y="2600"/>
                  </a:lnTo>
                  <a:lnTo>
                    <a:pt x="2704" y="2495"/>
                  </a:lnTo>
                  <a:lnTo>
                    <a:pt x="2794" y="2376"/>
                  </a:lnTo>
                  <a:lnTo>
                    <a:pt x="2869" y="2256"/>
                  </a:lnTo>
                  <a:lnTo>
                    <a:pt x="2928" y="2122"/>
                  </a:lnTo>
                  <a:lnTo>
                    <a:pt x="2988" y="1972"/>
                  </a:lnTo>
                  <a:lnTo>
                    <a:pt x="3018" y="1823"/>
                  </a:lnTo>
                  <a:lnTo>
                    <a:pt x="3048" y="1673"/>
                  </a:lnTo>
                  <a:lnTo>
                    <a:pt x="3048" y="1524"/>
                  </a:lnTo>
                  <a:lnTo>
                    <a:pt x="3048" y="1360"/>
                  </a:lnTo>
                  <a:lnTo>
                    <a:pt x="3018" y="1210"/>
                  </a:lnTo>
                  <a:lnTo>
                    <a:pt x="2988" y="1061"/>
                  </a:lnTo>
                  <a:lnTo>
                    <a:pt x="2928" y="926"/>
                  </a:lnTo>
                  <a:lnTo>
                    <a:pt x="2869" y="792"/>
                  </a:lnTo>
                  <a:lnTo>
                    <a:pt x="2794" y="673"/>
                  </a:lnTo>
                  <a:lnTo>
                    <a:pt x="2704" y="553"/>
                  </a:lnTo>
                  <a:lnTo>
                    <a:pt x="2600" y="448"/>
                  </a:lnTo>
                  <a:lnTo>
                    <a:pt x="2495" y="344"/>
                  </a:lnTo>
                  <a:lnTo>
                    <a:pt x="2376" y="254"/>
                  </a:lnTo>
                  <a:lnTo>
                    <a:pt x="2256" y="179"/>
                  </a:lnTo>
                  <a:lnTo>
                    <a:pt x="2122" y="120"/>
                  </a:lnTo>
                  <a:lnTo>
                    <a:pt x="1987" y="60"/>
                  </a:lnTo>
                  <a:lnTo>
                    <a:pt x="1838" y="30"/>
                  </a:lnTo>
                  <a:lnTo>
                    <a:pt x="168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1" name="Google Shape;1681;p34"/>
            <p:cNvSpPr/>
            <p:nvPr/>
          </p:nvSpPr>
          <p:spPr>
            <a:xfrm>
              <a:off x="7188429" y="2532148"/>
              <a:ext cx="83748" cy="83721"/>
            </a:xfrm>
            <a:custGeom>
              <a:avLst/>
              <a:gdLst/>
              <a:ahLst/>
              <a:cxnLst/>
              <a:rect l="l" t="t" r="r" b="b"/>
              <a:pathLst>
                <a:path w="3049" h="3048" extrusionOk="0">
                  <a:moveTo>
                    <a:pt x="1375" y="0"/>
                  </a:moveTo>
                  <a:lnTo>
                    <a:pt x="1225" y="30"/>
                  </a:lnTo>
                  <a:lnTo>
                    <a:pt x="1076" y="60"/>
                  </a:lnTo>
                  <a:lnTo>
                    <a:pt x="927" y="120"/>
                  </a:lnTo>
                  <a:lnTo>
                    <a:pt x="792" y="179"/>
                  </a:lnTo>
                  <a:lnTo>
                    <a:pt x="673" y="254"/>
                  </a:lnTo>
                  <a:lnTo>
                    <a:pt x="553" y="344"/>
                  </a:lnTo>
                  <a:lnTo>
                    <a:pt x="449" y="448"/>
                  </a:lnTo>
                  <a:lnTo>
                    <a:pt x="344" y="553"/>
                  </a:lnTo>
                  <a:lnTo>
                    <a:pt x="254" y="672"/>
                  </a:lnTo>
                  <a:lnTo>
                    <a:pt x="180" y="792"/>
                  </a:lnTo>
                  <a:lnTo>
                    <a:pt x="120" y="926"/>
                  </a:lnTo>
                  <a:lnTo>
                    <a:pt x="60" y="1076"/>
                  </a:lnTo>
                  <a:lnTo>
                    <a:pt x="30" y="1225"/>
                  </a:lnTo>
                  <a:lnTo>
                    <a:pt x="0" y="1375"/>
                  </a:lnTo>
                  <a:lnTo>
                    <a:pt x="0" y="1524"/>
                  </a:lnTo>
                  <a:lnTo>
                    <a:pt x="0" y="1688"/>
                  </a:lnTo>
                  <a:lnTo>
                    <a:pt x="30" y="1838"/>
                  </a:lnTo>
                  <a:lnTo>
                    <a:pt x="60" y="1987"/>
                  </a:lnTo>
                  <a:lnTo>
                    <a:pt x="120" y="2122"/>
                  </a:lnTo>
                  <a:lnTo>
                    <a:pt x="180" y="2256"/>
                  </a:lnTo>
                  <a:lnTo>
                    <a:pt x="254" y="2376"/>
                  </a:lnTo>
                  <a:lnTo>
                    <a:pt x="344" y="2495"/>
                  </a:lnTo>
                  <a:lnTo>
                    <a:pt x="449" y="2600"/>
                  </a:lnTo>
                  <a:lnTo>
                    <a:pt x="553" y="2704"/>
                  </a:lnTo>
                  <a:lnTo>
                    <a:pt x="673" y="2794"/>
                  </a:lnTo>
                  <a:lnTo>
                    <a:pt x="792" y="2869"/>
                  </a:lnTo>
                  <a:lnTo>
                    <a:pt x="927" y="2928"/>
                  </a:lnTo>
                  <a:lnTo>
                    <a:pt x="1076" y="2988"/>
                  </a:lnTo>
                  <a:lnTo>
                    <a:pt x="1225" y="3018"/>
                  </a:lnTo>
                  <a:lnTo>
                    <a:pt x="1375" y="3048"/>
                  </a:lnTo>
                  <a:lnTo>
                    <a:pt x="1689" y="3048"/>
                  </a:lnTo>
                  <a:lnTo>
                    <a:pt x="1838" y="3018"/>
                  </a:lnTo>
                  <a:lnTo>
                    <a:pt x="1987" y="2988"/>
                  </a:lnTo>
                  <a:lnTo>
                    <a:pt x="2122" y="2928"/>
                  </a:lnTo>
                  <a:lnTo>
                    <a:pt x="2256" y="2869"/>
                  </a:lnTo>
                  <a:lnTo>
                    <a:pt x="2376" y="2794"/>
                  </a:lnTo>
                  <a:lnTo>
                    <a:pt x="2495" y="2704"/>
                  </a:lnTo>
                  <a:lnTo>
                    <a:pt x="2600" y="2600"/>
                  </a:lnTo>
                  <a:lnTo>
                    <a:pt x="2705" y="2495"/>
                  </a:lnTo>
                  <a:lnTo>
                    <a:pt x="2794" y="2376"/>
                  </a:lnTo>
                  <a:lnTo>
                    <a:pt x="2869" y="2256"/>
                  </a:lnTo>
                  <a:lnTo>
                    <a:pt x="2929" y="2122"/>
                  </a:lnTo>
                  <a:lnTo>
                    <a:pt x="2988" y="1987"/>
                  </a:lnTo>
                  <a:lnTo>
                    <a:pt x="3018" y="1838"/>
                  </a:lnTo>
                  <a:lnTo>
                    <a:pt x="3048" y="1688"/>
                  </a:lnTo>
                  <a:lnTo>
                    <a:pt x="3048" y="1524"/>
                  </a:lnTo>
                  <a:lnTo>
                    <a:pt x="3048" y="1375"/>
                  </a:lnTo>
                  <a:lnTo>
                    <a:pt x="3018" y="1225"/>
                  </a:lnTo>
                  <a:lnTo>
                    <a:pt x="2988" y="1076"/>
                  </a:lnTo>
                  <a:lnTo>
                    <a:pt x="2929" y="926"/>
                  </a:lnTo>
                  <a:lnTo>
                    <a:pt x="2869" y="792"/>
                  </a:lnTo>
                  <a:lnTo>
                    <a:pt x="2794" y="672"/>
                  </a:lnTo>
                  <a:lnTo>
                    <a:pt x="2705" y="553"/>
                  </a:lnTo>
                  <a:lnTo>
                    <a:pt x="2600" y="448"/>
                  </a:lnTo>
                  <a:lnTo>
                    <a:pt x="2495" y="344"/>
                  </a:lnTo>
                  <a:lnTo>
                    <a:pt x="2376" y="254"/>
                  </a:lnTo>
                  <a:lnTo>
                    <a:pt x="2256" y="179"/>
                  </a:lnTo>
                  <a:lnTo>
                    <a:pt x="2122" y="120"/>
                  </a:lnTo>
                  <a:lnTo>
                    <a:pt x="1987" y="60"/>
                  </a:lnTo>
                  <a:lnTo>
                    <a:pt x="1838" y="30"/>
                  </a:lnTo>
                  <a:lnTo>
                    <a:pt x="168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2" name="Google Shape;1682;p34"/>
            <p:cNvSpPr/>
            <p:nvPr/>
          </p:nvSpPr>
          <p:spPr>
            <a:xfrm>
              <a:off x="7442852" y="2532148"/>
              <a:ext cx="83721" cy="83721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374" y="0"/>
                  </a:moveTo>
                  <a:lnTo>
                    <a:pt x="1210" y="30"/>
                  </a:lnTo>
                  <a:lnTo>
                    <a:pt x="1076" y="60"/>
                  </a:lnTo>
                  <a:lnTo>
                    <a:pt x="926" y="120"/>
                  </a:lnTo>
                  <a:lnTo>
                    <a:pt x="792" y="179"/>
                  </a:lnTo>
                  <a:lnTo>
                    <a:pt x="672" y="254"/>
                  </a:lnTo>
                  <a:lnTo>
                    <a:pt x="553" y="344"/>
                  </a:lnTo>
                  <a:lnTo>
                    <a:pt x="448" y="448"/>
                  </a:lnTo>
                  <a:lnTo>
                    <a:pt x="344" y="553"/>
                  </a:lnTo>
                  <a:lnTo>
                    <a:pt x="254" y="672"/>
                  </a:lnTo>
                  <a:lnTo>
                    <a:pt x="179" y="792"/>
                  </a:lnTo>
                  <a:lnTo>
                    <a:pt x="120" y="926"/>
                  </a:lnTo>
                  <a:lnTo>
                    <a:pt x="60" y="1076"/>
                  </a:lnTo>
                  <a:lnTo>
                    <a:pt x="30" y="1225"/>
                  </a:lnTo>
                  <a:lnTo>
                    <a:pt x="0" y="1375"/>
                  </a:lnTo>
                  <a:lnTo>
                    <a:pt x="0" y="1524"/>
                  </a:lnTo>
                  <a:lnTo>
                    <a:pt x="0" y="1688"/>
                  </a:lnTo>
                  <a:lnTo>
                    <a:pt x="30" y="1838"/>
                  </a:lnTo>
                  <a:lnTo>
                    <a:pt x="60" y="1987"/>
                  </a:lnTo>
                  <a:lnTo>
                    <a:pt x="120" y="2122"/>
                  </a:lnTo>
                  <a:lnTo>
                    <a:pt x="179" y="2256"/>
                  </a:lnTo>
                  <a:lnTo>
                    <a:pt x="254" y="2376"/>
                  </a:lnTo>
                  <a:lnTo>
                    <a:pt x="344" y="2495"/>
                  </a:lnTo>
                  <a:lnTo>
                    <a:pt x="448" y="2600"/>
                  </a:lnTo>
                  <a:lnTo>
                    <a:pt x="553" y="2704"/>
                  </a:lnTo>
                  <a:lnTo>
                    <a:pt x="672" y="2794"/>
                  </a:lnTo>
                  <a:lnTo>
                    <a:pt x="792" y="2869"/>
                  </a:lnTo>
                  <a:lnTo>
                    <a:pt x="926" y="2928"/>
                  </a:lnTo>
                  <a:lnTo>
                    <a:pt x="1076" y="2988"/>
                  </a:lnTo>
                  <a:lnTo>
                    <a:pt x="1210" y="3018"/>
                  </a:lnTo>
                  <a:lnTo>
                    <a:pt x="1374" y="3048"/>
                  </a:lnTo>
                  <a:lnTo>
                    <a:pt x="1688" y="3048"/>
                  </a:lnTo>
                  <a:lnTo>
                    <a:pt x="1838" y="3018"/>
                  </a:lnTo>
                  <a:lnTo>
                    <a:pt x="1972" y="2988"/>
                  </a:lnTo>
                  <a:lnTo>
                    <a:pt x="2121" y="2928"/>
                  </a:lnTo>
                  <a:lnTo>
                    <a:pt x="2256" y="2869"/>
                  </a:lnTo>
                  <a:lnTo>
                    <a:pt x="2375" y="2794"/>
                  </a:lnTo>
                  <a:lnTo>
                    <a:pt x="2495" y="2704"/>
                  </a:lnTo>
                  <a:lnTo>
                    <a:pt x="2599" y="2600"/>
                  </a:lnTo>
                  <a:lnTo>
                    <a:pt x="2704" y="2495"/>
                  </a:lnTo>
                  <a:lnTo>
                    <a:pt x="2794" y="2376"/>
                  </a:lnTo>
                  <a:lnTo>
                    <a:pt x="2868" y="2256"/>
                  </a:lnTo>
                  <a:lnTo>
                    <a:pt x="2928" y="2122"/>
                  </a:lnTo>
                  <a:lnTo>
                    <a:pt x="2988" y="1987"/>
                  </a:lnTo>
                  <a:lnTo>
                    <a:pt x="3018" y="1838"/>
                  </a:lnTo>
                  <a:lnTo>
                    <a:pt x="3048" y="1688"/>
                  </a:lnTo>
                  <a:lnTo>
                    <a:pt x="3048" y="1524"/>
                  </a:lnTo>
                  <a:lnTo>
                    <a:pt x="3048" y="1375"/>
                  </a:lnTo>
                  <a:lnTo>
                    <a:pt x="3018" y="1225"/>
                  </a:lnTo>
                  <a:lnTo>
                    <a:pt x="2988" y="1076"/>
                  </a:lnTo>
                  <a:lnTo>
                    <a:pt x="2928" y="926"/>
                  </a:lnTo>
                  <a:lnTo>
                    <a:pt x="2868" y="792"/>
                  </a:lnTo>
                  <a:lnTo>
                    <a:pt x="2794" y="672"/>
                  </a:lnTo>
                  <a:lnTo>
                    <a:pt x="2704" y="553"/>
                  </a:lnTo>
                  <a:lnTo>
                    <a:pt x="2599" y="448"/>
                  </a:lnTo>
                  <a:lnTo>
                    <a:pt x="2495" y="344"/>
                  </a:lnTo>
                  <a:lnTo>
                    <a:pt x="2375" y="254"/>
                  </a:lnTo>
                  <a:lnTo>
                    <a:pt x="2256" y="179"/>
                  </a:lnTo>
                  <a:lnTo>
                    <a:pt x="2121" y="120"/>
                  </a:lnTo>
                  <a:lnTo>
                    <a:pt x="1972" y="60"/>
                  </a:lnTo>
                  <a:lnTo>
                    <a:pt x="1838" y="30"/>
                  </a:lnTo>
                  <a:lnTo>
                    <a:pt x="168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3" name="Google Shape;1683;p34"/>
            <p:cNvSpPr/>
            <p:nvPr/>
          </p:nvSpPr>
          <p:spPr>
            <a:xfrm>
              <a:off x="7636932" y="1744709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792" y="0"/>
                  </a:moveTo>
                  <a:lnTo>
                    <a:pt x="703" y="15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54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688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688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4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4" name="Google Shape;1684;p34"/>
            <p:cNvSpPr/>
            <p:nvPr/>
          </p:nvSpPr>
          <p:spPr>
            <a:xfrm>
              <a:off x="7636932" y="1744709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0"/>
                  </a:moveTo>
                  <a:lnTo>
                    <a:pt x="882" y="0"/>
                  </a:lnTo>
                  <a:lnTo>
                    <a:pt x="882" y="0"/>
                  </a:lnTo>
                  <a:lnTo>
                    <a:pt x="792" y="0"/>
                  </a:lnTo>
                  <a:lnTo>
                    <a:pt x="703" y="15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54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688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688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4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0"/>
                  </a:lnTo>
                  <a:lnTo>
                    <a:pt x="187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5" name="Google Shape;1685;p34"/>
            <p:cNvSpPr/>
            <p:nvPr/>
          </p:nvSpPr>
          <p:spPr>
            <a:xfrm>
              <a:off x="7636932" y="1898165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882" y="1"/>
                  </a:moveTo>
                  <a:lnTo>
                    <a:pt x="792" y="16"/>
                  </a:lnTo>
                  <a:lnTo>
                    <a:pt x="703" y="31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70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18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704"/>
                  </a:lnTo>
                  <a:lnTo>
                    <a:pt x="703" y="1749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9"/>
                  </a:lnTo>
                  <a:lnTo>
                    <a:pt x="19138" y="1704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18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70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1"/>
                  </a:lnTo>
                  <a:lnTo>
                    <a:pt x="18884" y="16"/>
                  </a:lnTo>
                  <a:lnTo>
                    <a:pt x="1879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6" name="Google Shape;1686;p34"/>
            <p:cNvSpPr/>
            <p:nvPr/>
          </p:nvSpPr>
          <p:spPr>
            <a:xfrm>
              <a:off x="7636932" y="1898165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1"/>
                  </a:moveTo>
                  <a:lnTo>
                    <a:pt x="882" y="1"/>
                  </a:lnTo>
                  <a:lnTo>
                    <a:pt x="882" y="1"/>
                  </a:lnTo>
                  <a:lnTo>
                    <a:pt x="792" y="16"/>
                  </a:lnTo>
                  <a:lnTo>
                    <a:pt x="703" y="31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70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18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704"/>
                  </a:lnTo>
                  <a:lnTo>
                    <a:pt x="703" y="1749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9"/>
                  </a:lnTo>
                  <a:lnTo>
                    <a:pt x="19138" y="1704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18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70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1"/>
                  </a:lnTo>
                  <a:lnTo>
                    <a:pt x="18884" y="16"/>
                  </a:lnTo>
                  <a:lnTo>
                    <a:pt x="1879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7" name="Google Shape;1687;p34"/>
            <p:cNvSpPr/>
            <p:nvPr/>
          </p:nvSpPr>
          <p:spPr>
            <a:xfrm>
              <a:off x="7636932" y="2052033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792" y="1"/>
                  </a:moveTo>
                  <a:lnTo>
                    <a:pt x="703" y="16"/>
                  </a:lnTo>
                  <a:lnTo>
                    <a:pt x="538" y="61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9"/>
                  </a:lnTo>
                  <a:lnTo>
                    <a:pt x="15" y="703"/>
                  </a:lnTo>
                  <a:lnTo>
                    <a:pt x="0" y="793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2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2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61" y="793"/>
                  </a:lnTo>
                  <a:lnTo>
                    <a:pt x="19661" y="703"/>
                  </a:lnTo>
                  <a:lnTo>
                    <a:pt x="19601" y="539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1"/>
                  </a:lnTo>
                  <a:lnTo>
                    <a:pt x="18974" y="16"/>
                  </a:lnTo>
                  <a:lnTo>
                    <a:pt x="1888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8" name="Google Shape;1688;p34"/>
            <p:cNvSpPr/>
            <p:nvPr/>
          </p:nvSpPr>
          <p:spPr>
            <a:xfrm>
              <a:off x="7636932" y="2052033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1"/>
                  </a:moveTo>
                  <a:lnTo>
                    <a:pt x="882" y="1"/>
                  </a:lnTo>
                  <a:lnTo>
                    <a:pt x="882" y="1"/>
                  </a:lnTo>
                  <a:lnTo>
                    <a:pt x="792" y="1"/>
                  </a:lnTo>
                  <a:lnTo>
                    <a:pt x="703" y="16"/>
                  </a:lnTo>
                  <a:lnTo>
                    <a:pt x="538" y="61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9"/>
                  </a:lnTo>
                  <a:lnTo>
                    <a:pt x="15" y="703"/>
                  </a:lnTo>
                  <a:lnTo>
                    <a:pt x="0" y="793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2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882" y="1764"/>
                  </a:lnTo>
                  <a:lnTo>
                    <a:pt x="18794" y="1764"/>
                  </a:lnTo>
                  <a:lnTo>
                    <a:pt x="18794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2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3"/>
                  </a:lnTo>
                  <a:lnTo>
                    <a:pt x="19661" y="703"/>
                  </a:lnTo>
                  <a:lnTo>
                    <a:pt x="19601" y="539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1"/>
                  </a:lnTo>
                  <a:lnTo>
                    <a:pt x="18974" y="16"/>
                  </a:lnTo>
                  <a:lnTo>
                    <a:pt x="18884" y="1"/>
                  </a:lnTo>
                  <a:lnTo>
                    <a:pt x="1879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9" name="Google Shape;1689;p34"/>
            <p:cNvSpPr/>
            <p:nvPr/>
          </p:nvSpPr>
          <p:spPr>
            <a:xfrm>
              <a:off x="7636932" y="2205516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882" y="0"/>
                  </a:moveTo>
                  <a:lnTo>
                    <a:pt x="792" y="15"/>
                  </a:lnTo>
                  <a:lnTo>
                    <a:pt x="703" y="30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69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69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0"/>
                  </a:lnTo>
                  <a:lnTo>
                    <a:pt x="18884" y="15"/>
                  </a:lnTo>
                  <a:lnTo>
                    <a:pt x="1879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0" name="Google Shape;1690;p34"/>
            <p:cNvSpPr/>
            <p:nvPr/>
          </p:nvSpPr>
          <p:spPr>
            <a:xfrm>
              <a:off x="7636932" y="2205516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0"/>
                  </a:moveTo>
                  <a:lnTo>
                    <a:pt x="882" y="0"/>
                  </a:lnTo>
                  <a:lnTo>
                    <a:pt x="882" y="0"/>
                  </a:lnTo>
                  <a:lnTo>
                    <a:pt x="792" y="15"/>
                  </a:lnTo>
                  <a:lnTo>
                    <a:pt x="703" y="30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69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69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0"/>
                  </a:lnTo>
                  <a:lnTo>
                    <a:pt x="18884" y="15"/>
                  </a:lnTo>
                  <a:lnTo>
                    <a:pt x="187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1" name="Google Shape;1691;p34"/>
            <p:cNvSpPr/>
            <p:nvPr/>
          </p:nvSpPr>
          <p:spPr>
            <a:xfrm>
              <a:off x="7636932" y="2359384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792" y="1"/>
                  </a:moveTo>
                  <a:lnTo>
                    <a:pt x="703" y="16"/>
                  </a:lnTo>
                  <a:lnTo>
                    <a:pt x="538" y="60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3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3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0"/>
                  </a:lnTo>
                  <a:lnTo>
                    <a:pt x="18974" y="16"/>
                  </a:lnTo>
                  <a:lnTo>
                    <a:pt x="1888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2" name="Google Shape;1692;p34"/>
            <p:cNvSpPr/>
            <p:nvPr/>
          </p:nvSpPr>
          <p:spPr>
            <a:xfrm>
              <a:off x="7636932" y="2359384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1"/>
                  </a:moveTo>
                  <a:lnTo>
                    <a:pt x="882" y="1"/>
                  </a:lnTo>
                  <a:lnTo>
                    <a:pt x="882" y="1"/>
                  </a:lnTo>
                  <a:lnTo>
                    <a:pt x="792" y="1"/>
                  </a:lnTo>
                  <a:lnTo>
                    <a:pt x="703" y="16"/>
                  </a:lnTo>
                  <a:lnTo>
                    <a:pt x="538" y="60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3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882" y="1764"/>
                  </a:lnTo>
                  <a:lnTo>
                    <a:pt x="18794" y="1764"/>
                  </a:lnTo>
                  <a:lnTo>
                    <a:pt x="18794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3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0"/>
                  </a:lnTo>
                  <a:lnTo>
                    <a:pt x="18974" y="16"/>
                  </a:lnTo>
                  <a:lnTo>
                    <a:pt x="18884" y="1"/>
                  </a:lnTo>
                  <a:lnTo>
                    <a:pt x="1879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3" name="Google Shape;1693;p34"/>
            <p:cNvSpPr/>
            <p:nvPr/>
          </p:nvSpPr>
          <p:spPr>
            <a:xfrm>
              <a:off x="7636932" y="2512867"/>
              <a:ext cx="540451" cy="48425"/>
            </a:xfrm>
            <a:custGeom>
              <a:avLst/>
              <a:gdLst/>
              <a:ahLst/>
              <a:cxnLst/>
              <a:rect l="l" t="t" r="r" b="b"/>
              <a:pathLst>
                <a:path w="19676" h="1763" extrusionOk="0">
                  <a:moveTo>
                    <a:pt x="882" y="0"/>
                  </a:moveTo>
                  <a:lnTo>
                    <a:pt x="792" y="15"/>
                  </a:lnTo>
                  <a:lnTo>
                    <a:pt x="703" y="15"/>
                  </a:lnTo>
                  <a:lnTo>
                    <a:pt x="538" y="75"/>
                  </a:lnTo>
                  <a:lnTo>
                    <a:pt x="389" y="149"/>
                  </a:lnTo>
                  <a:lnTo>
                    <a:pt x="254" y="269"/>
                  </a:lnTo>
                  <a:lnTo>
                    <a:pt x="150" y="388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1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4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4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1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8"/>
                  </a:lnTo>
                  <a:lnTo>
                    <a:pt x="19407" y="269"/>
                  </a:lnTo>
                  <a:lnTo>
                    <a:pt x="19287" y="149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15"/>
                  </a:lnTo>
                  <a:lnTo>
                    <a:pt x="1879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4" name="Google Shape;1694;p34"/>
            <p:cNvSpPr/>
            <p:nvPr/>
          </p:nvSpPr>
          <p:spPr>
            <a:xfrm>
              <a:off x="7636932" y="2512867"/>
              <a:ext cx="540451" cy="48425"/>
            </a:xfrm>
            <a:custGeom>
              <a:avLst/>
              <a:gdLst/>
              <a:ahLst/>
              <a:cxnLst/>
              <a:rect l="l" t="t" r="r" b="b"/>
              <a:pathLst>
                <a:path w="19676" h="1763" fill="none" extrusionOk="0">
                  <a:moveTo>
                    <a:pt x="18794" y="0"/>
                  </a:moveTo>
                  <a:lnTo>
                    <a:pt x="882" y="0"/>
                  </a:lnTo>
                  <a:lnTo>
                    <a:pt x="882" y="0"/>
                  </a:lnTo>
                  <a:lnTo>
                    <a:pt x="792" y="15"/>
                  </a:lnTo>
                  <a:lnTo>
                    <a:pt x="703" y="15"/>
                  </a:lnTo>
                  <a:lnTo>
                    <a:pt x="538" y="75"/>
                  </a:lnTo>
                  <a:lnTo>
                    <a:pt x="389" y="149"/>
                  </a:lnTo>
                  <a:lnTo>
                    <a:pt x="254" y="269"/>
                  </a:lnTo>
                  <a:lnTo>
                    <a:pt x="150" y="388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1"/>
                  </a:lnTo>
                  <a:lnTo>
                    <a:pt x="0" y="881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4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4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1"/>
                  </a:lnTo>
                  <a:lnTo>
                    <a:pt x="19676" y="881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8"/>
                  </a:lnTo>
                  <a:lnTo>
                    <a:pt x="19407" y="269"/>
                  </a:lnTo>
                  <a:lnTo>
                    <a:pt x="19287" y="149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15"/>
                  </a:lnTo>
                  <a:lnTo>
                    <a:pt x="187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5" name="Google Shape;1695;p34"/>
            <p:cNvSpPr/>
            <p:nvPr/>
          </p:nvSpPr>
          <p:spPr>
            <a:xfrm>
              <a:off x="6441610" y="4590385"/>
              <a:ext cx="1040277" cy="129290"/>
            </a:xfrm>
            <a:custGeom>
              <a:avLst/>
              <a:gdLst/>
              <a:ahLst/>
              <a:cxnLst/>
              <a:rect l="l" t="t" r="r" b="b"/>
              <a:pathLst>
                <a:path w="37873" h="4707" extrusionOk="0">
                  <a:moveTo>
                    <a:pt x="18944" y="1"/>
                  </a:moveTo>
                  <a:lnTo>
                    <a:pt x="17002" y="16"/>
                  </a:lnTo>
                  <a:lnTo>
                    <a:pt x="15119" y="46"/>
                  </a:lnTo>
                  <a:lnTo>
                    <a:pt x="13312" y="105"/>
                  </a:lnTo>
                  <a:lnTo>
                    <a:pt x="11564" y="180"/>
                  </a:lnTo>
                  <a:lnTo>
                    <a:pt x="9920" y="285"/>
                  </a:lnTo>
                  <a:lnTo>
                    <a:pt x="8352" y="404"/>
                  </a:lnTo>
                  <a:lnTo>
                    <a:pt x="6902" y="539"/>
                  </a:lnTo>
                  <a:lnTo>
                    <a:pt x="5558" y="688"/>
                  </a:lnTo>
                  <a:lnTo>
                    <a:pt x="4333" y="852"/>
                  </a:lnTo>
                  <a:lnTo>
                    <a:pt x="3242" y="1032"/>
                  </a:lnTo>
                  <a:lnTo>
                    <a:pt x="2749" y="1136"/>
                  </a:lnTo>
                  <a:lnTo>
                    <a:pt x="2286" y="1226"/>
                  </a:lnTo>
                  <a:lnTo>
                    <a:pt x="1868" y="1330"/>
                  </a:lnTo>
                  <a:lnTo>
                    <a:pt x="1494" y="1435"/>
                  </a:lnTo>
                  <a:lnTo>
                    <a:pt x="1151" y="1540"/>
                  </a:lnTo>
                  <a:lnTo>
                    <a:pt x="852" y="1659"/>
                  </a:lnTo>
                  <a:lnTo>
                    <a:pt x="598" y="1764"/>
                  </a:lnTo>
                  <a:lnTo>
                    <a:pt x="389" y="1883"/>
                  </a:lnTo>
                  <a:lnTo>
                    <a:pt x="224" y="1988"/>
                  </a:lnTo>
                  <a:lnTo>
                    <a:pt x="105" y="2107"/>
                  </a:lnTo>
                  <a:lnTo>
                    <a:pt x="60" y="2167"/>
                  </a:lnTo>
                  <a:lnTo>
                    <a:pt x="30" y="2227"/>
                  </a:lnTo>
                  <a:lnTo>
                    <a:pt x="15" y="2287"/>
                  </a:lnTo>
                  <a:lnTo>
                    <a:pt x="0" y="2346"/>
                  </a:lnTo>
                  <a:lnTo>
                    <a:pt x="15" y="2406"/>
                  </a:lnTo>
                  <a:lnTo>
                    <a:pt x="30" y="2466"/>
                  </a:lnTo>
                  <a:lnTo>
                    <a:pt x="60" y="2526"/>
                  </a:lnTo>
                  <a:lnTo>
                    <a:pt x="105" y="2585"/>
                  </a:lnTo>
                  <a:lnTo>
                    <a:pt x="224" y="2705"/>
                  </a:lnTo>
                  <a:lnTo>
                    <a:pt x="389" y="2824"/>
                  </a:lnTo>
                  <a:lnTo>
                    <a:pt x="598" y="2944"/>
                  </a:lnTo>
                  <a:lnTo>
                    <a:pt x="852" y="3049"/>
                  </a:lnTo>
                  <a:lnTo>
                    <a:pt x="1151" y="3153"/>
                  </a:lnTo>
                  <a:lnTo>
                    <a:pt x="1494" y="3273"/>
                  </a:lnTo>
                  <a:lnTo>
                    <a:pt x="1868" y="3377"/>
                  </a:lnTo>
                  <a:lnTo>
                    <a:pt x="2286" y="3467"/>
                  </a:lnTo>
                  <a:lnTo>
                    <a:pt x="2749" y="3571"/>
                  </a:lnTo>
                  <a:lnTo>
                    <a:pt x="3242" y="3661"/>
                  </a:lnTo>
                  <a:lnTo>
                    <a:pt x="4333" y="3840"/>
                  </a:lnTo>
                  <a:lnTo>
                    <a:pt x="5558" y="4020"/>
                  </a:lnTo>
                  <a:lnTo>
                    <a:pt x="6902" y="4169"/>
                  </a:lnTo>
                  <a:lnTo>
                    <a:pt x="8352" y="4303"/>
                  </a:lnTo>
                  <a:lnTo>
                    <a:pt x="9920" y="4423"/>
                  </a:lnTo>
                  <a:lnTo>
                    <a:pt x="11564" y="4513"/>
                  </a:lnTo>
                  <a:lnTo>
                    <a:pt x="13312" y="4602"/>
                  </a:lnTo>
                  <a:lnTo>
                    <a:pt x="15119" y="4647"/>
                  </a:lnTo>
                  <a:lnTo>
                    <a:pt x="17002" y="4692"/>
                  </a:lnTo>
                  <a:lnTo>
                    <a:pt x="18944" y="4707"/>
                  </a:lnTo>
                  <a:lnTo>
                    <a:pt x="20871" y="4692"/>
                  </a:lnTo>
                  <a:lnTo>
                    <a:pt x="22753" y="4647"/>
                  </a:lnTo>
                  <a:lnTo>
                    <a:pt x="24576" y="4602"/>
                  </a:lnTo>
                  <a:lnTo>
                    <a:pt x="26309" y="4513"/>
                  </a:lnTo>
                  <a:lnTo>
                    <a:pt x="27967" y="4423"/>
                  </a:lnTo>
                  <a:lnTo>
                    <a:pt x="29521" y="4303"/>
                  </a:lnTo>
                  <a:lnTo>
                    <a:pt x="30985" y="4169"/>
                  </a:lnTo>
                  <a:lnTo>
                    <a:pt x="32330" y="4020"/>
                  </a:lnTo>
                  <a:lnTo>
                    <a:pt x="33555" y="3840"/>
                  </a:lnTo>
                  <a:lnTo>
                    <a:pt x="34645" y="3661"/>
                  </a:lnTo>
                  <a:lnTo>
                    <a:pt x="35138" y="3571"/>
                  </a:lnTo>
                  <a:lnTo>
                    <a:pt x="35587" y="3467"/>
                  </a:lnTo>
                  <a:lnTo>
                    <a:pt x="36005" y="3377"/>
                  </a:lnTo>
                  <a:lnTo>
                    <a:pt x="36393" y="3273"/>
                  </a:lnTo>
                  <a:lnTo>
                    <a:pt x="36722" y="3153"/>
                  </a:lnTo>
                  <a:lnTo>
                    <a:pt x="37021" y="3049"/>
                  </a:lnTo>
                  <a:lnTo>
                    <a:pt x="37275" y="2944"/>
                  </a:lnTo>
                  <a:lnTo>
                    <a:pt x="37499" y="2824"/>
                  </a:lnTo>
                  <a:lnTo>
                    <a:pt x="37663" y="2705"/>
                  </a:lnTo>
                  <a:lnTo>
                    <a:pt x="37783" y="2585"/>
                  </a:lnTo>
                  <a:lnTo>
                    <a:pt x="37827" y="2526"/>
                  </a:lnTo>
                  <a:lnTo>
                    <a:pt x="37857" y="2466"/>
                  </a:lnTo>
                  <a:lnTo>
                    <a:pt x="37872" y="2406"/>
                  </a:lnTo>
                  <a:lnTo>
                    <a:pt x="37872" y="2346"/>
                  </a:lnTo>
                  <a:lnTo>
                    <a:pt x="37872" y="2287"/>
                  </a:lnTo>
                  <a:lnTo>
                    <a:pt x="37857" y="2227"/>
                  </a:lnTo>
                  <a:lnTo>
                    <a:pt x="37827" y="2167"/>
                  </a:lnTo>
                  <a:lnTo>
                    <a:pt x="37783" y="2107"/>
                  </a:lnTo>
                  <a:lnTo>
                    <a:pt x="37663" y="1988"/>
                  </a:lnTo>
                  <a:lnTo>
                    <a:pt x="37499" y="1883"/>
                  </a:lnTo>
                  <a:lnTo>
                    <a:pt x="37275" y="1764"/>
                  </a:lnTo>
                  <a:lnTo>
                    <a:pt x="37021" y="1659"/>
                  </a:lnTo>
                  <a:lnTo>
                    <a:pt x="36722" y="1540"/>
                  </a:lnTo>
                  <a:lnTo>
                    <a:pt x="36393" y="1435"/>
                  </a:lnTo>
                  <a:lnTo>
                    <a:pt x="36005" y="1330"/>
                  </a:lnTo>
                  <a:lnTo>
                    <a:pt x="35587" y="1226"/>
                  </a:lnTo>
                  <a:lnTo>
                    <a:pt x="35138" y="1136"/>
                  </a:lnTo>
                  <a:lnTo>
                    <a:pt x="34645" y="1032"/>
                  </a:lnTo>
                  <a:lnTo>
                    <a:pt x="33555" y="852"/>
                  </a:lnTo>
                  <a:lnTo>
                    <a:pt x="32330" y="688"/>
                  </a:lnTo>
                  <a:lnTo>
                    <a:pt x="30985" y="539"/>
                  </a:lnTo>
                  <a:lnTo>
                    <a:pt x="29521" y="404"/>
                  </a:lnTo>
                  <a:lnTo>
                    <a:pt x="27967" y="285"/>
                  </a:lnTo>
                  <a:lnTo>
                    <a:pt x="26309" y="180"/>
                  </a:lnTo>
                  <a:lnTo>
                    <a:pt x="24576" y="105"/>
                  </a:lnTo>
                  <a:lnTo>
                    <a:pt x="22753" y="46"/>
                  </a:lnTo>
                  <a:lnTo>
                    <a:pt x="20871" y="16"/>
                  </a:lnTo>
                  <a:lnTo>
                    <a:pt x="1894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6" name="Google Shape;1696;p34"/>
            <p:cNvSpPr/>
            <p:nvPr/>
          </p:nvSpPr>
          <p:spPr>
            <a:xfrm>
              <a:off x="6105940" y="1989683"/>
              <a:ext cx="701328" cy="492849"/>
            </a:xfrm>
            <a:custGeom>
              <a:avLst/>
              <a:gdLst/>
              <a:ahLst/>
              <a:cxnLst/>
              <a:rect l="l" t="t" r="r" b="b"/>
              <a:pathLst>
                <a:path w="25533" h="17943" extrusionOk="0">
                  <a:moveTo>
                    <a:pt x="21574" y="0"/>
                  </a:moveTo>
                  <a:lnTo>
                    <a:pt x="21215" y="30"/>
                  </a:lnTo>
                  <a:lnTo>
                    <a:pt x="20871" y="105"/>
                  </a:lnTo>
                  <a:lnTo>
                    <a:pt x="20513" y="209"/>
                  </a:lnTo>
                  <a:lnTo>
                    <a:pt x="20184" y="344"/>
                  </a:lnTo>
                  <a:lnTo>
                    <a:pt x="19855" y="508"/>
                  </a:lnTo>
                  <a:lnTo>
                    <a:pt x="19706" y="613"/>
                  </a:lnTo>
                  <a:lnTo>
                    <a:pt x="19557" y="717"/>
                  </a:lnTo>
                  <a:lnTo>
                    <a:pt x="19407" y="822"/>
                  </a:lnTo>
                  <a:lnTo>
                    <a:pt x="19258" y="956"/>
                  </a:lnTo>
                  <a:lnTo>
                    <a:pt x="19123" y="1076"/>
                  </a:lnTo>
                  <a:lnTo>
                    <a:pt x="18989" y="1210"/>
                  </a:lnTo>
                  <a:lnTo>
                    <a:pt x="18869" y="1360"/>
                  </a:lnTo>
                  <a:lnTo>
                    <a:pt x="18750" y="1509"/>
                  </a:lnTo>
                  <a:lnTo>
                    <a:pt x="18615" y="1718"/>
                  </a:lnTo>
                  <a:lnTo>
                    <a:pt x="18481" y="1912"/>
                  </a:lnTo>
                  <a:lnTo>
                    <a:pt x="12819" y="12026"/>
                  </a:lnTo>
                  <a:lnTo>
                    <a:pt x="12311" y="11982"/>
                  </a:lnTo>
                  <a:lnTo>
                    <a:pt x="11818" y="11937"/>
                  </a:lnTo>
                  <a:lnTo>
                    <a:pt x="11310" y="11877"/>
                  </a:lnTo>
                  <a:lnTo>
                    <a:pt x="10802" y="11802"/>
                  </a:lnTo>
                  <a:lnTo>
                    <a:pt x="10309" y="11728"/>
                  </a:lnTo>
                  <a:lnTo>
                    <a:pt x="9801" y="11638"/>
                  </a:lnTo>
                  <a:lnTo>
                    <a:pt x="9308" y="11533"/>
                  </a:lnTo>
                  <a:lnTo>
                    <a:pt x="8800" y="11429"/>
                  </a:lnTo>
                  <a:lnTo>
                    <a:pt x="8068" y="11250"/>
                  </a:lnTo>
                  <a:lnTo>
                    <a:pt x="7351" y="11055"/>
                  </a:lnTo>
                  <a:lnTo>
                    <a:pt x="6619" y="10846"/>
                  </a:lnTo>
                  <a:lnTo>
                    <a:pt x="5902" y="10607"/>
                  </a:lnTo>
                  <a:lnTo>
                    <a:pt x="5185" y="10353"/>
                  </a:lnTo>
                  <a:lnTo>
                    <a:pt x="4468" y="10084"/>
                  </a:lnTo>
                  <a:lnTo>
                    <a:pt x="3751" y="9786"/>
                  </a:lnTo>
                  <a:lnTo>
                    <a:pt x="3048" y="9487"/>
                  </a:lnTo>
                  <a:lnTo>
                    <a:pt x="3033" y="9487"/>
                  </a:lnTo>
                  <a:lnTo>
                    <a:pt x="2824" y="9397"/>
                  </a:lnTo>
                  <a:lnTo>
                    <a:pt x="2615" y="9337"/>
                  </a:lnTo>
                  <a:lnTo>
                    <a:pt x="2406" y="9307"/>
                  </a:lnTo>
                  <a:lnTo>
                    <a:pt x="2197" y="9293"/>
                  </a:lnTo>
                  <a:lnTo>
                    <a:pt x="1988" y="9307"/>
                  </a:lnTo>
                  <a:lnTo>
                    <a:pt x="1779" y="9322"/>
                  </a:lnTo>
                  <a:lnTo>
                    <a:pt x="1584" y="9382"/>
                  </a:lnTo>
                  <a:lnTo>
                    <a:pt x="1375" y="9442"/>
                  </a:lnTo>
                  <a:lnTo>
                    <a:pt x="1196" y="9532"/>
                  </a:lnTo>
                  <a:lnTo>
                    <a:pt x="1017" y="9621"/>
                  </a:lnTo>
                  <a:lnTo>
                    <a:pt x="837" y="9741"/>
                  </a:lnTo>
                  <a:lnTo>
                    <a:pt x="673" y="9875"/>
                  </a:lnTo>
                  <a:lnTo>
                    <a:pt x="539" y="10040"/>
                  </a:lnTo>
                  <a:lnTo>
                    <a:pt x="404" y="10204"/>
                  </a:lnTo>
                  <a:lnTo>
                    <a:pt x="285" y="10383"/>
                  </a:lnTo>
                  <a:lnTo>
                    <a:pt x="180" y="10577"/>
                  </a:lnTo>
                  <a:lnTo>
                    <a:pt x="105" y="10772"/>
                  </a:lnTo>
                  <a:lnTo>
                    <a:pt x="60" y="10966"/>
                  </a:lnTo>
                  <a:lnTo>
                    <a:pt x="16" y="11160"/>
                  </a:lnTo>
                  <a:lnTo>
                    <a:pt x="1" y="11354"/>
                  </a:lnTo>
                  <a:lnTo>
                    <a:pt x="1" y="11548"/>
                  </a:lnTo>
                  <a:lnTo>
                    <a:pt x="16" y="11743"/>
                  </a:lnTo>
                  <a:lnTo>
                    <a:pt x="60" y="11937"/>
                  </a:lnTo>
                  <a:lnTo>
                    <a:pt x="105" y="12116"/>
                  </a:lnTo>
                  <a:lnTo>
                    <a:pt x="180" y="12295"/>
                  </a:lnTo>
                  <a:lnTo>
                    <a:pt x="255" y="12475"/>
                  </a:lnTo>
                  <a:lnTo>
                    <a:pt x="359" y="12639"/>
                  </a:lnTo>
                  <a:lnTo>
                    <a:pt x="464" y="12803"/>
                  </a:lnTo>
                  <a:lnTo>
                    <a:pt x="598" y="12938"/>
                  </a:lnTo>
                  <a:lnTo>
                    <a:pt x="733" y="13087"/>
                  </a:lnTo>
                  <a:lnTo>
                    <a:pt x="897" y="13207"/>
                  </a:lnTo>
                  <a:lnTo>
                    <a:pt x="1061" y="13311"/>
                  </a:lnTo>
                  <a:lnTo>
                    <a:pt x="1808" y="13745"/>
                  </a:lnTo>
                  <a:lnTo>
                    <a:pt x="2570" y="14163"/>
                  </a:lnTo>
                  <a:lnTo>
                    <a:pt x="3332" y="14566"/>
                  </a:lnTo>
                  <a:lnTo>
                    <a:pt x="4109" y="14940"/>
                  </a:lnTo>
                  <a:lnTo>
                    <a:pt x="4916" y="15313"/>
                  </a:lnTo>
                  <a:lnTo>
                    <a:pt x="5708" y="15657"/>
                  </a:lnTo>
                  <a:lnTo>
                    <a:pt x="6529" y="15985"/>
                  </a:lnTo>
                  <a:lnTo>
                    <a:pt x="7366" y="16299"/>
                  </a:lnTo>
                  <a:lnTo>
                    <a:pt x="8203" y="16583"/>
                  </a:lnTo>
                  <a:lnTo>
                    <a:pt x="9054" y="16852"/>
                  </a:lnTo>
                  <a:lnTo>
                    <a:pt x="9906" y="17091"/>
                  </a:lnTo>
                  <a:lnTo>
                    <a:pt x="10772" y="17300"/>
                  </a:lnTo>
                  <a:lnTo>
                    <a:pt x="11639" y="17494"/>
                  </a:lnTo>
                  <a:lnTo>
                    <a:pt x="12520" y="17659"/>
                  </a:lnTo>
                  <a:lnTo>
                    <a:pt x="13402" y="17808"/>
                  </a:lnTo>
                  <a:lnTo>
                    <a:pt x="14298" y="17928"/>
                  </a:lnTo>
                  <a:lnTo>
                    <a:pt x="14477" y="17943"/>
                  </a:lnTo>
                  <a:lnTo>
                    <a:pt x="14836" y="17943"/>
                  </a:lnTo>
                  <a:lnTo>
                    <a:pt x="15015" y="17913"/>
                  </a:lnTo>
                  <a:lnTo>
                    <a:pt x="15179" y="17883"/>
                  </a:lnTo>
                  <a:lnTo>
                    <a:pt x="15344" y="17838"/>
                  </a:lnTo>
                  <a:lnTo>
                    <a:pt x="15508" y="17793"/>
                  </a:lnTo>
                  <a:lnTo>
                    <a:pt x="15672" y="17718"/>
                  </a:lnTo>
                  <a:lnTo>
                    <a:pt x="15822" y="17644"/>
                  </a:lnTo>
                  <a:lnTo>
                    <a:pt x="15971" y="17569"/>
                  </a:lnTo>
                  <a:lnTo>
                    <a:pt x="16121" y="17464"/>
                  </a:lnTo>
                  <a:lnTo>
                    <a:pt x="16255" y="17375"/>
                  </a:lnTo>
                  <a:lnTo>
                    <a:pt x="16389" y="17255"/>
                  </a:lnTo>
                  <a:lnTo>
                    <a:pt x="16509" y="17136"/>
                  </a:lnTo>
                  <a:lnTo>
                    <a:pt x="16629" y="17016"/>
                  </a:lnTo>
                  <a:lnTo>
                    <a:pt x="16733" y="16882"/>
                  </a:lnTo>
                  <a:lnTo>
                    <a:pt x="16942" y="16598"/>
                  </a:lnTo>
                  <a:lnTo>
                    <a:pt x="24800" y="5991"/>
                  </a:lnTo>
                  <a:lnTo>
                    <a:pt x="24905" y="5841"/>
                  </a:lnTo>
                  <a:lnTo>
                    <a:pt x="25010" y="5677"/>
                  </a:lnTo>
                  <a:lnTo>
                    <a:pt x="25099" y="5513"/>
                  </a:lnTo>
                  <a:lnTo>
                    <a:pt x="25189" y="5348"/>
                  </a:lnTo>
                  <a:lnTo>
                    <a:pt x="25264" y="5169"/>
                  </a:lnTo>
                  <a:lnTo>
                    <a:pt x="25323" y="5005"/>
                  </a:lnTo>
                  <a:lnTo>
                    <a:pt x="25383" y="4826"/>
                  </a:lnTo>
                  <a:lnTo>
                    <a:pt x="25428" y="4646"/>
                  </a:lnTo>
                  <a:lnTo>
                    <a:pt x="25503" y="4288"/>
                  </a:lnTo>
                  <a:lnTo>
                    <a:pt x="25533" y="3929"/>
                  </a:lnTo>
                  <a:lnTo>
                    <a:pt x="25533" y="3556"/>
                  </a:lnTo>
                  <a:lnTo>
                    <a:pt x="25503" y="3197"/>
                  </a:lnTo>
                  <a:lnTo>
                    <a:pt x="25428" y="2854"/>
                  </a:lnTo>
                  <a:lnTo>
                    <a:pt x="25323" y="2495"/>
                  </a:lnTo>
                  <a:lnTo>
                    <a:pt x="25189" y="2166"/>
                  </a:lnTo>
                  <a:lnTo>
                    <a:pt x="25010" y="1838"/>
                  </a:lnTo>
                  <a:lnTo>
                    <a:pt x="24920" y="1688"/>
                  </a:lnTo>
                  <a:lnTo>
                    <a:pt x="24815" y="1539"/>
                  </a:lnTo>
                  <a:lnTo>
                    <a:pt x="24696" y="1390"/>
                  </a:lnTo>
                  <a:lnTo>
                    <a:pt x="24576" y="1240"/>
                  </a:lnTo>
                  <a:lnTo>
                    <a:pt x="24442" y="1106"/>
                  </a:lnTo>
                  <a:lnTo>
                    <a:pt x="24307" y="971"/>
                  </a:lnTo>
                  <a:lnTo>
                    <a:pt x="24173" y="852"/>
                  </a:lnTo>
                  <a:lnTo>
                    <a:pt x="24009" y="732"/>
                  </a:lnTo>
                  <a:lnTo>
                    <a:pt x="23859" y="613"/>
                  </a:lnTo>
                  <a:lnTo>
                    <a:pt x="23695" y="523"/>
                  </a:lnTo>
                  <a:lnTo>
                    <a:pt x="23531" y="418"/>
                  </a:lnTo>
                  <a:lnTo>
                    <a:pt x="23351" y="344"/>
                  </a:lnTo>
                  <a:lnTo>
                    <a:pt x="23187" y="269"/>
                  </a:lnTo>
                  <a:lnTo>
                    <a:pt x="23008" y="194"/>
                  </a:lnTo>
                  <a:lnTo>
                    <a:pt x="22843" y="150"/>
                  </a:lnTo>
                  <a:lnTo>
                    <a:pt x="22664" y="90"/>
                  </a:lnTo>
                  <a:lnTo>
                    <a:pt x="22306" y="30"/>
                  </a:lnTo>
                  <a:lnTo>
                    <a:pt x="21947" y="0"/>
                  </a:lnTo>
                  <a:close/>
                </a:path>
              </a:pathLst>
            </a:custGeom>
            <a:solidFill>
              <a:srgbClr val="1ACC9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7" name="Google Shape;1697;p34"/>
            <p:cNvSpPr/>
            <p:nvPr/>
          </p:nvSpPr>
          <p:spPr>
            <a:xfrm>
              <a:off x="5997199" y="2155032"/>
              <a:ext cx="196173" cy="192492"/>
            </a:xfrm>
            <a:custGeom>
              <a:avLst/>
              <a:gdLst/>
              <a:ahLst/>
              <a:cxnLst/>
              <a:rect l="l" t="t" r="r" b="b"/>
              <a:pathLst>
                <a:path w="7142" h="7008" extrusionOk="0">
                  <a:moveTo>
                    <a:pt x="60" y="1"/>
                  </a:moveTo>
                  <a:lnTo>
                    <a:pt x="31" y="31"/>
                  </a:lnTo>
                  <a:lnTo>
                    <a:pt x="1" y="61"/>
                  </a:lnTo>
                  <a:lnTo>
                    <a:pt x="1" y="105"/>
                  </a:lnTo>
                  <a:lnTo>
                    <a:pt x="31" y="150"/>
                  </a:lnTo>
                  <a:lnTo>
                    <a:pt x="105" y="285"/>
                  </a:lnTo>
                  <a:lnTo>
                    <a:pt x="240" y="449"/>
                  </a:lnTo>
                  <a:lnTo>
                    <a:pt x="404" y="643"/>
                  </a:lnTo>
                  <a:lnTo>
                    <a:pt x="628" y="837"/>
                  </a:lnTo>
                  <a:lnTo>
                    <a:pt x="1106" y="1271"/>
                  </a:lnTo>
                  <a:lnTo>
                    <a:pt x="1629" y="1704"/>
                  </a:lnTo>
                  <a:lnTo>
                    <a:pt x="2092" y="2077"/>
                  </a:lnTo>
                  <a:lnTo>
                    <a:pt x="2540" y="2436"/>
                  </a:lnTo>
                  <a:lnTo>
                    <a:pt x="2526" y="2436"/>
                  </a:lnTo>
                  <a:lnTo>
                    <a:pt x="2466" y="2451"/>
                  </a:lnTo>
                  <a:lnTo>
                    <a:pt x="2376" y="2511"/>
                  </a:lnTo>
                  <a:lnTo>
                    <a:pt x="2242" y="2600"/>
                  </a:lnTo>
                  <a:lnTo>
                    <a:pt x="2107" y="2765"/>
                  </a:lnTo>
                  <a:lnTo>
                    <a:pt x="1928" y="2989"/>
                  </a:lnTo>
                  <a:lnTo>
                    <a:pt x="1853" y="3123"/>
                  </a:lnTo>
                  <a:lnTo>
                    <a:pt x="1749" y="3287"/>
                  </a:lnTo>
                  <a:lnTo>
                    <a:pt x="1659" y="3482"/>
                  </a:lnTo>
                  <a:lnTo>
                    <a:pt x="1569" y="3691"/>
                  </a:lnTo>
                  <a:lnTo>
                    <a:pt x="1480" y="3915"/>
                  </a:lnTo>
                  <a:lnTo>
                    <a:pt x="1420" y="4154"/>
                  </a:lnTo>
                  <a:lnTo>
                    <a:pt x="1360" y="4378"/>
                  </a:lnTo>
                  <a:lnTo>
                    <a:pt x="1330" y="4602"/>
                  </a:lnTo>
                  <a:lnTo>
                    <a:pt x="1330" y="4826"/>
                  </a:lnTo>
                  <a:lnTo>
                    <a:pt x="1330" y="5050"/>
                  </a:lnTo>
                  <a:lnTo>
                    <a:pt x="1375" y="5245"/>
                  </a:lnTo>
                  <a:lnTo>
                    <a:pt x="1420" y="5439"/>
                  </a:lnTo>
                  <a:lnTo>
                    <a:pt x="1495" y="5618"/>
                  </a:lnTo>
                  <a:lnTo>
                    <a:pt x="1599" y="5767"/>
                  </a:lnTo>
                  <a:lnTo>
                    <a:pt x="1734" y="5902"/>
                  </a:lnTo>
                  <a:lnTo>
                    <a:pt x="1793" y="5962"/>
                  </a:lnTo>
                  <a:lnTo>
                    <a:pt x="1883" y="6006"/>
                  </a:lnTo>
                  <a:lnTo>
                    <a:pt x="1958" y="6051"/>
                  </a:lnTo>
                  <a:lnTo>
                    <a:pt x="2062" y="6081"/>
                  </a:lnTo>
                  <a:lnTo>
                    <a:pt x="2152" y="6111"/>
                  </a:lnTo>
                  <a:lnTo>
                    <a:pt x="2257" y="6141"/>
                  </a:lnTo>
                  <a:lnTo>
                    <a:pt x="2376" y="6156"/>
                  </a:lnTo>
                  <a:lnTo>
                    <a:pt x="2496" y="6156"/>
                  </a:lnTo>
                  <a:lnTo>
                    <a:pt x="2765" y="6141"/>
                  </a:lnTo>
                  <a:lnTo>
                    <a:pt x="2854" y="6126"/>
                  </a:lnTo>
                  <a:lnTo>
                    <a:pt x="3004" y="6245"/>
                  </a:lnTo>
                  <a:lnTo>
                    <a:pt x="3243" y="6395"/>
                  </a:lnTo>
                  <a:lnTo>
                    <a:pt x="3556" y="6574"/>
                  </a:lnTo>
                  <a:lnTo>
                    <a:pt x="3736" y="6664"/>
                  </a:lnTo>
                  <a:lnTo>
                    <a:pt x="3915" y="6753"/>
                  </a:lnTo>
                  <a:lnTo>
                    <a:pt x="4124" y="6843"/>
                  </a:lnTo>
                  <a:lnTo>
                    <a:pt x="4333" y="6903"/>
                  </a:lnTo>
                  <a:lnTo>
                    <a:pt x="4542" y="6963"/>
                  </a:lnTo>
                  <a:lnTo>
                    <a:pt x="4766" y="6992"/>
                  </a:lnTo>
                  <a:lnTo>
                    <a:pt x="4976" y="7007"/>
                  </a:lnTo>
                  <a:lnTo>
                    <a:pt x="5200" y="6992"/>
                  </a:lnTo>
                  <a:lnTo>
                    <a:pt x="5409" y="6948"/>
                  </a:lnTo>
                  <a:lnTo>
                    <a:pt x="5513" y="6918"/>
                  </a:lnTo>
                  <a:lnTo>
                    <a:pt x="5618" y="6873"/>
                  </a:lnTo>
                  <a:lnTo>
                    <a:pt x="5723" y="6828"/>
                  </a:lnTo>
                  <a:lnTo>
                    <a:pt x="5812" y="6753"/>
                  </a:lnTo>
                  <a:lnTo>
                    <a:pt x="5917" y="6694"/>
                  </a:lnTo>
                  <a:lnTo>
                    <a:pt x="6006" y="6604"/>
                  </a:lnTo>
                  <a:lnTo>
                    <a:pt x="6216" y="6380"/>
                  </a:lnTo>
                  <a:lnTo>
                    <a:pt x="6425" y="6126"/>
                  </a:lnTo>
                  <a:lnTo>
                    <a:pt x="6559" y="5932"/>
                  </a:lnTo>
                  <a:lnTo>
                    <a:pt x="6664" y="5723"/>
                  </a:lnTo>
                  <a:lnTo>
                    <a:pt x="6768" y="5528"/>
                  </a:lnTo>
                  <a:lnTo>
                    <a:pt x="6858" y="5319"/>
                  </a:lnTo>
                  <a:lnTo>
                    <a:pt x="6918" y="5125"/>
                  </a:lnTo>
                  <a:lnTo>
                    <a:pt x="6978" y="4946"/>
                  </a:lnTo>
                  <a:lnTo>
                    <a:pt x="7067" y="4587"/>
                  </a:lnTo>
                  <a:lnTo>
                    <a:pt x="7112" y="4288"/>
                  </a:lnTo>
                  <a:lnTo>
                    <a:pt x="7142" y="4064"/>
                  </a:lnTo>
                  <a:lnTo>
                    <a:pt x="7142" y="3855"/>
                  </a:lnTo>
                  <a:lnTo>
                    <a:pt x="7112" y="3751"/>
                  </a:lnTo>
                  <a:lnTo>
                    <a:pt x="7022" y="3467"/>
                  </a:lnTo>
                  <a:lnTo>
                    <a:pt x="6858" y="3063"/>
                  </a:lnTo>
                  <a:lnTo>
                    <a:pt x="6753" y="2824"/>
                  </a:lnTo>
                  <a:lnTo>
                    <a:pt x="6649" y="2585"/>
                  </a:lnTo>
                  <a:lnTo>
                    <a:pt x="6514" y="2346"/>
                  </a:lnTo>
                  <a:lnTo>
                    <a:pt x="6380" y="2122"/>
                  </a:lnTo>
                  <a:lnTo>
                    <a:pt x="6216" y="1898"/>
                  </a:lnTo>
                  <a:lnTo>
                    <a:pt x="6051" y="1689"/>
                  </a:lnTo>
                  <a:lnTo>
                    <a:pt x="5872" y="1510"/>
                  </a:lnTo>
                  <a:lnTo>
                    <a:pt x="5782" y="1435"/>
                  </a:lnTo>
                  <a:lnTo>
                    <a:pt x="5678" y="1360"/>
                  </a:lnTo>
                  <a:lnTo>
                    <a:pt x="5573" y="1301"/>
                  </a:lnTo>
                  <a:lnTo>
                    <a:pt x="5469" y="1256"/>
                  </a:lnTo>
                  <a:lnTo>
                    <a:pt x="5364" y="1226"/>
                  </a:lnTo>
                  <a:lnTo>
                    <a:pt x="5259" y="1196"/>
                  </a:lnTo>
                  <a:lnTo>
                    <a:pt x="5020" y="1181"/>
                  </a:lnTo>
                  <a:lnTo>
                    <a:pt x="4811" y="1181"/>
                  </a:lnTo>
                  <a:lnTo>
                    <a:pt x="4632" y="1211"/>
                  </a:lnTo>
                  <a:lnTo>
                    <a:pt x="4498" y="1256"/>
                  </a:lnTo>
                  <a:lnTo>
                    <a:pt x="4378" y="1301"/>
                  </a:lnTo>
                  <a:lnTo>
                    <a:pt x="4288" y="1375"/>
                  </a:lnTo>
                  <a:lnTo>
                    <a:pt x="4214" y="1450"/>
                  </a:lnTo>
                  <a:lnTo>
                    <a:pt x="4169" y="1525"/>
                  </a:lnTo>
                  <a:lnTo>
                    <a:pt x="4109" y="1644"/>
                  </a:lnTo>
                  <a:lnTo>
                    <a:pt x="4094" y="1734"/>
                  </a:lnTo>
                  <a:lnTo>
                    <a:pt x="4079" y="1823"/>
                  </a:lnTo>
                  <a:lnTo>
                    <a:pt x="3870" y="1704"/>
                  </a:lnTo>
                  <a:lnTo>
                    <a:pt x="3019" y="1241"/>
                  </a:lnTo>
                  <a:lnTo>
                    <a:pt x="2451" y="942"/>
                  </a:lnTo>
                  <a:lnTo>
                    <a:pt x="1838" y="643"/>
                  </a:lnTo>
                  <a:lnTo>
                    <a:pt x="1256" y="374"/>
                  </a:lnTo>
                  <a:lnTo>
                    <a:pt x="733" y="150"/>
                  </a:lnTo>
                  <a:lnTo>
                    <a:pt x="509" y="75"/>
                  </a:lnTo>
                  <a:lnTo>
                    <a:pt x="329" y="31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8" name="Google Shape;1698;p34"/>
            <p:cNvSpPr/>
            <p:nvPr/>
          </p:nvSpPr>
          <p:spPr>
            <a:xfrm>
              <a:off x="6063284" y="2255175"/>
              <a:ext cx="37356" cy="18898"/>
            </a:xfrm>
            <a:custGeom>
              <a:avLst/>
              <a:gdLst/>
              <a:ahLst/>
              <a:cxnLst/>
              <a:rect l="l" t="t" r="r" b="b"/>
              <a:pathLst>
                <a:path w="1360" h="688" extrusionOk="0">
                  <a:moveTo>
                    <a:pt x="105" y="0"/>
                  </a:moveTo>
                  <a:lnTo>
                    <a:pt x="60" y="15"/>
                  </a:lnTo>
                  <a:lnTo>
                    <a:pt x="15" y="45"/>
                  </a:lnTo>
                  <a:lnTo>
                    <a:pt x="0" y="90"/>
                  </a:lnTo>
                  <a:lnTo>
                    <a:pt x="0" y="149"/>
                  </a:lnTo>
                  <a:lnTo>
                    <a:pt x="15" y="194"/>
                  </a:lnTo>
                  <a:lnTo>
                    <a:pt x="45" y="239"/>
                  </a:lnTo>
                  <a:lnTo>
                    <a:pt x="299" y="418"/>
                  </a:lnTo>
                  <a:lnTo>
                    <a:pt x="538" y="538"/>
                  </a:lnTo>
                  <a:lnTo>
                    <a:pt x="732" y="613"/>
                  </a:lnTo>
                  <a:lnTo>
                    <a:pt x="911" y="657"/>
                  </a:lnTo>
                  <a:lnTo>
                    <a:pt x="1046" y="687"/>
                  </a:lnTo>
                  <a:lnTo>
                    <a:pt x="1150" y="687"/>
                  </a:lnTo>
                  <a:lnTo>
                    <a:pt x="1255" y="672"/>
                  </a:lnTo>
                  <a:lnTo>
                    <a:pt x="1270" y="672"/>
                  </a:lnTo>
                  <a:lnTo>
                    <a:pt x="1315" y="642"/>
                  </a:lnTo>
                  <a:lnTo>
                    <a:pt x="1345" y="613"/>
                  </a:lnTo>
                  <a:lnTo>
                    <a:pt x="1360" y="568"/>
                  </a:lnTo>
                  <a:lnTo>
                    <a:pt x="1345" y="523"/>
                  </a:lnTo>
                  <a:lnTo>
                    <a:pt x="1330" y="463"/>
                  </a:lnTo>
                  <a:lnTo>
                    <a:pt x="1285" y="433"/>
                  </a:lnTo>
                  <a:lnTo>
                    <a:pt x="1240" y="418"/>
                  </a:lnTo>
                  <a:lnTo>
                    <a:pt x="1031" y="418"/>
                  </a:lnTo>
                  <a:lnTo>
                    <a:pt x="926" y="388"/>
                  </a:lnTo>
                  <a:lnTo>
                    <a:pt x="777" y="359"/>
                  </a:lnTo>
                  <a:lnTo>
                    <a:pt x="613" y="284"/>
                  </a:lnTo>
                  <a:lnTo>
                    <a:pt x="418" y="179"/>
                  </a:lnTo>
                  <a:lnTo>
                    <a:pt x="209" y="30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9" name="Google Shape;1699;p34"/>
            <p:cNvSpPr/>
            <p:nvPr/>
          </p:nvSpPr>
          <p:spPr>
            <a:xfrm>
              <a:off x="6052599" y="2283054"/>
              <a:ext cx="42300" cy="19337"/>
            </a:xfrm>
            <a:custGeom>
              <a:avLst/>
              <a:gdLst/>
              <a:ahLst/>
              <a:cxnLst/>
              <a:rect l="l" t="t" r="r" b="b"/>
              <a:pathLst>
                <a:path w="1540" h="704" extrusionOk="0">
                  <a:moveTo>
                    <a:pt x="135" y="1"/>
                  </a:moveTo>
                  <a:lnTo>
                    <a:pt x="90" y="16"/>
                  </a:lnTo>
                  <a:lnTo>
                    <a:pt x="45" y="46"/>
                  </a:lnTo>
                  <a:lnTo>
                    <a:pt x="16" y="91"/>
                  </a:lnTo>
                  <a:lnTo>
                    <a:pt x="1" y="135"/>
                  </a:lnTo>
                  <a:lnTo>
                    <a:pt x="16" y="195"/>
                  </a:lnTo>
                  <a:lnTo>
                    <a:pt x="45" y="240"/>
                  </a:lnTo>
                  <a:lnTo>
                    <a:pt x="150" y="330"/>
                  </a:lnTo>
                  <a:lnTo>
                    <a:pt x="269" y="404"/>
                  </a:lnTo>
                  <a:lnTo>
                    <a:pt x="374" y="479"/>
                  </a:lnTo>
                  <a:lnTo>
                    <a:pt x="494" y="539"/>
                  </a:lnTo>
                  <a:lnTo>
                    <a:pt x="718" y="613"/>
                  </a:lnTo>
                  <a:lnTo>
                    <a:pt x="927" y="673"/>
                  </a:lnTo>
                  <a:lnTo>
                    <a:pt x="1121" y="688"/>
                  </a:lnTo>
                  <a:lnTo>
                    <a:pt x="1270" y="703"/>
                  </a:lnTo>
                  <a:lnTo>
                    <a:pt x="1420" y="688"/>
                  </a:lnTo>
                  <a:lnTo>
                    <a:pt x="1450" y="688"/>
                  </a:lnTo>
                  <a:lnTo>
                    <a:pt x="1495" y="658"/>
                  </a:lnTo>
                  <a:lnTo>
                    <a:pt x="1524" y="628"/>
                  </a:lnTo>
                  <a:lnTo>
                    <a:pt x="1539" y="584"/>
                  </a:lnTo>
                  <a:lnTo>
                    <a:pt x="1539" y="539"/>
                  </a:lnTo>
                  <a:lnTo>
                    <a:pt x="1524" y="494"/>
                  </a:lnTo>
                  <a:lnTo>
                    <a:pt x="1480" y="449"/>
                  </a:lnTo>
                  <a:lnTo>
                    <a:pt x="1435" y="434"/>
                  </a:lnTo>
                  <a:lnTo>
                    <a:pt x="1270" y="434"/>
                  </a:lnTo>
                  <a:lnTo>
                    <a:pt x="1136" y="419"/>
                  </a:lnTo>
                  <a:lnTo>
                    <a:pt x="987" y="404"/>
                  </a:lnTo>
                  <a:lnTo>
                    <a:pt x="807" y="359"/>
                  </a:lnTo>
                  <a:lnTo>
                    <a:pt x="613" y="300"/>
                  </a:lnTo>
                  <a:lnTo>
                    <a:pt x="509" y="255"/>
                  </a:lnTo>
                  <a:lnTo>
                    <a:pt x="419" y="195"/>
                  </a:lnTo>
                  <a:lnTo>
                    <a:pt x="314" y="120"/>
                  </a:lnTo>
                  <a:lnTo>
                    <a:pt x="225" y="46"/>
                  </a:lnTo>
                  <a:lnTo>
                    <a:pt x="180" y="1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0" name="Google Shape;1700;p34"/>
            <p:cNvSpPr/>
            <p:nvPr/>
          </p:nvSpPr>
          <p:spPr>
            <a:xfrm>
              <a:off x="6098963" y="2196891"/>
              <a:ext cx="61994" cy="50925"/>
            </a:xfrm>
            <a:custGeom>
              <a:avLst/>
              <a:gdLst/>
              <a:ahLst/>
              <a:cxnLst/>
              <a:rect l="l" t="t" r="r" b="b"/>
              <a:pathLst>
                <a:path w="2257" h="1854" extrusionOk="0">
                  <a:moveTo>
                    <a:pt x="464" y="1"/>
                  </a:moveTo>
                  <a:lnTo>
                    <a:pt x="404" y="120"/>
                  </a:lnTo>
                  <a:lnTo>
                    <a:pt x="389" y="210"/>
                  </a:lnTo>
                  <a:lnTo>
                    <a:pt x="374" y="299"/>
                  </a:lnTo>
                  <a:lnTo>
                    <a:pt x="165" y="180"/>
                  </a:lnTo>
                  <a:lnTo>
                    <a:pt x="31" y="987"/>
                  </a:lnTo>
                  <a:lnTo>
                    <a:pt x="16" y="1151"/>
                  </a:lnTo>
                  <a:lnTo>
                    <a:pt x="1" y="1270"/>
                  </a:lnTo>
                  <a:lnTo>
                    <a:pt x="1" y="1390"/>
                  </a:lnTo>
                  <a:lnTo>
                    <a:pt x="31" y="1509"/>
                  </a:lnTo>
                  <a:lnTo>
                    <a:pt x="61" y="1629"/>
                  </a:lnTo>
                  <a:lnTo>
                    <a:pt x="90" y="1674"/>
                  </a:lnTo>
                  <a:lnTo>
                    <a:pt x="135" y="1734"/>
                  </a:lnTo>
                  <a:lnTo>
                    <a:pt x="180" y="1763"/>
                  </a:lnTo>
                  <a:lnTo>
                    <a:pt x="225" y="1808"/>
                  </a:lnTo>
                  <a:lnTo>
                    <a:pt x="285" y="1823"/>
                  </a:lnTo>
                  <a:lnTo>
                    <a:pt x="359" y="1853"/>
                  </a:lnTo>
                  <a:lnTo>
                    <a:pt x="494" y="1853"/>
                  </a:lnTo>
                  <a:lnTo>
                    <a:pt x="658" y="1823"/>
                  </a:lnTo>
                  <a:lnTo>
                    <a:pt x="822" y="1763"/>
                  </a:lnTo>
                  <a:lnTo>
                    <a:pt x="1047" y="1659"/>
                  </a:lnTo>
                  <a:lnTo>
                    <a:pt x="1256" y="1524"/>
                  </a:lnTo>
                  <a:lnTo>
                    <a:pt x="1465" y="1390"/>
                  </a:lnTo>
                  <a:lnTo>
                    <a:pt x="1674" y="1241"/>
                  </a:lnTo>
                  <a:lnTo>
                    <a:pt x="2003" y="972"/>
                  </a:lnTo>
                  <a:lnTo>
                    <a:pt x="2212" y="777"/>
                  </a:lnTo>
                  <a:lnTo>
                    <a:pt x="2242" y="733"/>
                  </a:lnTo>
                  <a:lnTo>
                    <a:pt x="2257" y="688"/>
                  </a:lnTo>
                  <a:lnTo>
                    <a:pt x="2257" y="643"/>
                  </a:lnTo>
                  <a:lnTo>
                    <a:pt x="2227" y="598"/>
                  </a:lnTo>
                  <a:lnTo>
                    <a:pt x="2182" y="553"/>
                  </a:lnTo>
                  <a:lnTo>
                    <a:pt x="2077" y="553"/>
                  </a:lnTo>
                  <a:lnTo>
                    <a:pt x="2033" y="583"/>
                  </a:lnTo>
                  <a:lnTo>
                    <a:pt x="1823" y="777"/>
                  </a:lnTo>
                  <a:lnTo>
                    <a:pt x="1584" y="957"/>
                  </a:lnTo>
                  <a:lnTo>
                    <a:pt x="1345" y="1151"/>
                  </a:lnTo>
                  <a:lnTo>
                    <a:pt x="1106" y="1315"/>
                  </a:lnTo>
                  <a:lnTo>
                    <a:pt x="867" y="1450"/>
                  </a:lnTo>
                  <a:lnTo>
                    <a:pt x="658" y="1539"/>
                  </a:lnTo>
                  <a:lnTo>
                    <a:pt x="568" y="1569"/>
                  </a:lnTo>
                  <a:lnTo>
                    <a:pt x="479" y="1584"/>
                  </a:lnTo>
                  <a:lnTo>
                    <a:pt x="419" y="1584"/>
                  </a:lnTo>
                  <a:lnTo>
                    <a:pt x="359" y="1569"/>
                  </a:lnTo>
                  <a:lnTo>
                    <a:pt x="329" y="1539"/>
                  </a:lnTo>
                  <a:lnTo>
                    <a:pt x="300" y="1509"/>
                  </a:lnTo>
                  <a:lnTo>
                    <a:pt x="285" y="1450"/>
                  </a:lnTo>
                  <a:lnTo>
                    <a:pt x="270" y="1390"/>
                  </a:lnTo>
                  <a:lnTo>
                    <a:pt x="270" y="1226"/>
                  </a:lnTo>
                  <a:lnTo>
                    <a:pt x="300" y="1031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1" name="Google Shape;1701;p34"/>
            <p:cNvSpPr/>
            <p:nvPr/>
          </p:nvSpPr>
          <p:spPr>
            <a:xfrm>
              <a:off x="6073117" y="2228093"/>
              <a:ext cx="27934" cy="98498"/>
            </a:xfrm>
            <a:custGeom>
              <a:avLst/>
              <a:gdLst/>
              <a:ahLst/>
              <a:cxnLst/>
              <a:rect l="l" t="t" r="r" b="b"/>
              <a:pathLst>
                <a:path w="1017" h="3586" extrusionOk="0">
                  <a:moveTo>
                    <a:pt x="419" y="0"/>
                  </a:moveTo>
                  <a:lnTo>
                    <a:pt x="374" y="15"/>
                  </a:lnTo>
                  <a:lnTo>
                    <a:pt x="329" y="45"/>
                  </a:lnTo>
                  <a:lnTo>
                    <a:pt x="299" y="75"/>
                  </a:lnTo>
                  <a:lnTo>
                    <a:pt x="284" y="134"/>
                  </a:lnTo>
                  <a:lnTo>
                    <a:pt x="284" y="179"/>
                  </a:lnTo>
                  <a:lnTo>
                    <a:pt x="314" y="224"/>
                  </a:lnTo>
                  <a:lnTo>
                    <a:pt x="374" y="299"/>
                  </a:lnTo>
                  <a:lnTo>
                    <a:pt x="494" y="493"/>
                  </a:lnTo>
                  <a:lnTo>
                    <a:pt x="553" y="627"/>
                  </a:lnTo>
                  <a:lnTo>
                    <a:pt x="628" y="792"/>
                  </a:lnTo>
                  <a:lnTo>
                    <a:pt x="673" y="971"/>
                  </a:lnTo>
                  <a:lnTo>
                    <a:pt x="718" y="1165"/>
                  </a:lnTo>
                  <a:lnTo>
                    <a:pt x="748" y="1389"/>
                  </a:lnTo>
                  <a:lnTo>
                    <a:pt x="748" y="1643"/>
                  </a:lnTo>
                  <a:lnTo>
                    <a:pt x="733" y="1897"/>
                  </a:lnTo>
                  <a:lnTo>
                    <a:pt x="673" y="2181"/>
                  </a:lnTo>
                  <a:lnTo>
                    <a:pt x="568" y="2480"/>
                  </a:lnTo>
                  <a:lnTo>
                    <a:pt x="509" y="2644"/>
                  </a:lnTo>
                  <a:lnTo>
                    <a:pt x="434" y="2794"/>
                  </a:lnTo>
                  <a:lnTo>
                    <a:pt x="344" y="2958"/>
                  </a:lnTo>
                  <a:lnTo>
                    <a:pt x="240" y="3137"/>
                  </a:lnTo>
                  <a:lnTo>
                    <a:pt x="120" y="3302"/>
                  </a:lnTo>
                  <a:lnTo>
                    <a:pt x="1" y="3481"/>
                  </a:lnTo>
                  <a:lnTo>
                    <a:pt x="90" y="3466"/>
                  </a:lnTo>
                  <a:lnTo>
                    <a:pt x="240" y="3585"/>
                  </a:lnTo>
                  <a:lnTo>
                    <a:pt x="374" y="3391"/>
                  </a:lnTo>
                  <a:lnTo>
                    <a:pt x="509" y="3212"/>
                  </a:lnTo>
                  <a:lnTo>
                    <a:pt x="613" y="3033"/>
                  </a:lnTo>
                  <a:lnTo>
                    <a:pt x="703" y="2853"/>
                  </a:lnTo>
                  <a:lnTo>
                    <a:pt x="777" y="2674"/>
                  </a:lnTo>
                  <a:lnTo>
                    <a:pt x="837" y="2510"/>
                  </a:lnTo>
                  <a:lnTo>
                    <a:pt x="897" y="2346"/>
                  </a:lnTo>
                  <a:lnTo>
                    <a:pt x="942" y="2181"/>
                  </a:lnTo>
                  <a:lnTo>
                    <a:pt x="972" y="2017"/>
                  </a:lnTo>
                  <a:lnTo>
                    <a:pt x="987" y="1867"/>
                  </a:lnTo>
                  <a:lnTo>
                    <a:pt x="1016" y="1584"/>
                  </a:lnTo>
                  <a:lnTo>
                    <a:pt x="1002" y="1315"/>
                  </a:lnTo>
                  <a:lnTo>
                    <a:pt x="957" y="1061"/>
                  </a:lnTo>
                  <a:lnTo>
                    <a:pt x="912" y="837"/>
                  </a:lnTo>
                  <a:lnTo>
                    <a:pt x="837" y="642"/>
                  </a:lnTo>
                  <a:lnTo>
                    <a:pt x="762" y="463"/>
                  </a:lnTo>
                  <a:lnTo>
                    <a:pt x="703" y="329"/>
                  </a:lnTo>
                  <a:lnTo>
                    <a:pt x="568" y="120"/>
                  </a:lnTo>
                  <a:lnTo>
                    <a:pt x="523" y="45"/>
                  </a:lnTo>
                  <a:lnTo>
                    <a:pt x="479" y="15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2" name="Google Shape;1702;p34"/>
            <p:cNvSpPr/>
            <p:nvPr/>
          </p:nvSpPr>
          <p:spPr>
            <a:xfrm>
              <a:off x="6604103" y="2954365"/>
              <a:ext cx="406684" cy="1483877"/>
            </a:xfrm>
            <a:custGeom>
              <a:avLst/>
              <a:gdLst/>
              <a:ahLst/>
              <a:cxnLst/>
              <a:rect l="l" t="t" r="r" b="b"/>
              <a:pathLst>
                <a:path w="14806" h="54023" extrusionOk="0">
                  <a:moveTo>
                    <a:pt x="0" y="1"/>
                  </a:moveTo>
                  <a:lnTo>
                    <a:pt x="4647" y="28580"/>
                  </a:lnTo>
                  <a:lnTo>
                    <a:pt x="10115" y="53738"/>
                  </a:lnTo>
                  <a:lnTo>
                    <a:pt x="14806" y="54022"/>
                  </a:lnTo>
                  <a:lnTo>
                    <a:pt x="11952" y="10952"/>
                  </a:lnTo>
                  <a:lnTo>
                    <a:pt x="11011" y="3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3" name="Google Shape;1703;p34"/>
            <p:cNvSpPr/>
            <p:nvPr/>
          </p:nvSpPr>
          <p:spPr>
            <a:xfrm>
              <a:off x="6893794" y="4421328"/>
              <a:ext cx="116984" cy="135854"/>
            </a:xfrm>
            <a:custGeom>
              <a:avLst/>
              <a:gdLst/>
              <a:ahLst/>
              <a:cxnLst/>
              <a:rect l="l" t="t" r="r" b="b"/>
              <a:pathLst>
                <a:path w="4259" h="4946" extrusionOk="0">
                  <a:moveTo>
                    <a:pt x="1" y="1"/>
                  </a:moveTo>
                  <a:lnTo>
                    <a:pt x="673" y="4841"/>
                  </a:lnTo>
                  <a:lnTo>
                    <a:pt x="1076" y="4901"/>
                  </a:lnTo>
                  <a:lnTo>
                    <a:pt x="1450" y="4931"/>
                  </a:lnTo>
                  <a:lnTo>
                    <a:pt x="1808" y="4946"/>
                  </a:lnTo>
                  <a:lnTo>
                    <a:pt x="2152" y="4931"/>
                  </a:lnTo>
                  <a:lnTo>
                    <a:pt x="2466" y="4916"/>
                  </a:lnTo>
                  <a:lnTo>
                    <a:pt x="2765" y="4871"/>
                  </a:lnTo>
                  <a:lnTo>
                    <a:pt x="3034" y="4826"/>
                  </a:lnTo>
                  <a:lnTo>
                    <a:pt x="3273" y="4766"/>
                  </a:lnTo>
                  <a:lnTo>
                    <a:pt x="3497" y="4707"/>
                  </a:lnTo>
                  <a:lnTo>
                    <a:pt x="3691" y="4647"/>
                  </a:lnTo>
                  <a:lnTo>
                    <a:pt x="4005" y="4527"/>
                  </a:lnTo>
                  <a:lnTo>
                    <a:pt x="4184" y="4438"/>
                  </a:lnTo>
                  <a:lnTo>
                    <a:pt x="4259" y="4408"/>
                  </a:lnTo>
                  <a:lnTo>
                    <a:pt x="3930" y="3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4" name="Google Shape;1704;p34"/>
            <p:cNvSpPr/>
            <p:nvPr/>
          </p:nvSpPr>
          <p:spPr>
            <a:xfrm>
              <a:off x="6861795" y="4400398"/>
              <a:ext cx="166618" cy="74712"/>
            </a:xfrm>
            <a:custGeom>
              <a:avLst/>
              <a:gdLst/>
              <a:ahLst/>
              <a:cxnLst/>
              <a:rect l="l" t="t" r="r" b="b"/>
              <a:pathLst>
                <a:path w="6066" h="2720" extrusionOk="0">
                  <a:moveTo>
                    <a:pt x="5976" y="1"/>
                  </a:moveTo>
                  <a:lnTo>
                    <a:pt x="120" y="210"/>
                  </a:lnTo>
                  <a:lnTo>
                    <a:pt x="45" y="539"/>
                  </a:lnTo>
                  <a:lnTo>
                    <a:pt x="15" y="852"/>
                  </a:lnTo>
                  <a:lnTo>
                    <a:pt x="1" y="1181"/>
                  </a:lnTo>
                  <a:lnTo>
                    <a:pt x="15" y="1495"/>
                  </a:lnTo>
                  <a:lnTo>
                    <a:pt x="60" y="1794"/>
                  </a:lnTo>
                  <a:lnTo>
                    <a:pt x="120" y="2107"/>
                  </a:lnTo>
                  <a:lnTo>
                    <a:pt x="210" y="2421"/>
                  </a:lnTo>
                  <a:lnTo>
                    <a:pt x="314" y="2720"/>
                  </a:lnTo>
                  <a:lnTo>
                    <a:pt x="5917" y="2466"/>
                  </a:lnTo>
                  <a:lnTo>
                    <a:pt x="5976" y="2152"/>
                  </a:lnTo>
                  <a:lnTo>
                    <a:pt x="6021" y="1838"/>
                  </a:lnTo>
                  <a:lnTo>
                    <a:pt x="6051" y="1540"/>
                  </a:lnTo>
                  <a:lnTo>
                    <a:pt x="6066" y="1226"/>
                  </a:lnTo>
                  <a:lnTo>
                    <a:pt x="6066" y="927"/>
                  </a:lnTo>
                  <a:lnTo>
                    <a:pt x="6051" y="613"/>
                  </a:lnTo>
                  <a:lnTo>
                    <a:pt x="6021" y="300"/>
                  </a:lnTo>
                  <a:lnTo>
                    <a:pt x="5976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5" name="Google Shape;1705;p34"/>
            <p:cNvSpPr/>
            <p:nvPr/>
          </p:nvSpPr>
          <p:spPr>
            <a:xfrm>
              <a:off x="6637749" y="4493977"/>
              <a:ext cx="386578" cy="185076"/>
            </a:xfrm>
            <a:custGeom>
              <a:avLst/>
              <a:gdLst/>
              <a:ahLst/>
              <a:cxnLst/>
              <a:rect l="l" t="t" r="r" b="b"/>
              <a:pathLst>
                <a:path w="14074" h="6738" extrusionOk="0">
                  <a:moveTo>
                    <a:pt x="8755" y="0"/>
                  </a:moveTo>
                  <a:lnTo>
                    <a:pt x="8636" y="30"/>
                  </a:lnTo>
                  <a:lnTo>
                    <a:pt x="8471" y="105"/>
                  </a:lnTo>
                  <a:lnTo>
                    <a:pt x="8247" y="224"/>
                  </a:lnTo>
                  <a:lnTo>
                    <a:pt x="7993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07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8" y="2779"/>
                  </a:lnTo>
                  <a:lnTo>
                    <a:pt x="3392" y="3302"/>
                  </a:lnTo>
                  <a:lnTo>
                    <a:pt x="2988" y="3526"/>
                  </a:lnTo>
                  <a:lnTo>
                    <a:pt x="2600" y="3735"/>
                  </a:lnTo>
                  <a:lnTo>
                    <a:pt x="2241" y="3914"/>
                  </a:lnTo>
                  <a:lnTo>
                    <a:pt x="1898" y="4064"/>
                  </a:lnTo>
                  <a:lnTo>
                    <a:pt x="1599" y="4168"/>
                  </a:lnTo>
                  <a:lnTo>
                    <a:pt x="1345" y="4243"/>
                  </a:lnTo>
                  <a:lnTo>
                    <a:pt x="1046" y="4303"/>
                  </a:lnTo>
                  <a:lnTo>
                    <a:pt x="792" y="4392"/>
                  </a:lnTo>
                  <a:lnTo>
                    <a:pt x="568" y="4497"/>
                  </a:lnTo>
                  <a:lnTo>
                    <a:pt x="404" y="4616"/>
                  </a:lnTo>
                  <a:lnTo>
                    <a:pt x="254" y="4751"/>
                  </a:lnTo>
                  <a:lnTo>
                    <a:pt x="150" y="4900"/>
                  </a:lnTo>
                  <a:lnTo>
                    <a:pt x="75" y="5065"/>
                  </a:lnTo>
                  <a:lnTo>
                    <a:pt x="30" y="5214"/>
                  </a:lnTo>
                  <a:lnTo>
                    <a:pt x="0" y="5378"/>
                  </a:lnTo>
                  <a:lnTo>
                    <a:pt x="0" y="5543"/>
                  </a:lnTo>
                  <a:lnTo>
                    <a:pt x="15" y="5722"/>
                  </a:lnTo>
                  <a:lnTo>
                    <a:pt x="45" y="5871"/>
                  </a:lnTo>
                  <a:lnTo>
                    <a:pt x="75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69" y="6484"/>
                  </a:lnTo>
                  <a:lnTo>
                    <a:pt x="299" y="6514"/>
                  </a:lnTo>
                  <a:lnTo>
                    <a:pt x="449" y="6559"/>
                  </a:lnTo>
                  <a:lnTo>
                    <a:pt x="643" y="6603"/>
                  </a:lnTo>
                  <a:lnTo>
                    <a:pt x="912" y="6633"/>
                  </a:lnTo>
                  <a:lnTo>
                    <a:pt x="1240" y="6663"/>
                  </a:lnTo>
                  <a:lnTo>
                    <a:pt x="1614" y="6693"/>
                  </a:lnTo>
                  <a:lnTo>
                    <a:pt x="2495" y="6723"/>
                  </a:lnTo>
                  <a:lnTo>
                    <a:pt x="3541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71" y="6678"/>
                  </a:lnTo>
                  <a:lnTo>
                    <a:pt x="9651" y="6588"/>
                  </a:lnTo>
                  <a:lnTo>
                    <a:pt x="11803" y="6514"/>
                  </a:lnTo>
                  <a:lnTo>
                    <a:pt x="13894" y="6409"/>
                  </a:lnTo>
                  <a:lnTo>
                    <a:pt x="13954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44" y="2151"/>
                  </a:lnTo>
                  <a:lnTo>
                    <a:pt x="14014" y="1793"/>
                  </a:lnTo>
                  <a:lnTo>
                    <a:pt x="13969" y="1479"/>
                  </a:lnTo>
                  <a:lnTo>
                    <a:pt x="13894" y="1225"/>
                  </a:lnTo>
                  <a:lnTo>
                    <a:pt x="13849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0" y="882"/>
                  </a:lnTo>
                  <a:lnTo>
                    <a:pt x="13596" y="822"/>
                  </a:lnTo>
                  <a:lnTo>
                    <a:pt x="13506" y="792"/>
                  </a:lnTo>
                  <a:lnTo>
                    <a:pt x="13416" y="747"/>
                  </a:lnTo>
                  <a:lnTo>
                    <a:pt x="13327" y="732"/>
                  </a:lnTo>
                  <a:lnTo>
                    <a:pt x="13117" y="717"/>
                  </a:lnTo>
                  <a:lnTo>
                    <a:pt x="12893" y="717"/>
                  </a:lnTo>
                  <a:lnTo>
                    <a:pt x="12654" y="762"/>
                  </a:lnTo>
                  <a:lnTo>
                    <a:pt x="12385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6" y="1091"/>
                  </a:lnTo>
                  <a:lnTo>
                    <a:pt x="10727" y="1121"/>
                  </a:lnTo>
                  <a:lnTo>
                    <a:pt x="10458" y="1106"/>
                  </a:lnTo>
                  <a:lnTo>
                    <a:pt x="10324" y="1091"/>
                  </a:lnTo>
                  <a:lnTo>
                    <a:pt x="10204" y="1076"/>
                  </a:lnTo>
                  <a:lnTo>
                    <a:pt x="10055" y="896"/>
                  </a:lnTo>
                  <a:lnTo>
                    <a:pt x="9905" y="717"/>
                  </a:lnTo>
                  <a:lnTo>
                    <a:pt x="9711" y="523"/>
                  </a:lnTo>
                  <a:lnTo>
                    <a:pt x="9487" y="329"/>
                  </a:lnTo>
                  <a:lnTo>
                    <a:pt x="9368" y="239"/>
                  </a:lnTo>
                  <a:lnTo>
                    <a:pt x="9248" y="149"/>
                  </a:lnTo>
                  <a:lnTo>
                    <a:pt x="9129" y="90"/>
                  </a:lnTo>
                  <a:lnTo>
                    <a:pt x="8994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6" name="Google Shape;1706;p34"/>
            <p:cNvSpPr/>
            <p:nvPr/>
          </p:nvSpPr>
          <p:spPr>
            <a:xfrm>
              <a:off x="6777253" y="4544433"/>
              <a:ext cx="60758" cy="49689"/>
            </a:xfrm>
            <a:custGeom>
              <a:avLst/>
              <a:gdLst/>
              <a:ahLst/>
              <a:cxnLst/>
              <a:rect l="l" t="t" r="r" b="b"/>
              <a:pathLst>
                <a:path w="2212" h="1809" extrusionOk="0">
                  <a:moveTo>
                    <a:pt x="628" y="1"/>
                  </a:moveTo>
                  <a:lnTo>
                    <a:pt x="389" y="45"/>
                  </a:lnTo>
                  <a:lnTo>
                    <a:pt x="285" y="75"/>
                  </a:lnTo>
                  <a:lnTo>
                    <a:pt x="180" y="105"/>
                  </a:lnTo>
                  <a:lnTo>
                    <a:pt x="106" y="165"/>
                  </a:lnTo>
                  <a:lnTo>
                    <a:pt x="46" y="225"/>
                  </a:lnTo>
                  <a:lnTo>
                    <a:pt x="16" y="314"/>
                  </a:lnTo>
                  <a:lnTo>
                    <a:pt x="1" y="419"/>
                  </a:lnTo>
                  <a:lnTo>
                    <a:pt x="165" y="404"/>
                  </a:lnTo>
                  <a:lnTo>
                    <a:pt x="345" y="434"/>
                  </a:lnTo>
                  <a:lnTo>
                    <a:pt x="524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8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6" y="1046"/>
                  </a:lnTo>
                  <a:lnTo>
                    <a:pt x="1465" y="1226"/>
                  </a:lnTo>
                  <a:lnTo>
                    <a:pt x="1585" y="1405"/>
                  </a:lnTo>
                  <a:lnTo>
                    <a:pt x="1674" y="1554"/>
                  </a:lnTo>
                  <a:lnTo>
                    <a:pt x="1764" y="1689"/>
                  </a:lnTo>
                  <a:lnTo>
                    <a:pt x="1794" y="1719"/>
                  </a:lnTo>
                  <a:lnTo>
                    <a:pt x="1824" y="1764"/>
                  </a:lnTo>
                  <a:lnTo>
                    <a:pt x="1898" y="1793"/>
                  </a:lnTo>
                  <a:lnTo>
                    <a:pt x="1943" y="1808"/>
                  </a:lnTo>
                  <a:lnTo>
                    <a:pt x="2003" y="1808"/>
                  </a:lnTo>
                  <a:lnTo>
                    <a:pt x="2048" y="1793"/>
                  </a:lnTo>
                  <a:lnTo>
                    <a:pt x="2092" y="1778"/>
                  </a:lnTo>
                  <a:lnTo>
                    <a:pt x="2122" y="1749"/>
                  </a:lnTo>
                  <a:lnTo>
                    <a:pt x="2167" y="1719"/>
                  </a:lnTo>
                  <a:lnTo>
                    <a:pt x="2182" y="1674"/>
                  </a:lnTo>
                  <a:lnTo>
                    <a:pt x="2197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197" y="1495"/>
                  </a:lnTo>
                  <a:lnTo>
                    <a:pt x="2182" y="1450"/>
                  </a:lnTo>
                  <a:lnTo>
                    <a:pt x="2078" y="1285"/>
                  </a:lnTo>
                  <a:lnTo>
                    <a:pt x="1973" y="1121"/>
                  </a:lnTo>
                  <a:lnTo>
                    <a:pt x="1824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1" y="389"/>
                  </a:lnTo>
                  <a:lnTo>
                    <a:pt x="1211" y="299"/>
                  </a:lnTo>
                  <a:lnTo>
                    <a:pt x="1077" y="210"/>
                  </a:lnTo>
                  <a:lnTo>
                    <a:pt x="957" y="135"/>
                  </a:lnTo>
                  <a:lnTo>
                    <a:pt x="793" y="60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7" name="Google Shape;1707;p34"/>
            <p:cNvSpPr/>
            <p:nvPr/>
          </p:nvSpPr>
          <p:spPr>
            <a:xfrm>
              <a:off x="6805159" y="4528036"/>
              <a:ext cx="52573" cy="48013"/>
            </a:xfrm>
            <a:custGeom>
              <a:avLst/>
              <a:gdLst/>
              <a:ahLst/>
              <a:cxnLst/>
              <a:rect l="l" t="t" r="r" b="b"/>
              <a:pathLst>
                <a:path w="1914" h="1748" extrusionOk="0">
                  <a:moveTo>
                    <a:pt x="524" y="0"/>
                  </a:moveTo>
                  <a:lnTo>
                    <a:pt x="359" y="15"/>
                  </a:lnTo>
                  <a:lnTo>
                    <a:pt x="270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6" y="164"/>
                  </a:lnTo>
                  <a:lnTo>
                    <a:pt x="31" y="239"/>
                  </a:lnTo>
                  <a:lnTo>
                    <a:pt x="1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30" y="433"/>
                  </a:lnTo>
                  <a:lnTo>
                    <a:pt x="434" y="493"/>
                  </a:lnTo>
                  <a:lnTo>
                    <a:pt x="554" y="553"/>
                  </a:lnTo>
                  <a:lnTo>
                    <a:pt x="643" y="628"/>
                  </a:lnTo>
                  <a:lnTo>
                    <a:pt x="837" y="792"/>
                  </a:lnTo>
                  <a:lnTo>
                    <a:pt x="1017" y="986"/>
                  </a:lnTo>
                  <a:lnTo>
                    <a:pt x="1166" y="1165"/>
                  </a:lnTo>
                  <a:lnTo>
                    <a:pt x="1301" y="1345"/>
                  </a:lnTo>
                  <a:lnTo>
                    <a:pt x="1390" y="1479"/>
                  </a:lnTo>
                  <a:lnTo>
                    <a:pt x="1465" y="1614"/>
                  </a:lnTo>
                  <a:lnTo>
                    <a:pt x="1495" y="1658"/>
                  </a:lnTo>
                  <a:lnTo>
                    <a:pt x="1525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4" y="1748"/>
                  </a:lnTo>
                  <a:lnTo>
                    <a:pt x="1749" y="1733"/>
                  </a:lnTo>
                  <a:lnTo>
                    <a:pt x="1794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13" y="1524"/>
                  </a:lnTo>
                  <a:lnTo>
                    <a:pt x="1913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4" y="1210"/>
                  </a:lnTo>
                  <a:lnTo>
                    <a:pt x="1674" y="1046"/>
                  </a:lnTo>
                  <a:lnTo>
                    <a:pt x="1525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2" y="329"/>
                  </a:lnTo>
                  <a:lnTo>
                    <a:pt x="912" y="224"/>
                  </a:lnTo>
                  <a:lnTo>
                    <a:pt x="793" y="149"/>
                  </a:lnTo>
                  <a:lnTo>
                    <a:pt x="658" y="75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8" name="Google Shape;1708;p34"/>
            <p:cNvSpPr/>
            <p:nvPr/>
          </p:nvSpPr>
          <p:spPr>
            <a:xfrm>
              <a:off x="6754702" y="4560034"/>
              <a:ext cx="56638" cy="48865"/>
            </a:xfrm>
            <a:custGeom>
              <a:avLst/>
              <a:gdLst/>
              <a:ahLst/>
              <a:cxnLst/>
              <a:rect l="l" t="t" r="r" b="b"/>
              <a:pathLst>
                <a:path w="2062" h="1779" extrusionOk="0">
                  <a:moveTo>
                    <a:pt x="329" y="0"/>
                  </a:moveTo>
                  <a:lnTo>
                    <a:pt x="224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0" y="180"/>
                  </a:lnTo>
                  <a:lnTo>
                    <a:pt x="0" y="269"/>
                  </a:lnTo>
                  <a:lnTo>
                    <a:pt x="0" y="374"/>
                  </a:lnTo>
                  <a:lnTo>
                    <a:pt x="135" y="389"/>
                  </a:lnTo>
                  <a:lnTo>
                    <a:pt x="269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7" y="583"/>
                  </a:lnTo>
                  <a:lnTo>
                    <a:pt x="792" y="658"/>
                  </a:lnTo>
                  <a:lnTo>
                    <a:pt x="986" y="822"/>
                  </a:lnTo>
                  <a:lnTo>
                    <a:pt x="1151" y="1016"/>
                  </a:lnTo>
                  <a:lnTo>
                    <a:pt x="1300" y="1196"/>
                  </a:lnTo>
                  <a:lnTo>
                    <a:pt x="1434" y="1375"/>
                  </a:lnTo>
                  <a:lnTo>
                    <a:pt x="1524" y="1509"/>
                  </a:lnTo>
                  <a:lnTo>
                    <a:pt x="1614" y="1659"/>
                  </a:lnTo>
                  <a:lnTo>
                    <a:pt x="1629" y="1689"/>
                  </a:lnTo>
                  <a:lnTo>
                    <a:pt x="1674" y="1718"/>
                  </a:lnTo>
                  <a:lnTo>
                    <a:pt x="1748" y="1763"/>
                  </a:lnTo>
                  <a:lnTo>
                    <a:pt x="1793" y="1778"/>
                  </a:lnTo>
                  <a:lnTo>
                    <a:pt x="1838" y="1778"/>
                  </a:lnTo>
                  <a:lnTo>
                    <a:pt x="1883" y="1763"/>
                  </a:lnTo>
                  <a:lnTo>
                    <a:pt x="1927" y="1748"/>
                  </a:lnTo>
                  <a:lnTo>
                    <a:pt x="1972" y="1718"/>
                  </a:lnTo>
                  <a:lnTo>
                    <a:pt x="2002" y="1689"/>
                  </a:lnTo>
                  <a:lnTo>
                    <a:pt x="2047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7" y="1464"/>
                  </a:lnTo>
                  <a:lnTo>
                    <a:pt x="2032" y="1420"/>
                  </a:lnTo>
                  <a:lnTo>
                    <a:pt x="1927" y="1255"/>
                  </a:lnTo>
                  <a:lnTo>
                    <a:pt x="1808" y="1076"/>
                  </a:lnTo>
                  <a:lnTo>
                    <a:pt x="1674" y="882"/>
                  </a:lnTo>
                  <a:lnTo>
                    <a:pt x="1494" y="673"/>
                  </a:lnTo>
                  <a:lnTo>
                    <a:pt x="1285" y="463"/>
                  </a:lnTo>
                  <a:lnTo>
                    <a:pt x="1166" y="359"/>
                  </a:lnTo>
                  <a:lnTo>
                    <a:pt x="1046" y="269"/>
                  </a:lnTo>
                  <a:lnTo>
                    <a:pt x="927" y="180"/>
                  </a:lnTo>
                  <a:lnTo>
                    <a:pt x="807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9" name="Google Shape;1709;p34"/>
            <p:cNvSpPr/>
            <p:nvPr/>
          </p:nvSpPr>
          <p:spPr>
            <a:xfrm>
              <a:off x="6818288" y="2926898"/>
              <a:ext cx="463734" cy="1521178"/>
            </a:xfrm>
            <a:custGeom>
              <a:avLst/>
              <a:gdLst/>
              <a:ahLst/>
              <a:cxnLst/>
              <a:rect l="l" t="t" r="r" b="b"/>
              <a:pathLst>
                <a:path w="16883" h="55381" extrusionOk="0">
                  <a:moveTo>
                    <a:pt x="11878" y="0"/>
                  </a:moveTo>
                  <a:lnTo>
                    <a:pt x="10205" y="329"/>
                  </a:lnTo>
                  <a:lnTo>
                    <a:pt x="10190" y="329"/>
                  </a:lnTo>
                  <a:lnTo>
                    <a:pt x="9682" y="448"/>
                  </a:lnTo>
                  <a:lnTo>
                    <a:pt x="9592" y="478"/>
                  </a:lnTo>
                  <a:lnTo>
                    <a:pt x="1" y="1569"/>
                  </a:lnTo>
                  <a:lnTo>
                    <a:pt x="2048" y="30133"/>
                  </a:lnTo>
                  <a:lnTo>
                    <a:pt x="12729" y="55381"/>
                  </a:lnTo>
                  <a:lnTo>
                    <a:pt x="16883" y="55187"/>
                  </a:lnTo>
                  <a:lnTo>
                    <a:pt x="16524" y="53035"/>
                  </a:lnTo>
                  <a:lnTo>
                    <a:pt x="16121" y="50720"/>
                  </a:lnTo>
                  <a:lnTo>
                    <a:pt x="15628" y="47911"/>
                  </a:lnTo>
                  <a:lnTo>
                    <a:pt x="15060" y="44878"/>
                  </a:lnTo>
                  <a:lnTo>
                    <a:pt x="14761" y="43340"/>
                  </a:lnTo>
                  <a:lnTo>
                    <a:pt x="14462" y="41846"/>
                  </a:lnTo>
                  <a:lnTo>
                    <a:pt x="14149" y="40411"/>
                  </a:lnTo>
                  <a:lnTo>
                    <a:pt x="13850" y="39082"/>
                  </a:lnTo>
                  <a:lnTo>
                    <a:pt x="13566" y="37872"/>
                  </a:lnTo>
                  <a:lnTo>
                    <a:pt x="13297" y="36841"/>
                  </a:lnTo>
                  <a:lnTo>
                    <a:pt x="13013" y="35900"/>
                  </a:lnTo>
                  <a:lnTo>
                    <a:pt x="12744" y="34973"/>
                  </a:lnTo>
                  <a:lnTo>
                    <a:pt x="12461" y="34092"/>
                  </a:lnTo>
                  <a:lnTo>
                    <a:pt x="12192" y="33226"/>
                  </a:lnTo>
                  <a:lnTo>
                    <a:pt x="11639" y="31642"/>
                  </a:lnTo>
                  <a:lnTo>
                    <a:pt x="11146" y="30253"/>
                  </a:lnTo>
                  <a:lnTo>
                    <a:pt x="10713" y="29102"/>
                  </a:lnTo>
                  <a:lnTo>
                    <a:pt x="10384" y="28236"/>
                  </a:lnTo>
                  <a:lnTo>
                    <a:pt x="10070" y="27489"/>
                  </a:lnTo>
                  <a:lnTo>
                    <a:pt x="10249" y="24023"/>
                  </a:lnTo>
                  <a:lnTo>
                    <a:pt x="10459" y="20333"/>
                  </a:lnTo>
                  <a:lnTo>
                    <a:pt x="10713" y="15940"/>
                  </a:lnTo>
                  <a:lnTo>
                    <a:pt x="10996" y="11264"/>
                  </a:lnTo>
                  <a:lnTo>
                    <a:pt x="11295" y="6753"/>
                  </a:lnTo>
                  <a:lnTo>
                    <a:pt x="11445" y="4706"/>
                  </a:lnTo>
                  <a:lnTo>
                    <a:pt x="11594" y="2853"/>
                  </a:lnTo>
                  <a:lnTo>
                    <a:pt x="11729" y="1270"/>
                  </a:lnTo>
                  <a:lnTo>
                    <a:pt x="118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0" name="Google Shape;1710;p34"/>
            <p:cNvSpPr/>
            <p:nvPr/>
          </p:nvSpPr>
          <p:spPr>
            <a:xfrm>
              <a:off x="7167911" y="4420092"/>
              <a:ext cx="131350" cy="137090"/>
            </a:xfrm>
            <a:custGeom>
              <a:avLst/>
              <a:gdLst/>
              <a:ahLst/>
              <a:cxnLst/>
              <a:rect l="l" t="t" r="r" b="b"/>
              <a:pathLst>
                <a:path w="4782" h="4991" extrusionOk="0">
                  <a:moveTo>
                    <a:pt x="0" y="1"/>
                  </a:moveTo>
                  <a:lnTo>
                    <a:pt x="1196" y="4886"/>
                  </a:lnTo>
                  <a:lnTo>
                    <a:pt x="1599" y="4946"/>
                  </a:lnTo>
                  <a:lnTo>
                    <a:pt x="1972" y="4976"/>
                  </a:lnTo>
                  <a:lnTo>
                    <a:pt x="2331" y="4991"/>
                  </a:lnTo>
                  <a:lnTo>
                    <a:pt x="2675" y="4976"/>
                  </a:lnTo>
                  <a:lnTo>
                    <a:pt x="2988" y="4961"/>
                  </a:lnTo>
                  <a:lnTo>
                    <a:pt x="3272" y="4916"/>
                  </a:lnTo>
                  <a:lnTo>
                    <a:pt x="3556" y="4871"/>
                  </a:lnTo>
                  <a:lnTo>
                    <a:pt x="3795" y="4811"/>
                  </a:lnTo>
                  <a:lnTo>
                    <a:pt x="4019" y="4752"/>
                  </a:lnTo>
                  <a:lnTo>
                    <a:pt x="4213" y="4692"/>
                  </a:lnTo>
                  <a:lnTo>
                    <a:pt x="4512" y="4572"/>
                  </a:lnTo>
                  <a:lnTo>
                    <a:pt x="4706" y="4483"/>
                  </a:lnTo>
                  <a:lnTo>
                    <a:pt x="4781" y="4453"/>
                  </a:lnTo>
                  <a:lnTo>
                    <a:pt x="3571" y="2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1" name="Google Shape;1711;p34"/>
            <p:cNvSpPr/>
            <p:nvPr/>
          </p:nvSpPr>
          <p:spPr>
            <a:xfrm>
              <a:off x="7133440" y="4405342"/>
              <a:ext cx="183455" cy="74712"/>
            </a:xfrm>
            <a:custGeom>
              <a:avLst/>
              <a:gdLst/>
              <a:ahLst/>
              <a:cxnLst/>
              <a:rect l="l" t="t" r="r" b="b"/>
              <a:pathLst>
                <a:path w="6679" h="2720" extrusionOk="0">
                  <a:moveTo>
                    <a:pt x="6380" y="0"/>
                  </a:moveTo>
                  <a:lnTo>
                    <a:pt x="105" y="374"/>
                  </a:lnTo>
                  <a:lnTo>
                    <a:pt x="45" y="732"/>
                  </a:lnTo>
                  <a:lnTo>
                    <a:pt x="15" y="1076"/>
                  </a:lnTo>
                  <a:lnTo>
                    <a:pt x="1" y="1240"/>
                  </a:lnTo>
                  <a:lnTo>
                    <a:pt x="15" y="1404"/>
                  </a:lnTo>
                  <a:lnTo>
                    <a:pt x="30" y="1554"/>
                  </a:lnTo>
                  <a:lnTo>
                    <a:pt x="45" y="1703"/>
                  </a:lnTo>
                  <a:lnTo>
                    <a:pt x="90" y="1838"/>
                  </a:lnTo>
                  <a:lnTo>
                    <a:pt x="135" y="1972"/>
                  </a:lnTo>
                  <a:lnTo>
                    <a:pt x="195" y="2107"/>
                  </a:lnTo>
                  <a:lnTo>
                    <a:pt x="269" y="2241"/>
                  </a:lnTo>
                  <a:lnTo>
                    <a:pt x="359" y="2376"/>
                  </a:lnTo>
                  <a:lnTo>
                    <a:pt x="464" y="2495"/>
                  </a:lnTo>
                  <a:lnTo>
                    <a:pt x="583" y="2615"/>
                  </a:lnTo>
                  <a:lnTo>
                    <a:pt x="718" y="2719"/>
                  </a:lnTo>
                  <a:lnTo>
                    <a:pt x="6589" y="2390"/>
                  </a:lnTo>
                  <a:lnTo>
                    <a:pt x="6634" y="2077"/>
                  </a:lnTo>
                  <a:lnTo>
                    <a:pt x="6679" y="1778"/>
                  </a:lnTo>
                  <a:lnTo>
                    <a:pt x="6679" y="1464"/>
                  </a:lnTo>
                  <a:lnTo>
                    <a:pt x="6664" y="1165"/>
                  </a:lnTo>
                  <a:lnTo>
                    <a:pt x="6634" y="867"/>
                  </a:lnTo>
                  <a:lnTo>
                    <a:pt x="6574" y="583"/>
                  </a:lnTo>
                  <a:lnTo>
                    <a:pt x="6484" y="284"/>
                  </a:lnTo>
                  <a:lnTo>
                    <a:pt x="6380" y="0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2" name="Google Shape;1712;p34"/>
            <p:cNvSpPr/>
            <p:nvPr/>
          </p:nvSpPr>
          <p:spPr>
            <a:xfrm>
              <a:off x="6933181" y="4493977"/>
              <a:ext cx="386605" cy="185076"/>
            </a:xfrm>
            <a:custGeom>
              <a:avLst/>
              <a:gdLst/>
              <a:ahLst/>
              <a:cxnLst/>
              <a:rect l="l" t="t" r="r" b="b"/>
              <a:pathLst>
                <a:path w="14075" h="6738" extrusionOk="0">
                  <a:moveTo>
                    <a:pt x="8756" y="0"/>
                  </a:moveTo>
                  <a:lnTo>
                    <a:pt x="8636" y="30"/>
                  </a:lnTo>
                  <a:lnTo>
                    <a:pt x="8472" y="105"/>
                  </a:lnTo>
                  <a:lnTo>
                    <a:pt x="8248" y="224"/>
                  </a:lnTo>
                  <a:lnTo>
                    <a:pt x="7994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23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9" y="2779"/>
                  </a:lnTo>
                  <a:lnTo>
                    <a:pt x="3407" y="3302"/>
                  </a:lnTo>
                  <a:lnTo>
                    <a:pt x="2989" y="3526"/>
                  </a:lnTo>
                  <a:lnTo>
                    <a:pt x="2600" y="3735"/>
                  </a:lnTo>
                  <a:lnTo>
                    <a:pt x="2242" y="3914"/>
                  </a:lnTo>
                  <a:lnTo>
                    <a:pt x="1898" y="4064"/>
                  </a:lnTo>
                  <a:lnTo>
                    <a:pt x="1600" y="4168"/>
                  </a:lnTo>
                  <a:lnTo>
                    <a:pt x="1346" y="4243"/>
                  </a:lnTo>
                  <a:lnTo>
                    <a:pt x="1047" y="4303"/>
                  </a:lnTo>
                  <a:lnTo>
                    <a:pt x="793" y="4392"/>
                  </a:lnTo>
                  <a:lnTo>
                    <a:pt x="584" y="4497"/>
                  </a:lnTo>
                  <a:lnTo>
                    <a:pt x="404" y="4616"/>
                  </a:lnTo>
                  <a:lnTo>
                    <a:pt x="270" y="4751"/>
                  </a:lnTo>
                  <a:lnTo>
                    <a:pt x="165" y="4900"/>
                  </a:lnTo>
                  <a:lnTo>
                    <a:pt x="91" y="5065"/>
                  </a:lnTo>
                  <a:lnTo>
                    <a:pt x="31" y="5214"/>
                  </a:lnTo>
                  <a:lnTo>
                    <a:pt x="16" y="5378"/>
                  </a:lnTo>
                  <a:lnTo>
                    <a:pt x="1" y="5543"/>
                  </a:lnTo>
                  <a:lnTo>
                    <a:pt x="16" y="5722"/>
                  </a:lnTo>
                  <a:lnTo>
                    <a:pt x="46" y="5871"/>
                  </a:lnTo>
                  <a:lnTo>
                    <a:pt x="91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70" y="6484"/>
                  </a:lnTo>
                  <a:lnTo>
                    <a:pt x="315" y="6514"/>
                  </a:lnTo>
                  <a:lnTo>
                    <a:pt x="449" y="6559"/>
                  </a:lnTo>
                  <a:lnTo>
                    <a:pt x="658" y="6603"/>
                  </a:lnTo>
                  <a:lnTo>
                    <a:pt x="912" y="6633"/>
                  </a:lnTo>
                  <a:lnTo>
                    <a:pt x="1241" y="6663"/>
                  </a:lnTo>
                  <a:lnTo>
                    <a:pt x="1614" y="6693"/>
                  </a:lnTo>
                  <a:lnTo>
                    <a:pt x="2511" y="6723"/>
                  </a:lnTo>
                  <a:lnTo>
                    <a:pt x="3542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87" y="6678"/>
                  </a:lnTo>
                  <a:lnTo>
                    <a:pt x="9652" y="6588"/>
                  </a:lnTo>
                  <a:lnTo>
                    <a:pt x="11803" y="6514"/>
                  </a:lnTo>
                  <a:lnTo>
                    <a:pt x="13895" y="6409"/>
                  </a:lnTo>
                  <a:lnTo>
                    <a:pt x="13955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59" y="2151"/>
                  </a:lnTo>
                  <a:lnTo>
                    <a:pt x="14014" y="1793"/>
                  </a:lnTo>
                  <a:lnTo>
                    <a:pt x="13970" y="1479"/>
                  </a:lnTo>
                  <a:lnTo>
                    <a:pt x="13895" y="1225"/>
                  </a:lnTo>
                  <a:lnTo>
                    <a:pt x="13850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1" y="882"/>
                  </a:lnTo>
                  <a:lnTo>
                    <a:pt x="13596" y="822"/>
                  </a:lnTo>
                  <a:lnTo>
                    <a:pt x="13521" y="792"/>
                  </a:lnTo>
                  <a:lnTo>
                    <a:pt x="13432" y="747"/>
                  </a:lnTo>
                  <a:lnTo>
                    <a:pt x="13327" y="732"/>
                  </a:lnTo>
                  <a:lnTo>
                    <a:pt x="13118" y="717"/>
                  </a:lnTo>
                  <a:lnTo>
                    <a:pt x="12894" y="717"/>
                  </a:lnTo>
                  <a:lnTo>
                    <a:pt x="12655" y="762"/>
                  </a:lnTo>
                  <a:lnTo>
                    <a:pt x="12386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7" y="1091"/>
                  </a:lnTo>
                  <a:lnTo>
                    <a:pt x="10728" y="1121"/>
                  </a:lnTo>
                  <a:lnTo>
                    <a:pt x="10459" y="1106"/>
                  </a:lnTo>
                  <a:lnTo>
                    <a:pt x="10324" y="1091"/>
                  </a:lnTo>
                  <a:lnTo>
                    <a:pt x="10205" y="1076"/>
                  </a:lnTo>
                  <a:lnTo>
                    <a:pt x="10070" y="896"/>
                  </a:lnTo>
                  <a:lnTo>
                    <a:pt x="9921" y="717"/>
                  </a:lnTo>
                  <a:lnTo>
                    <a:pt x="9727" y="523"/>
                  </a:lnTo>
                  <a:lnTo>
                    <a:pt x="9503" y="329"/>
                  </a:lnTo>
                  <a:lnTo>
                    <a:pt x="9383" y="239"/>
                  </a:lnTo>
                  <a:lnTo>
                    <a:pt x="9249" y="149"/>
                  </a:lnTo>
                  <a:lnTo>
                    <a:pt x="9129" y="90"/>
                  </a:lnTo>
                  <a:lnTo>
                    <a:pt x="8995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3" name="Google Shape;1713;p34"/>
            <p:cNvSpPr/>
            <p:nvPr/>
          </p:nvSpPr>
          <p:spPr>
            <a:xfrm>
              <a:off x="7072711" y="4544433"/>
              <a:ext cx="60758" cy="49689"/>
            </a:xfrm>
            <a:custGeom>
              <a:avLst/>
              <a:gdLst/>
              <a:ahLst/>
              <a:cxnLst/>
              <a:rect l="l" t="t" r="r" b="b"/>
              <a:pathLst>
                <a:path w="2212" h="1809" extrusionOk="0">
                  <a:moveTo>
                    <a:pt x="643" y="1"/>
                  </a:moveTo>
                  <a:lnTo>
                    <a:pt x="389" y="45"/>
                  </a:lnTo>
                  <a:lnTo>
                    <a:pt x="284" y="75"/>
                  </a:lnTo>
                  <a:lnTo>
                    <a:pt x="180" y="105"/>
                  </a:lnTo>
                  <a:lnTo>
                    <a:pt x="105" y="165"/>
                  </a:lnTo>
                  <a:lnTo>
                    <a:pt x="45" y="225"/>
                  </a:lnTo>
                  <a:lnTo>
                    <a:pt x="15" y="314"/>
                  </a:lnTo>
                  <a:lnTo>
                    <a:pt x="0" y="419"/>
                  </a:lnTo>
                  <a:lnTo>
                    <a:pt x="0" y="419"/>
                  </a:lnTo>
                  <a:lnTo>
                    <a:pt x="165" y="404"/>
                  </a:lnTo>
                  <a:lnTo>
                    <a:pt x="344" y="434"/>
                  </a:lnTo>
                  <a:lnTo>
                    <a:pt x="538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7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5" y="1046"/>
                  </a:lnTo>
                  <a:lnTo>
                    <a:pt x="1465" y="1226"/>
                  </a:lnTo>
                  <a:lnTo>
                    <a:pt x="1584" y="1405"/>
                  </a:lnTo>
                  <a:lnTo>
                    <a:pt x="1689" y="1554"/>
                  </a:lnTo>
                  <a:lnTo>
                    <a:pt x="1763" y="1689"/>
                  </a:lnTo>
                  <a:lnTo>
                    <a:pt x="1793" y="1719"/>
                  </a:lnTo>
                  <a:lnTo>
                    <a:pt x="1823" y="1764"/>
                  </a:lnTo>
                  <a:lnTo>
                    <a:pt x="1898" y="1793"/>
                  </a:lnTo>
                  <a:lnTo>
                    <a:pt x="1958" y="1808"/>
                  </a:lnTo>
                  <a:lnTo>
                    <a:pt x="2002" y="1808"/>
                  </a:lnTo>
                  <a:lnTo>
                    <a:pt x="2047" y="1793"/>
                  </a:lnTo>
                  <a:lnTo>
                    <a:pt x="2092" y="1778"/>
                  </a:lnTo>
                  <a:lnTo>
                    <a:pt x="2137" y="1749"/>
                  </a:lnTo>
                  <a:lnTo>
                    <a:pt x="2167" y="1719"/>
                  </a:lnTo>
                  <a:lnTo>
                    <a:pt x="2197" y="1674"/>
                  </a:lnTo>
                  <a:lnTo>
                    <a:pt x="2212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212" y="1495"/>
                  </a:lnTo>
                  <a:lnTo>
                    <a:pt x="2182" y="1450"/>
                  </a:lnTo>
                  <a:lnTo>
                    <a:pt x="2077" y="1285"/>
                  </a:lnTo>
                  <a:lnTo>
                    <a:pt x="1972" y="1121"/>
                  </a:lnTo>
                  <a:lnTo>
                    <a:pt x="1823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0" y="389"/>
                  </a:lnTo>
                  <a:lnTo>
                    <a:pt x="1211" y="299"/>
                  </a:lnTo>
                  <a:lnTo>
                    <a:pt x="1091" y="210"/>
                  </a:lnTo>
                  <a:lnTo>
                    <a:pt x="957" y="135"/>
                  </a:lnTo>
                  <a:lnTo>
                    <a:pt x="792" y="60"/>
                  </a:lnTo>
                  <a:lnTo>
                    <a:pt x="6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4" name="Google Shape;1714;p34"/>
            <p:cNvSpPr/>
            <p:nvPr/>
          </p:nvSpPr>
          <p:spPr>
            <a:xfrm>
              <a:off x="7100618" y="4528036"/>
              <a:ext cx="52957" cy="48013"/>
            </a:xfrm>
            <a:custGeom>
              <a:avLst/>
              <a:gdLst/>
              <a:ahLst/>
              <a:cxnLst/>
              <a:rect l="l" t="t" r="r" b="b"/>
              <a:pathLst>
                <a:path w="1928" h="1748" extrusionOk="0">
                  <a:moveTo>
                    <a:pt x="523" y="0"/>
                  </a:moveTo>
                  <a:lnTo>
                    <a:pt x="359" y="15"/>
                  </a:lnTo>
                  <a:lnTo>
                    <a:pt x="284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5" y="164"/>
                  </a:lnTo>
                  <a:lnTo>
                    <a:pt x="30" y="239"/>
                  </a:lnTo>
                  <a:lnTo>
                    <a:pt x="0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29" y="433"/>
                  </a:lnTo>
                  <a:lnTo>
                    <a:pt x="449" y="493"/>
                  </a:lnTo>
                  <a:lnTo>
                    <a:pt x="553" y="553"/>
                  </a:lnTo>
                  <a:lnTo>
                    <a:pt x="658" y="628"/>
                  </a:lnTo>
                  <a:lnTo>
                    <a:pt x="852" y="792"/>
                  </a:lnTo>
                  <a:lnTo>
                    <a:pt x="1016" y="986"/>
                  </a:lnTo>
                  <a:lnTo>
                    <a:pt x="1166" y="1165"/>
                  </a:lnTo>
                  <a:lnTo>
                    <a:pt x="1300" y="1345"/>
                  </a:lnTo>
                  <a:lnTo>
                    <a:pt x="1390" y="1479"/>
                  </a:lnTo>
                  <a:lnTo>
                    <a:pt x="1479" y="1614"/>
                  </a:lnTo>
                  <a:lnTo>
                    <a:pt x="1494" y="1658"/>
                  </a:lnTo>
                  <a:lnTo>
                    <a:pt x="1539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3" y="1748"/>
                  </a:lnTo>
                  <a:lnTo>
                    <a:pt x="1748" y="1733"/>
                  </a:lnTo>
                  <a:lnTo>
                    <a:pt x="1793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28" y="1524"/>
                  </a:lnTo>
                  <a:lnTo>
                    <a:pt x="1928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3" y="1210"/>
                  </a:lnTo>
                  <a:lnTo>
                    <a:pt x="1674" y="1046"/>
                  </a:lnTo>
                  <a:lnTo>
                    <a:pt x="1539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1" y="329"/>
                  </a:lnTo>
                  <a:lnTo>
                    <a:pt x="912" y="224"/>
                  </a:lnTo>
                  <a:lnTo>
                    <a:pt x="792" y="149"/>
                  </a:lnTo>
                  <a:lnTo>
                    <a:pt x="658" y="75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5" name="Google Shape;1715;p34"/>
            <p:cNvSpPr/>
            <p:nvPr/>
          </p:nvSpPr>
          <p:spPr>
            <a:xfrm>
              <a:off x="7050134" y="4560034"/>
              <a:ext cx="56665" cy="48865"/>
            </a:xfrm>
            <a:custGeom>
              <a:avLst/>
              <a:gdLst/>
              <a:ahLst/>
              <a:cxnLst/>
              <a:rect l="l" t="t" r="r" b="b"/>
              <a:pathLst>
                <a:path w="2063" h="1779" extrusionOk="0">
                  <a:moveTo>
                    <a:pt x="329" y="0"/>
                  </a:moveTo>
                  <a:lnTo>
                    <a:pt x="225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1" y="180"/>
                  </a:lnTo>
                  <a:lnTo>
                    <a:pt x="1" y="269"/>
                  </a:lnTo>
                  <a:lnTo>
                    <a:pt x="1" y="374"/>
                  </a:lnTo>
                  <a:lnTo>
                    <a:pt x="135" y="389"/>
                  </a:lnTo>
                  <a:lnTo>
                    <a:pt x="270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8" y="583"/>
                  </a:lnTo>
                  <a:lnTo>
                    <a:pt x="793" y="658"/>
                  </a:lnTo>
                  <a:lnTo>
                    <a:pt x="987" y="822"/>
                  </a:lnTo>
                  <a:lnTo>
                    <a:pt x="1151" y="1016"/>
                  </a:lnTo>
                  <a:lnTo>
                    <a:pt x="1315" y="1196"/>
                  </a:lnTo>
                  <a:lnTo>
                    <a:pt x="1435" y="1375"/>
                  </a:lnTo>
                  <a:lnTo>
                    <a:pt x="1525" y="1509"/>
                  </a:lnTo>
                  <a:lnTo>
                    <a:pt x="1614" y="1659"/>
                  </a:lnTo>
                  <a:lnTo>
                    <a:pt x="1644" y="1689"/>
                  </a:lnTo>
                  <a:lnTo>
                    <a:pt x="1674" y="1718"/>
                  </a:lnTo>
                  <a:lnTo>
                    <a:pt x="1749" y="1763"/>
                  </a:lnTo>
                  <a:lnTo>
                    <a:pt x="1794" y="1778"/>
                  </a:lnTo>
                  <a:lnTo>
                    <a:pt x="1838" y="1778"/>
                  </a:lnTo>
                  <a:lnTo>
                    <a:pt x="1898" y="1763"/>
                  </a:lnTo>
                  <a:lnTo>
                    <a:pt x="1943" y="1748"/>
                  </a:lnTo>
                  <a:lnTo>
                    <a:pt x="1973" y="1718"/>
                  </a:lnTo>
                  <a:lnTo>
                    <a:pt x="2018" y="1689"/>
                  </a:lnTo>
                  <a:lnTo>
                    <a:pt x="2048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8" y="1464"/>
                  </a:lnTo>
                  <a:lnTo>
                    <a:pt x="2033" y="1420"/>
                  </a:lnTo>
                  <a:lnTo>
                    <a:pt x="1928" y="1255"/>
                  </a:lnTo>
                  <a:lnTo>
                    <a:pt x="1823" y="1076"/>
                  </a:lnTo>
                  <a:lnTo>
                    <a:pt x="1674" y="882"/>
                  </a:lnTo>
                  <a:lnTo>
                    <a:pt x="1495" y="673"/>
                  </a:lnTo>
                  <a:lnTo>
                    <a:pt x="1286" y="463"/>
                  </a:lnTo>
                  <a:lnTo>
                    <a:pt x="1181" y="359"/>
                  </a:lnTo>
                  <a:lnTo>
                    <a:pt x="1062" y="269"/>
                  </a:lnTo>
                  <a:lnTo>
                    <a:pt x="927" y="180"/>
                  </a:lnTo>
                  <a:lnTo>
                    <a:pt x="808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6" name="Google Shape;1716;p34"/>
            <p:cNvSpPr/>
            <p:nvPr/>
          </p:nvSpPr>
          <p:spPr>
            <a:xfrm>
              <a:off x="6609019" y="1712683"/>
              <a:ext cx="127229" cy="219987"/>
            </a:xfrm>
            <a:custGeom>
              <a:avLst/>
              <a:gdLst/>
              <a:ahLst/>
              <a:cxnLst/>
              <a:rect l="l" t="t" r="r" b="b"/>
              <a:pathLst>
                <a:path w="4632" h="8009" extrusionOk="0">
                  <a:moveTo>
                    <a:pt x="299" y="1"/>
                  </a:moveTo>
                  <a:lnTo>
                    <a:pt x="180" y="16"/>
                  </a:lnTo>
                  <a:lnTo>
                    <a:pt x="75" y="31"/>
                  </a:lnTo>
                  <a:lnTo>
                    <a:pt x="150" y="180"/>
                  </a:lnTo>
                  <a:lnTo>
                    <a:pt x="329" y="599"/>
                  </a:lnTo>
                  <a:lnTo>
                    <a:pt x="449" y="897"/>
                  </a:lnTo>
                  <a:lnTo>
                    <a:pt x="568" y="1226"/>
                  </a:lnTo>
                  <a:lnTo>
                    <a:pt x="673" y="1614"/>
                  </a:lnTo>
                  <a:lnTo>
                    <a:pt x="778" y="2033"/>
                  </a:lnTo>
                  <a:lnTo>
                    <a:pt x="867" y="2466"/>
                  </a:lnTo>
                  <a:lnTo>
                    <a:pt x="942" y="2929"/>
                  </a:lnTo>
                  <a:lnTo>
                    <a:pt x="957" y="3168"/>
                  </a:lnTo>
                  <a:lnTo>
                    <a:pt x="972" y="3407"/>
                  </a:lnTo>
                  <a:lnTo>
                    <a:pt x="987" y="3646"/>
                  </a:lnTo>
                  <a:lnTo>
                    <a:pt x="972" y="3900"/>
                  </a:lnTo>
                  <a:lnTo>
                    <a:pt x="957" y="4139"/>
                  </a:lnTo>
                  <a:lnTo>
                    <a:pt x="927" y="4378"/>
                  </a:lnTo>
                  <a:lnTo>
                    <a:pt x="882" y="4632"/>
                  </a:lnTo>
                  <a:lnTo>
                    <a:pt x="822" y="4871"/>
                  </a:lnTo>
                  <a:lnTo>
                    <a:pt x="763" y="5110"/>
                  </a:lnTo>
                  <a:lnTo>
                    <a:pt x="673" y="5334"/>
                  </a:lnTo>
                  <a:lnTo>
                    <a:pt x="568" y="5573"/>
                  </a:lnTo>
                  <a:lnTo>
                    <a:pt x="449" y="5798"/>
                  </a:lnTo>
                  <a:lnTo>
                    <a:pt x="344" y="5992"/>
                  </a:lnTo>
                  <a:lnTo>
                    <a:pt x="240" y="6291"/>
                  </a:lnTo>
                  <a:lnTo>
                    <a:pt x="120" y="6664"/>
                  </a:lnTo>
                  <a:lnTo>
                    <a:pt x="1" y="7112"/>
                  </a:lnTo>
                  <a:lnTo>
                    <a:pt x="987" y="7336"/>
                  </a:lnTo>
                  <a:lnTo>
                    <a:pt x="1868" y="7530"/>
                  </a:lnTo>
                  <a:lnTo>
                    <a:pt x="2750" y="7695"/>
                  </a:lnTo>
                  <a:lnTo>
                    <a:pt x="3646" y="7859"/>
                  </a:lnTo>
                  <a:lnTo>
                    <a:pt x="4527" y="8009"/>
                  </a:lnTo>
                  <a:lnTo>
                    <a:pt x="4572" y="7545"/>
                  </a:lnTo>
                  <a:lnTo>
                    <a:pt x="4602" y="7112"/>
                  </a:lnTo>
                  <a:lnTo>
                    <a:pt x="4632" y="6679"/>
                  </a:lnTo>
                  <a:lnTo>
                    <a:pt x="4632" y="6276"/>
                  </a:lnTo>
                  <a:lnTo>
                    <a:pt x="4632" y="5872"/>
                  </a:lnTo>
                  <a:lnTo>
                    <a:pt x="4602" y="5499"/>
                  </a:lnTo>
                  <a:lnTo>
                    <a:pt x="4572" y="5155"/>
                  </a:lnTo>
                  <a:lnTo>
                    <a:pt x="4527" y="4811"/>
                  </a:lnTo>
                  <a:lnTo>
                    <a:pt x="4468" y="4498"/>
                  </a:lnTo>
                  <a:lnTo>
                    <a:pt x="4393" y="4199"/>
                  </a:lnTo>
                  <a:lnTo>
                    <a:pt x="4303" y="3900"/>
                  </a:lnTo>
                  <a:lnTo>
                    <a:pt x="4199" y="3616"/>
                  </a:lnTo>
                  <a:lnTo>
                    <a:pt x="4094" y="3332"/>
                  </a:lnTo>
                  <a:lnTo>
                    <a:pt x="3975" y="3079"/>
                  </a:lnTo>
                  <a:lnTo>
                    <a:pt x="3855" y="2825"/>
                  </a:lnTo>
                  <a:lnTo>
                    <a:pt x="3721" y="2571"/>
                  </a:lnTo>
                  <a:lnTo>
                    <a:pt x="3586" y="2346"/>
                  </a:lnTo>
                  <a:lnTo>
                    <a:pt x="3437" y="2122"/>
                  </a:lnTo>
                  <a:lnTo>
                    <a:pt x="3287" y="1913"/>
                  </a:lnTo>
                  <a:lnTo>
                    <a:pt x="3138" y="1719"/>
                  </a:lnTo>
                  <a:lnTo>
                    <a:pt x="2974" y="1525"/>
                  </a:lnTo>
                  <a:lnTo>
                    <a:pt x="2809" y="1346"/>
                  </a:lnTo>
                  <a:lnTo>
                    <a:pt x="2645" y="1181"/>
                  </a:lnTo>
                  <a:lnTo>
                    <a:pt x="2481" y="1017"/>
                  </a:lnTo>
                  <a:lnTo>
                    <a:pt x="2301" y="867"/>
                  </a:lnTo>
                  <a:lnTo>
                    <a:pt x="2137" y="733"/>
                  </a:lnTo>
                  <a:lnTo>
                    <a:pt x="1793" y="509"/>
                  </a:lnTo>
                  <a:lnTo>
                    <a:pt x="1465" y="315"/>
                  </a:lnTo>
                  <a:lnTo>
                    <a:pt x="1136" y="165"/>
                  </a:lnTo>
                  <a:lnTo>
                    <a:pt x="987" y="106"/>
                  </a:lnTo>
                  <a:lnTo>
                    <a:pt x="837" y="61"/>
                  </a:lnTo>
                  <a:lnTo>
                    <a:pt x="688" y="31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7" name="Google Shape;1717;p34"/>
            <p:cNvSpPr/>
            <p:nvPr/>
          </p:nvSpPr>
          <p:spPr>
            <a:xfrm>
              <a:off x="6587678" y="1823895"/>
              <a:ext cx="579042" cy="1208515"/>
            </a:xfrm>
            <a:custGeom>
              <a:avLst/>
              <a:gdLst/>
              <a:ahLst/>
              <a:cxnLst/>
              <a:rect l="l" t="t" r="r" b="b"/>
              <a:pathLst>
                <a:path w="21081" h="43998" extrusionOk="0">
                  <a:moveTo>
                    <a:pt x="8621" y="1"/>
                  </a:moveTo>
                  <a:lnTo>
                    <a:pt x="8292" y="16"/>
                  </a:lnTo>
                  <a:lnTo>
                    <a:pt x="7964" y="30"/>
                  </a:lnTo>
                  <a:lnTo>
                    <a:pt x="7635" y="60"/>
                  </a:lnTo>
                  <a:lnTo>
                    <a:pt x="7321" y="105"/>
                  </a:lnTo>
                  <a:lnTo>
                    <a:pt x="7097" y="150"/>
                  </a:lnTo>
                  <a:lnTo>
                    <a:pt x="6858" y="210"/>
                  </a:lnTo>
                  <a:lnTo>
                    <a:pt x="6634" y="299"/>
                  </a:lnTo>
                  <a:lnTo>
                    <a:pt x="6410" y="389"/>
                  </a:lnTo>
                  <a:lnTo>
                    <a:pt x="6186" y="509"/>
                  </a:lnTo>
                  <a:lnTo>
                    <a:pt x="5962" y="628"/>
                  </a:lnTo>
                  <a:lnTo>
                    <a:pt x="5723" y="762"/>
                  </a:lnTo>
                  <a:lnTo>
                    <a:pt x="5499" y="912"/>
                  </a:lnTo>
                  <a:lnTo>
                    <a:pt x="5275" y="1076"/>
                  </a:lnTo>
                  <a:lnTo>
                    <a:pt x="5065" y="1241"/>
                  </a:lnTo>
                  <a:lnTo>
                    <a:pt x="4632" y="1599"/>
                  </a:lnTo>
                  <a:lnTo>
                    <a:pt x="4199" y="1988"/>
                  </a:lnTo>
                  <a:lnTo>
                    <a:pt x="3810" y="2406"/>
                  </a:lnTo>
                  <a:lnTo>
                    <a:pt x="3422" y="2824"/>
                  </a:lnTo>
                  <a:lnTo>
                    <a:pt x="3078" y="3242"/>
                  </a:lnTo>
                  <a:lnTo>
                    <a:pt x="2765" y="3661"/>
                  </a:lnTo>
                  <a:lnTo>
                    <a:pt x="2466" y="4079"/>
                  </a:lnTo>
                  <a:lnTo>
                    <a:pt x="2227" y="4467"/>
                  </a:lnTo>
                  <a:lnTo>
                    <a:pt x="2018" y="4826"/>
                  </a:lnTo>
                  <a:lnTo>
                    <a:pt x="1868" y="5140"/>
                  </a:lnTo>
                  <a:lnTo>
                    <a:pt x="1764" y="5424"/>
                  </a:lnTo>
                  <a:lnTo>
                    <a:pt x="1659" y="5782"/>
                  </a:lnTo>
                  <a:lnTo>
                    <a:pt x="1555" y="6126"/>
                  </a:lnTo>
                  <a:lnTo>
                    <a:pt x="1480" y="6499"/>
                  </a:lnTo>
                  <a:lnTo>
                    <a:pt x="1405" y="6918"/>
                  </a:lnTo>
                  <a:lnTo>
                    <a:pt x="1360" y="7411"/>
                  </a:lnTo>
                  <a:lnTo>
                    <a:pt x="1316" y="7978"/>
                  </a:lnTo>
                  <a:lnTo>
                    <a:pt x="1271" y="8651"/>
                  </a:lnTo>
                  <a:lnTo>
                    <a:pt x="1256" y="9457"/>
                  </a:lnTo>
                  <a:lnTo>
                    <a:pt x="1226" y="11668"/>
                  </a:lnTo>
                  <a:lnTo>
                    <a:pt x="1226" y="12759"/>
                  </a:lnTo>
                  <a:lnTo>
                    <a:pt x="1241" y="13835"/>
                  </a:lnTo>
                  <a:lnTo>
                    <a:pt x="1286" y="14925"/>
                  </a:lnTo>
                  <a:lnTo>
                    <a:pt x="1360" y="16031"/>
                  </a:lnTo>
                  <a:lnTo>
                    <a:pt x="1405" y="16583"/>
                  </a:lnTo>
                  <a:lnTo>
                    <a:pt x="1465" y="17151"/>
                  </a:lnTo>
                  <a:lnTo>
                    <a:pt x="1540" y="17734"/>
                  </a:lnTo>
                  <a:lnTo>
                    <a:pt x="1614" y="18316"/>
                  </a:lnTo>
                  <a:lnTo>
                    <a:pt x="1659" y="18600"/>
                  </a:lnTo>
                  <a:lnTo>
                    <a:pt x="1704" y="18899"/>
                  </a:lnTo>
                  <a:lnTo>
                    <a:pt x="1734" y="19213"/>
                  </a:lnTo>
                  <a:lnTo>
                    <a:pt x="1779" y="19885"/>
                  </a:lnTo>
                  <a:lnTo>
                    <a:pt x="1809" y="20617"/>
                  </a:lnTo>
                  <a:lnTo>
                    <a:pt x="1809" y="21424"/>
                  </a:lnTo>
                  <a:lnTo>
                    <a:pt x="1779" y="22260"/>
                  </a:lnTo>
                  <a:lnTo>
                    <a:pt x="1734" y="23142"/>
                  </a:lnTo>
                  <a:lnTo>
                    <a:pt x="1689" y="24083"/>
                  </a:lnTo>
                  <a:lnTo>
                    <a:pt x="1614" y="25039"/>
                  </a:lnTo>
                  <a:lnTo>
                    <a:pt x="1584" y="25338"/>
                  </a:lnTo>
                  <a:lnTo>
                    <a:pt x="1570" y="25487"/>
                  </a:lnTo>
                  <a:lnTo>
                    <a:pt x="1540" y="25786"/>
                  </a:lnTo>
                  <a:lnTo>
                    <a:pt x="1435" y="26966"/>
                  </a:lnTo>
                  <a:lnTo>
                    <a:pt x="1301" y="28177"/>
                  </a:lnTo>
                  <a:lnTo>
                    <a:pt x="1271" y="28565"/>
                  </a:lnTo>
                  <a:lnTo>
                    <a:pt x="1256" y="28655"/>
                  </a:lnTo>
                  <a:lnTo>
                    <a:pt x="1151" y="29611"/>
                  </a:lnTo>
                  <a:lnTo>
                    <a:pt x="1062" y="30432"/>
                  </a:lnTo>
                  <a:lnTo>
                    <a:pt x="1002" y="30881"/>
                  </a:lnTo>
                  <a:lnTo>
                    <a:pt x="987" y="31000"/>
                  </a:lnTo>
                  <a:lnTo>
                    <a:pt x="867" y="32046"/>
                  </a:lnTo>
                  <a:lnTo>
                    <a:pt x="703" y="33420"/>
                  </a:lnTo>
                  <a:lnTo>
                    <a:pt x="583" y="34466"/>
                  </a:lnTo>
                  <a:lnTo>
                    <a:pt x="419" y="35915"/>
                  </a:lnTo>
                  <a:lnTo>
                    <a:pt x="270" y="37290"/>
                  </a:lnTo>
                  <a:lnTo>
                    <a:pt x="150" y="38559"/>
                  </a:lnTo>
                  <a:lnTo>
                    <a:pt x="61" y="39725"/>
                  </a:lnTo>
                  <a:lnTo>
                    <a:pt x="31" y="40248"/>
                  </a:lnTo>
                  <a:lnTo>
                    <a:pt x="16" y="40741"/>
                  </a:lnTo>
                  <a:lnTo>
                    <a:pt x="1" y="41189"/>
                  </a:lnTo>
                  <a:lnTo>
                    <a:pt x="16" y="41592"/>
                  </a:lnTo>
                  <a:lnTo>
                    <a:pt x="31" y="41966"/>
                  </a:lnTo>
                  <a:lnTo>
                    <a:pt x="76" y="42279"/>
                  </a:lnTo>
                  <a:lnTo>
                    <a:pt x="120" y="42548"/>
                  </a:lnTo>
                  <a:lnTo>
                    <a:pt x="180" y="42758"/>
                  </a:lnTo>
                  <a:lnTo>
                    <a:pt x="240" y="42892"/>
                  </a:lnTo>
                  <a:lnTo>
                    <a:pt x="300" y="42997"/>
                  </a:lnTo>
                  <a:lnTo>
                    <a:pt x="389" y="43116"/>
                  </a:lnTo>
                  <a:lnTo>
                    <a:pt x="479" y="43221"/>
                  </a:lnTo>
                  <a:lnTo>
                    <a:pt x="569" y="43325"/>
                  </a:lnTo>
                  <a:lnTo>
                    <a:pt x="688" y="43415"/>
                  </a:lnTo>
                  <a:lnTo>
                    <a:pt x="808" y="43504"/>
                  </a:lnTo>
                  <a:lnTo>
                    <a:pt x="942" y="43579"/>
                  </a:lnTo>
                  <a:lnTo>
                    <a:pt x="1091" y="43654"/>
                  </a:lnTo>
                  <a:lnTo>
                    <a:pt x="1256" y="43729"/>
                  </a:lnTo>
                  <a:lnTo>
                    <a:pt x="1420" y="43788"/>
                  </a:lnTo>
                  <a:lnTo>
                    <a:pt x="1599" y="43833"/>
                  </a:lnTo>
                  <a:lnTo>
                    <a:pt x="1794" y="43878"/>
                  </a:lnTo>
                  <a:lnTo>
                    <a:pt x="2003" y="43923"/>
                  </a:lnTo>
                  <a:lnTo>
                    <a:pt x="2212" y="43953"/>
                  </a:lnTo>
                  <a:lnTo>
                    <a:pt x="2451" y="43983"/>
                  </a:lnTo>
                  <a:lnTo>
                    <a:pt x="2929" y="43997"/>
                  </a:lnTo>
                  <a:lnTo>
                    <a:pt x="3452" y="43997"/>
                  </a:lnTo>
                  <a:lnTo>
                    <a:pt x="4035" y="43953"/>
                  </a:lnTo>
                  <a:lnTo>
                    <a:pt x="4647" y="43863"/>
                  </a:lnTo>
                  <a:lnTo>
                    <a:pt x="5304" y="43744"/>
                  </a:lnTo>
                  <a:lnTo>
                    <a:pt x="5992" y="43594"/>
                  </a:lnTo>
                  <a:lnTo>
                    <a:pt x="6739" y="43400"/>
                  </a:lnTo>
                  <a:lnTo>
                    <a:pt x="7515" y="43161"/>
                  </a:lnTo>
                  <a:lnTo>
                    <a:pt x="7919" y="43026"/>
                  </a:lnTo>
                  <a:lnTo>
                    <a:pt x="8352" y="42922"/>
                  </a:lnTo>
                  <a:lnTo>
                    <a:pt x="8785" y="42817"/>
                  </a:lnTo>
                  <a:lnTo>
                    <a:pt x="9234" y="42713"/>
                  </a:lnTo>
                  <a:lnTo>
                    <a:pt x="9682" y="42638"/>
                  </a:lnTo>
                  <a:lnTo>
                    <a:pt x="10145" y="42563"/>
                  </a:lnTo>
                  <a:lnTo>
                    <a:pt x="11101" y="42414"/>
                  </a:lnTo>
                  <a:lnTo>
                    <a:pt x="12057" y="42309"/>
                  </a:lnTo>
                  <a:lnTo>
                    <a:pt x="13028" y="42205"/>
                  </a:lnTo>
                  <a:lnTo>
                    <a:pt x="14911" y="42025"/>
                  </a:lnTo>
                  <a:lnTo>
                    <a:pt x="15822" y="41936"/>
                  </a:lnTo>
                  <a:lnTo>
                    <a:pt x="16673" y="41831"/>
                  </a:lnTo>
                  <a:lnTo>
                    <a:pt x="17480" y="41712"/>
                  </a:lnTo>
                  <a:lnTo>
                    <a:pt x="17854" y="41637"/>
                  </a:lnTo>
                  <a:lnTo>
                    <a:pt x="18212" y="41562"/>
                  </a:lnTo>
                  <a:lnTo>
                    <a:pt x="18541" y="41488"/>
                  </a:lnTo>
                  <a:lnTo>
                    <a:pt x="18855" y="41398"/>
                  </a:lnTo>
                  <a:lnTo>
                    <a:pt x="19153" y="41293"/>
                  </a:lnTo>
                  <a:lnTo>
                    <a:pt x="19422" y="41189"/>
                  </a:lnTo>
                  <a:lnTo>
                    <a:pt x="19661" y="41069"/>
                  </a:lnTo>
                  <a:lnTo>
                    <a:pt x="19871" y="40935"/>
                  </a:lnTo>
                  <a:lnTo>
                    <a:pt x="20065" y="40785"/>
                  </a:lnTo>
                  <a:lnTo>
                    <a:pt x="20214" y="40636"/>
                  </a:lnTo>
                  <a:lnTo>
                    <a:pt x="20378" y="40427"/>
                  </a:lnTo>
                  <a:lnTo>
                    <a:pt x="20513" y="40158"/>
                  </a:lnTo>
                  <a:lnTo>
                    <a:pt x="20647" y="39859"/>
                  </a:lnTo>
                  <a:lnTo>
                    <a:pt x="20767" y="39516"/>
                  </a:lnTo>
                  <a:lnTo>
                    <a:pt x="20871" y="39142"/>
                  </a:lnTo>
                  <a:lnTo>
                    <a:pt x="20961" y="38709"/>
                  </a:lnTo>
                  <a:lnTo>
                    <a:pt x="21021" y="38246"/>
                  </a:lnTo>
                  <a:lnTo>
                    <a:pt x="21066" y="37738"/>
                  </a:lnTo>
                  <a:lnTo>
                    <a:pt x="21081" y="37200"/>
                  </a:lnTo>
                  <a:lnTo>
                    <a:pt x="21066" y="36602"/>
                  </a:lnTo>
                  <a:lnTo>
                    <a:pt x="21036" y="35990"/>
                  </a:lnTo>
                  <a:lnTo>
                    <a:pt x="20976" y="35318"/>
                  </a:lnTo>
                  <a:lnTo>
                    <a:pt x="20886" y="34615"/>
                  </a:lnTo>
                  <a:lnTo>
                    <a:pt x="20767" y="33883"/>
                  </a:lnTo>
                  <a:lnTo>
                    <a:pt x="20618" y="33092"/>
                  </a:lnTo>
                  <a:lnTo>
                    <a:pt x="20423" y="32285"/>
                  </a:lnTo>
                  <a:lnTo>
                    <a:pt x="20169" y="31254"/>
                  </a:lnTo>
                  <a:lnTo>
                    <a:pt x="19841" y="29924"/>
                  </a:lnTo>
                  <a:lnTo>
                    <a:pt x="19602" y="28909"/>
                  </a:lnTo>
                  <a:lnTo>
                    <a:pt x="19273" y="27549"/>
                  </a:lnTo>
                  <a:lnTo>
                    <a:pt x="19124" y="26877"/>
                  </a:lnTo>
                  <a:lnTo>
                    <a:pt x="19049" y="26518"/>
                  </a:lnTo>
                  <a:lnTo>
                    <a:pt x="18944" y="26055"/>
                  </a:lnTo>
                  <a:lnTo>
                    <a:pt x="18810" y="25383"/>
                  </a:lnTo>
                  <a:lnTo>
                    <a:pt x="18675" y="24740"/>
                  </a:lnTo>
                  <a:lnTo>
                    <a:pt x="18571" y="24128"/>
                  </a:lnTo>
                  <a:lnTo>
                    <a:pt x="18481" y="23530"/>
                  </a:lnTo>
                  <a:lnTo>
                    <a:pt x="18377" y="22753"/>
                  </a:lnTo>
                  <a:lnTo>
                    <a:pt x="18317" y="21977"/>
                  </a:lnTo>
                  <a:lnTo>
                    <a:pt x="18287" y="21185"/>
                  </a:lnTo>
                  <a:lnTo>
                    <a:pt x="18272" y="20408"/>
                  </a:lnTo>
                  <a:lnTo>
                    <a:pt x="18272" y="19616"/>
                  </a:lnTo>
                  <a:lnTo>
                    <a:pt x="18287" y="18809"/>
                  </a:lnTo>
                  <a:lnTo>
                    <a:pt x="18332" y="18018"/>
                  </a:lnTo>
                  <a:lnTo>
                    <a:pt x="18377" y="17226"/>
                  </a:lnTo>
                  <a:lnTo>
                    <a:pt x="18511" y="15269"/>
                  </a:lnTo>
                  <a:lnTo>
                    <a:pt x="18571" y="14298"/>
                  </a:lnTo>
                  <a:lnTo>
                    <a:pt x="18631" y="13342"/>
                  </a:lnTo>
                  <a:lnTo>
                    <a:pt x="18660" y="12415"/>
                  </a:lnTo>
                  <a:lnTo>
                    <a:pt x="18690" y="11519"/>
                  </a:lnTo>
                  <a:lnTo>
                    <a:pt x="18675" y="10638"/>
                  </a:lnTo>
                  <a:lnTo>
                    <a:pt x="18660" y="10204"/>
                  </a:lnTo>
                  <a:lnTo>
                    <a:pt x="18631" y="9786"/>
                  </a:lnTo>
                  <a:lnTo>
                    <a:pt x="18586" y="9353"/>
                  </a:lnTo>
                  <a:lnTo>
                    <a:pt x="18526" y="8919"/>
                  </a:lnTo>
                  <a:lnTo>
                    <a:pt x="18466" y="8516"/>
                  </a:lnTo>
                  <a:lnTo>
                    <a:pt x="18377" y="8113"/>
                  </a:lnTo>
                  <a:lnTo>
                    <a:pt x="18272" y="7709"/>
                  </a:lnTo>
                  <a:lnTo>
                    <a:pt x="18167" y="7336"/>
                  </a:lnTo>
                  <a:lnTo>
                    <a:pt x="18033" y="6962"/>
                  </a:lnTo>
                  <a:lnTo>
                    <a:pt x="17869" y="6604"/>
                  </a:lnTo>
                  <a:lnTo>
                    <a:pt x="17645" y="6171"/>
                  </a:lnTo>
                  <a:lnTo>
                    <a:pt x="17391" y="5737"/>
                  </a:lnTo>
                  <a:lnTo>
                    <a:pt x="17107" y="5319"/>
                  </a:lnTo>
                  <a:lnTo>
                    <a:pt x="16808" y="4916"/>
                  </a:lnTo>
                  <a:lnTo>
                    <a:pt x="16479" y="4512"/>
                  </a:lnTo>
                  <a:lnTo>
                    <a:pt x="16136" y="4139"/>
                  </a:lnTo>
                  <a:lnTo>
                    <a:pt x="15762" y="3765"/>
                  </a:lnTo>
                  <a:lnTo>
                    <a:pt x="15389" y="3407"/>
                  </a:lnTo>
                  <a:lnTo>
                    <a:pt x="15015" y="3063"/>
                  </a:lnTo>
                  <a:lnTo>
                    <a:pt x="14627" y="2735"/>
                  </a:lnTo>
                  <a:lnTo>
                    <a:pt x="14223" y="2421"/>
                  </a:lnTo>
                  <a:lnTo>
                    <a:pt x="13835" y="2137"/>
                  </a:lnTo>
                  <a:lnTo>
                    <a:pt x="13446" y="1853"/>
                  </a:lnTo>
                  <a:lnTo>
                    <a:pt x="13058" y="1584"/>
                  </a:lnTo>
                  <a:lnTo>
                    <a:pt x="12311" y="1106"/>
                  </a:lnTo>
                  <a:lnTo>
                    <a:pt x="12027" y="927"/>
                  </a:lnTo>
                  <a:lnTo>
                    <a:pt x="11743" y="777"/>
                  </a:lnTo>
                  <a:lnTo>
                    <a:pt x="11445" y="643"/>
                  </a:lnTo>
                  <a:lnTo>
                    <a:pt x="11146" y="509"/>
                  </a:lnTo>
                  <a:lnTo>
                    <a:pt x="10847" y="404"/>
                  </a:lnTo>
                  <a:lnTo>
                    <a:pt x="10533" y="299"/>
                  </a:lnTo>
                  <a:lnTo>
                    <a:pt x="10220" y="210"/>
                  </a:lnTo>
                  <a:lnTo>
                    <a:pt x="9906" y="150"/>
                  </a:lnTo>
                  <a:lnTo>
                    <a:pt x="9592" y="90"/>
                  </a:lnTo>
                  <a:lnTo>
                    <a:pt x="9263" y="45"/>
                  </a:lnTo>
                  <a:lnTo>
                    <a:pt x="8935" y="16"/>
                  </a:lnTo>
                  <a:lnTo>
                    <a:pt x="86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8" name="Google Shape;1718;p34"/>
            <p:cNvSpPr/>
            <p:nvPr/>
          </p:nvSpPr>
          <p:spPr>
            <a:xfrm>
              <a:off x="6677549" y="1690133"/>
              <a:ext cx="206446" cy="238033"/>
            </a:xfrm>
            <a:custGeom>
              <a:avLst/>
              <a:gdLst/>
              <a:ahLst/>
              <a:cxnLst/>
              <a:rect l="l" t="t" r="r" b="b"/>
              <a:pathLst>
                <a:path w="7516" h="8666" extrusionOk="0">
                  <a:moveTo>
                    <a:pt x="5110" y="0"/>
                  </a:moveTo>
                  <a:lnTo>
                    <a:pt x="1" y="3392"/>
                  </a:lnTo>
                  <a:lnTo>
                    <a:pt x="314" y="4019"/>
                  </a:lnTo>
                  <a:lnTo>
                    <a:pt x="344" y="4094"/>
                  </a:lnTo>
                  <a:lnTo>
                    <a:pt x="359" y="4094"/>
                  </a:lnTo>
                  <a:lnTo>
                    <a:pt x="598" y="4557"/>
                  </a:lnTo>
                  <a:lnTo>
                    <a:pt x="897" y="5095"/>
                  </a:lnTo>
                  <a:lnTo>
                    <a:pt x="1151" y="5513"/>
                  </a:lnTo>
                  <a:lnTo>
                    <a:pt x="1390" y="5916"/>
                  </a:lnTo>
                  <a:lnTo>
                    <a:pt x="1853" y="6648"/>
                  </a:lnTo>
                  <a:lnTo>
                    <a:pt x="2107" y="7007"/>
                  </a:lnTo>
                  <a:lnTo>
                    <a:pt x="2361" y="7365"/>
                  </a:lnTo>
                  <a:lnTo>
                    <a:pt x="2630" y="7724"/>
                  </a:lnTo>
                  <a:lnTo>
                    <a:pt x="2899" y="8053"/>
                  </a:lnTo>
                  <a:lnTo>
                    <a:pt x="3168" y="8366"/>
                  </a:lnTo>
                  <a:lnTo>
                    <a:pt x="3437" y="8665"/>
                  </a:lnTo>
                  <a:lnTo>
                    <a:pt x="3825" y="8516"/>
                  </a:lnTo>
                  <a:lnTo>
                    <a:pt x="4199" y="8351"/>
                  </a:lnTo>
                  <a:lnTo>
                    <a:pt x="4557" y="8187"/>
                  </a:lnTo>
                  <a:lnTo>
                    <a:pt x="4901" y="8023"/>
                  </a:lnTo>
                  <a:lnTo>
                    <a:pt x="5229" y="7844"/>
                  </a:lnTo>
                  <a:lnTo>
                    <a:pt x="5528" y="7649"/>
                  </a:lnTo>
                  <a:lnTo>
                    <a:pt x="5812" y="7470"/>
                  </a:lnTo>
                  <a:lnTo>
                    <a:pt x="6081" y="7261"/>
                  </a:lnTo>
                  <a:lnTo>
                    <a:pt x="6335" y="7067"/>
                  </a:lnTo>
                  <a:lnTo>
                    <a:pt x="6559" y="6843"/>
                  </a:lnTo>
                  <a:lnTo>
                    <a:pt x="6768" y="6633"/>
                  </a:lnTo>
                  <a:lnTo>
                    <a:pt x="6962" y="6409"/>
                  </a:lnTo>
                  <a:lnTo>
                    <a:pt x="7127" y="6170"/>
                  </a:lnTo>
                  <a:lnTo>
                    <a:pt x="7276" y="5931"/>
                  </a:lnTo>
                  <a:lnTo>
                    <a:pt x="7411" y="5677"/>
                  </a:lnTo>
                  <a:lnTo>
                    <a:pt x="7515" y="5408"/>
                  </a:lnTo>
                  <a:lnTo>
                    <a:pt x="7411" y="5289"/>
                  </a:lnTo>
                  <a:lnTo>
                    <a:pt x="7142" y="4945"/>
                  </a:lnTo>
                  <a:lnTo>
                    <a:pt x="6768" y="4393"/>
                  </a:lnTo>
                  <a:lnTo>
                    <a:pt x="6559" y="4064"/>
                  </a:lnTo>
                  <a:lnTo>
                    <a:pt x="6350" y="3690"/>
                  </a:lnTo>
                  <a:lnTo>
                    <a:pt x="6126" y="3302"/>
                  </a:lnTo>
                  <a:lnTo>
                    <a:pt x="5917" y="2869"/>
                  </a:lnTo>
                  <a:lnTo>
                    <a:pt x="5708" y="2420"/>
                  </a:lnTo>
                  <a:lnTo>
                    <a:pt x="5528" y="1957"/>
                  </a:lnTo>
                  <a:lnTo>
                    <a:pt x="5364" y="1479"/>
                  </a:lnTo>
                  <a:lnTo>
                    <a:pt x="5304" y="1240"/>
                  </a:lnTo>
                  <a:lnTo>
                    <a:pt x="5244" y="986"/>
                  </a:lnTo>
                  <a:lnTo>
                    <a:pt x="5200" y="747"/>
                  </a:lnTo>
                  <a:lnTo>
                    <a:pt x="5155" y="493"/>
                  </a:lnTo>
                  <a:lnTo>
                    <a:pt x="5125" y="254"/>
                  </a:lnTo>
                  <a:lnTo>
                    <a:pt x="5110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9" name="Google Shape;1719;p34"/>
            <p:cNvSpPr/>
            <p:nvPr/>
          </p:nvSpPr>
          <p:spPr>
            <a:xfrm>
              <a:off x="6686173" y="1776707"/>
              <a:ext cx="49277" cy="75948"/>
            </a:xfrm>
            <a:custGeom>
              <a:avLst/>
              <a:gdLst/>
              <a:ahLst/>
              <a:cxnLst/>
              <a:rect l="l" t="t" r="r" b="b"/>
              <a:pathLst>
                <a:path w="1794" h="2765" extrusionOk="0">
                  <a:moveTo>
                    <a:pt x="1793" y="1"/>
                  </a:moveTo>
                  <a:lnTo>
                    <a:pt x="0" y="867"/>
                  </a:lnTo>
                  <a:lnTo>
                    <a:pt x="30" y="942"/>
                  </a:lnTo>
                  <a:lnTo>
                    <a:pt x="45" y="942"/>
                  </a:lnTo>
                  <a:lnTo>
                    <a:pt x="284" y="1405"/>
                  </a:lnTo>
                  <a:lnTo>
                    <a:pt x="583" y="1943"/>
                  </a:lnTo>
                  <a:lnTo>
                    <a:pt x="837" y="2361"/>
                  </a:lnTo>
                  <a:lnTo>
                    <a:pt x="1076" y="2764"/>
                  </a:lnTo>
                  <a:lnTo>
                    <a:pt x="1181" y="2570"/>
                  </a:lnTo>
                  <a:lnTo>
                    <a:pt x="1270" y="2346"/>
                  </a:lnTo>
                  <a:lnTo>
                    <a:pt x="1345" y="2122"/>
                  </a:lnTo>
                  <a:lnTo>
                    <a:pt x="1420" y="1898"/>
                  </a:lnTo>
                  <a:lnTo>
                    <a:pt x="1539" y="1435"/>
                  </a:lnTo>
                  <a:lnTo>
                    <a:pt x="1629" y="1001"/>
                  </a:lnTo>
                  <a:lnTo>
                    <a:pt x="1703" y="613"/>
                  </a:lnTo>
                  <a:lnTo>
                    <a:pt x="1748" y="299"/>
                  </a:lnTo>
                  <a:lnTo>
                    <a:pt x="1793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0" name="Google Shape;1720;p34"/>
            <p:cNvSpPr/>
            <p:nvPr/>
          </p:nvSpPr>
          <p:spPr>
            <a:xfrm>
              <a:off x="6551586" y="1523108"/>
              <a:ext cx="335268" cy="314778"/>
            </a:xfrm>
            <a:custGeom>
              <a:avLst/>
              <a:gdLst/>
              <a:ahLst/>
              <a:cxnLst/>
              <a:rect l="l" t="t" r="r" b="b"/>
              <a:pathLst>
                <a:path w="12206" h="11460" extrusionOk="0">
                  <a:moveTo>
                    <a:pt x="8665" y="1"/>
                  </a:moveTo>
                  <a:lnTo>
                    <a:pt x="8277" y="16"/>
                  </a:lnTo>
                  <a:lnTo>
                    <a:pt x="7873" y="46"/>
                  </a:lnTo>
                  <a:lnTo>
                    <a:pt x="7440" y="91"/>
                  </a:lnTo>
                  <a:lnTo>
                    <a:pt x="7007" y="150"/>
                  </a:lnTo>
                  <a:lnTo>
                    <a:pt x="6559" y="240"/>
                  </a:lnTo>
                  <a:lnTo>
                    <a:pt x="6110" y="330"/>
                  </a:lnTo>
                  <a:lnTo>
                    <a:pt x="5647" y="449"/>
                  </a:lnTo>
                  <a:lnTo>
                    <a:pt x="5199" y="554"/>
                  </a:lnTo>
                  <a:lnTo>
                    <a:pt x="4348" y="808"/>
                  </a:lnTo>
                  <a:lnTo>
                    <a:pt x="3541" y="1047"/>
                  </a:lnTo>
                  <a:lnTo>
                    <a:pt x="2854" y="1286"/>
                  </a:lnTo>
                  <a:lnTo>
                    <a:pt x="2704" y="1345"/>
                  </a:lnTo>
                  <a:lnTo>
                    <a:pt x="2555" y="1405"/>
                  </a:lnTo>
                  <a:lnTo>
                    <a:pt x="2420" y="1480"/>
                  </a:lnTo>
                  <a:lnTo>
                    <a:pt x="2286" y="1570"/>
                  </a:lnTo>
                  <a:lnTo>
                    <a:pt x="2151" y="1659"/>
                  </a:lnTo>
                  <a:lnTo>
                    <a:pt x="2032" y="1764"/>
                  </a:lnTo>
                  <a:lnTo>
                    <a:pt x="1912" y="1868"/>
                  </a:lnTo>
                  <a:lnTo>
                    <a:pt x="1808" y="1973"/>
                  </a:lnTo>
                  <a:lnTo>
                    <a:pt x="1703" y="2092"/>
                  </a:lnTo>
                  <a:lnTo>
                    <a:pt x="1614" y="2212"/>
                  </a:lnTo>
                  <a:lnTo>
                    <a:pt x="1524" y="2346"/>
                  </a:lnTo>
                  <a:lnTo>
                    <a:pt x="1449" y="2481"/>
                  </a:lnTo>
                  <a:lnTo>
                    <a:pt x="1375" y="2630"/>
                  </a:lnTo>
                  <a:lnTo>
                    <a:pt x="1315" y="2765"/>
                  </a:lnTo>
                  <a:lnTo>
                    <a:pt x="1255" y="2929"/>
                  </a:lnTo>
                  <a:lnTo>
                    <a:pt x="1210" y="3078"/>
                  </a:lnTo>
                  <a:lnTo>
                    <a:pt x="1151" y="3377"/>
                  </a:lnTo>
                  <a:lnTo>
                    <a:pt x="1091" y="3676"/>
                  </a:lnTo>
                  <a:lnTo>
                    <a:pt x="1046" y="3990"/>
                  </a:lnTo>
                  <a:lnTo>
                    <a:pt x="1001" y="4318"/>
                  </a:lnTo>
                  <a:lnTo>
                    <a:pt x="941" y="4991"/>
                  </a:lnTo>
                  <a:lnTo>
                    <a:pt x="897" y="5693"/>
                  </a:lnTo>
                  <a:lnTo>
                    <a:pt x="0" y="7262"/>
                  </a:lnTo>
                  <a:lnTo>
                    <a:pt x="0" y="7306"/>
                  </a:lnTo>
                  <a:lnTo>
                    <a:pt x="0" y="7336"/>
                  </a:lnTo>
                  <a:lnTo>
                    <a:pt x="15" y="7381"/>
                  </a:lnTo>
                  <a:lnTo>
                    <a:pt x="60" y="7411"/>
                  </a:lnTo>
                  <a:lnTo>
                    <a:pt x="164" y="7471"/>
                  </a:lnTo>
                  <a:lnTo>
                    <a:pt x="314" y="7530"/>
                  </a:lnTo>
                  <a:lnTo>
                    <a:pt x="478" y="7590"/>
                  </a:lnTo>
                  <a:lnTo>
                    <a:pt x="643" y="7635"/>
                  </a:lnTo>
                  <a:lnTo>
                    <a:pt x="941" y="7695"/>
                  </a:lnTo>
                  <a:lnTo>
                    <a:pt x="986" y="8128"/>
                  </a:lnTo>
                  <a:lnTo>
                    <a:pt x="1136" y="9353"/>
                  </a:lnTo>
                  <a:lnTo>
                    <a:pt x="1255" y="9936"/>
                  </a:lnTo>
                  <a:lnTo>
                    <a:pt x="1300" y="10145"/>
                  </a:lnTo>
                  <a:lnTo>
                    <a:pt x="1360" y="10339"/>
                  </a:lnTo>
                  <a:lnTo>
                    <a:pt x="1419" y="10518"/>
                  </a:lnTo>
                  <a:lnTo>
                    <a:pt x="1479" y="10683"/>
                  </a:lnTo>
                  <a:lnTo>
                    <a:pt x="1554" y="10832"/>
                  </a:lnTo>
                  <a:lnTo>
                    <a:pt x="1629" y="10967"/>
                  </a:lnTo>
                  <a:lnTo>
                    <a:pt x="1703" y="11071"/>
                  </a:lnTo>
                  <a:lnTo>
                    <a:pt x="1793" y="11176"/>
                  </a:lnTo>
                  <a:lnTo>
                    <a:pt x="1883" y="11250"/>
                  </a:lnTo>
                  <a:lnTo>
                    <a:pt x="1987" y="11325"/>
                  </a:lnTo>
                  <a:lnTo>
                    <a:pt x="2077" y="11385"/>
                  </a:lnTo>
                  <a:lnTo>
                    <a:pt x="2196" y="11415"/>
                  </a:lnTo>
                  <a:lnTo>
                    <a:pt x="2301" y="11445"/>
                  </a:lnTo>
                  <a:lnTo>
                    <a:pt x="2420" y="11460"/>
                  </a:lnTo>
                  <a:lnTo>
                    <a:pt x="2659" y="11460"/>
                  </a:lnTo>
                  <a:lnTo>
                    <a:pt x="2794" y="11430"/>
                  </a:lnTo>
                  <a:lnTo>
                    <a:pt x="2943" y="11385"/>
                  </a:lnTo>
                  <a:lnTo>
                    <a:pt x="3302" y="11265"/>
                  </a:lnTo>
                  <a:lnTo>
                    <a:pt x="3735" y="11086"/>
                  </a:lnTo>
                  <a:lnTo>
                    <a:pt x="4243" y="10862"/>
                  </a:lnTo>
                  <a:lnTo>
                    <a:pt x="4796" y="10578"/>
                  </a:lnTo>
                  <a:lnTo>
                    <a:pt x="5393" y="10264"/>
                  </a:lnTo>
                  <a:lnTo>
                    <a:pt x="6021" y="9921"/>
                  </a:lnTo>
                  <a:lnTo>
                    <a:pt x="6663" y="9532"/>
                  </a:lnTo>
                  <a:lnTo>
                    <a:pt x="7321" y="9144"/>
                  </a:lnTo>
                  <a:lnTo>
                    <a:pt x="7978" y="8726"/>
                  </a:lnTo>
                  <a:lnTo>
                    <a:pt x="8620" y="8292"/>
                  </a:lnTo>
                  <a:lnTo>
                    <a:pt x="9233" y="7859"/>
                  </a:lnTo>
                  <a:lnTo>
                    <a:pt x="9815" y="7426"/>
                  </a:lnTo>
                  <a:lnTo>
                    <a:pt x="10368" y="6993"/>
                  </a:lnTo>
                  <a:lnTo>
                    <a:pt x="10846" y="6574"/>
                  </a:lnTo>
                  <a:lnTo>
                    <a:pt x="11070" y="6365"/>
                  </a:lnTo>
                  <a:lnTo>
                    <a:pt x="11265" y="6171"/>
                  </a:lnTo>
                  <a:lnTo>
                    <a:pt x="11444" y="5977"/>
                  </a:lnTo>
                  <a:lnTo>
                    <a:pt x="11608" y="5768"/>
                  </a:lnTo>
                  <a:lnTo>
                    <a:pt x="11743" y="5543"/>
                  </a:lnTo>
                  <a:lnTo>
                    <a:pt x="11862" y="5334"/>
                  </a:lnTo>
                  <a:lnTo>
                    <a:pt x="11967" y="5095"/>
                  </a:lnTo>
                  <a:lnTo>
                    <a:pt x="12056" y="4871"/>
                  </a:lnTo>
                  <a:lnTo>
                    <a:pt x="12116" y="4632"/>
                  </a:lnTo>
                  <a:lnTo>
                    <a:pt x="12161" y="4408"/>
                  </a:lnTo>
                  <a:lnTo>
                    <a:pt x="12191" y="4169"/>
                  </a:lnTo>
                  <a:lnTo>
                    <a:pt x="12206" y="3930"/>
                  </a:lnTo>
                  <a:lnTo>
                    <a:pt x="12206" y="3691"/>
                  </a:lnTo>
                  <a:lnTo>
                    <a:pt x="12191" y="3452"/>
                  </a:lnTo>
                  <a:lnTo>
                    <a:pt x="12146" y="3213"/>
                  </a:lnTo>
                  <a:lnTo>
                    <a:pt x="12101" y="2974"/>
                  </a:lnTo>
                  <a:lnTo>
                    <a:pt x="12041" y="2750"/>
                  </a:lnTo>
                  <a:lnTo>
                    <a:pt x="11967" y="2511"/>
                  </a:lnTo>
                  <a:lnTo>
                    <a:pt x="11877" y="2287"/>
                  </a:lnTo>
                  <a:lnTo>
                    <a:pt x="11773" y="2077"/>
                  </a:lnTo>
                  <a:lnTo>
                    <a:pt x="11668" y="1868"/>
                  </a:lnTo>
                  <a:lnTo>
                    <a:pt x="11548" y="1659"/>
                  </a:lnTo>
                  <a:lnTo>
                    <a:pt x="11414" y="1465"/>
                  </a:lnTo>
                  <a:lnTo>
                    <a:pt x="11265" y="1271"/>
                  </a:lnTo>
                  <a:lnTo>
                    <a:pt x="11115" y="1091"/>
                  </a:lnTo>
                  <a:lnTo>
                    <a:pt x="10951" y="927"/>
                  </a:lnTo>
                  <a:lnTo>
                    <a:pt x="10772" y="778"/>
                  </a:lnTo>
                  <a:lnTo>
                    <a:pt x="10592" y="628"/>
                  </a:lnTo>
                  <a:lnTo>
                    <a:pt x="10398" y="509"/>
                  </a:lnTo>
                  <a:lnTo>
                    <a:pt x="10204" y="389"/>
                  </a:lnTo>
                  <a:lnTo>
                    <a:pt x="10010" y="285"/>
                  </a:lnTo>
                  <a:lnTo>
                    <a:pt x="9801" y="195"/>
                  </a:lnTo>
                  <a:lnTo>
                    <a:pt x="9576" y="120"/>
                  </a:lnTo>
                  <a:lnTo>
                    <a:pt x="9367" y="76"/>
                  </a:lnTo>
                  <a:lnTo>
                    <a:pt x="9024" y="31"/>
                  </a:lnTo>
                  <a:lnTo>
                    <a:pt x="8665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1" name="Google Shape;1721;p34"/>
            <p:cNvSpPr/>
            <p:nvPr/>
          </p:nvSpPr>
          <p:spPr>
            <a:xfrm>
              <a:off x="6587266" y="1750037"/>
              <a:ext cx="36559" cy="20546"/>
            </a:xfrm>
            <a:custGeom>
              <a:avLst/>
              <a:gdLst/>
              <a:ahLst/>
              <a:cxnLst/>
              <a:rect l="l" t="t" r="r" b="b"/>
              <a:pathLst>
                <a:path w="1331" h="748" extrusionOk="0">
                  <a:moveTo>
                    <a:pt x="1181" y="0"/>
                  </a:moveTo>
                  <a:lnTo>
                    <a:pt x="1136" y="15"/>
                  </a:lnTo>
                  <a:lnTo>
                    <a:pt x="1091" y="60"/>
                  </a:lnTo>
                  <a:lnTo>
                    <a:pt x="1017" y="150"/>
                  </a:lnTo>
                  <a:lnTo>
                    <a:pt x="942" y="225"/>
                  </a:lnTo>
                  <a:lnTo>
                    <a:pt x="838" y="314"/>
                  </a:lnTo>
                  <a:lnTo>
                    <a:pt x="703" y="389"/>
                  </a:lnTo>
                  <a:lnTo>
                    <a:pt x="539" y="449"/>
                  </a:lnTo>
                  <a:lnTo>
                    <a:pt x="449" y="479"/>
                  </a:lnTo>
                  <a:lnTo>
                    <a:pt x="359" y="493"/>
                  </a:lnTo>
                  <a:lnTo>
                    <a:pt x="255" y="493"/>
                  </a:lnTo>
                  <a:lnTo>
                    <a:pt x="150" y="479"/>
                  </a:lnTo>
                  <a:lnTo>
                    <a:pt x="105" y="479"/>
                  </a:lnTo>
                  <a:lnTo>
                    <a:pt x="61" y="493"/>
                  </a:lnTo>
                  <a:lnTo>
                    <a:pt x="31" y="538"/>
                  </a:lnTo>
                  <a:lnTo>
                    <a:pt x="1" y="583"/>
                  </a:lnTo>
                  <a:lnTo>
                    <a:pt x="1" y="628"/>
                  </a:lnTo>
                  <a:lnTo>
                    <a:pt x="31" y="673"/>
                  </a:lnTo>
                  <a:lnTo>
                    <a:pt x="61" y="718"/>
                  </a:lnTo>
                  <a:lnTo>
                    <a:pt x="105" y="732"/>
                  </a:lnTo>
                  <a:lnTo>
                    <a:pt x="210" y="747"/>
                  </a:lnTo>
                  <a:lnTo>
                    <a:pt x="419" y="747"/>
                  </a:lnTo>
                  <a:lnTo>
                    <a:pt x="524" y="732"/>
                  </a:lnTo>
                  <a:lnTo>
                    <a:pt x="628" y="703"/>
                  </a:lnTo>
                  <a:lnTo>
                    <a:pt x="733" y="673"/>
                  </a:lnTo>
                  <a:lnTo>
                    <a:pt x="897" y="583"/>
                  </a:lnTo>
                  <a:lnTo>
                    <a:pt x="1032" y="479"/>
                  </a:lnTo>
                  <a:lnTo>
                    <a:pt x="1151" y="389"/>
                  </a:lnTo>
                  <a:lnTo>
                    <a:pt x="1241" y="299"/>
                  </a:lnTo>
                  <a:lnTo>
                    <a:pt x="1316" y="195"/>
                  </a:lnTo>
                  <a:lnTo>
                    <a:pt x="1331" y="150"/>
                  </a:lnTo>
                  <a:lnTo>
                    <a:pt x="1331" y="105"/>
                  </a:lnTo>
                  <a:lnTo>
                    <a:pt x="1316" y="60"/>
                  </a:lnTo>
                  <a:lnTo>
                    <a:pt x="1271" y="15"/>
                  </a:lnTo>
                  <a:lnTo>
                    <a:pt x="1226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2" name="Google Shape;1722;p34"/>
            <p:cNvSpPr/>
            <p:nvPr/>
          </p:nvSpPr>
          <p:spPr>
            <a:xfrm>
              <a:off x="6620912" y="1703262"/>
              <a:ext cx="56665" cy="31615"/>
            </a:xfrm>
            <a:custGeom>
              <a:avLst/>
              <a:gdLst/>
              <a:ahLst/>
              <a:cxnLst/>
              <a:rect l="l" t="t" r="r" b="b"/>
              <a:pathLst>
                <a:path w="2063" h="1151" extrusionOk="0">
                  <a:moveTo>
                    <a:pt x="1316" y="0"/>
                  </a:moveTo>
                  <a:lnTo>
                    <a:pt x="1121" y="15"/>
                  </a:lnTo>
                  <a:lnTo>
                    <a:pt x="912" y="60"/>
                  </a:lnTo>
                  <a:lnTo>
                    <a:pt x="703" y="120"/>
                  </a:lnTo>
                  <a:lnTo>
                    <a:pt x="524" y="195"/>
                  </a:lnTo>
                  <a:lnTo>
                    <a:pt x="360" y="284"/>
                  </a:lnTo>
                  <a:lnTo>
                    <a:pt x="225" y="374"/>
                  </a:lnTo>
                  <a:lnTo>
                    <a:pt x="120" y="478"/>
                  </a:lnTo>
                  <a:lnTo>
                    <a:pt x="46" y="598"/>
                  </a:lnTo>
                  <a:lnTo>
                    <a:pt x="16" y="643"/>
                  </a:lnTo>
                  <a:lnTo>
                    <a:pt x="1" y="703"/>
                  </a:lnTo>
                  <a:lnTo>
                    <a:pt x="1" y="762"/>
                  </a:lnTo>
                  <a:lnTo>
                    <a:pt x="16" y="807"/>
                  </a:lnTo>
                  <a:lnTo>
                    <a:pt x="31" y="867"/>
                  </a:lnTo>
                  <a:lnTo>
                    <a:pt x="61" y="912"/>
                  </a:lnTo>
                  <a:lnTo>
                    <a:pt x="91" y="956"/>
                  </a:lnTo>
                  <a:lnTo>
                    <a:pt x="135" y="1001"/>
                  </a:lnTo>
                  <a:lnTo>
                    <a:pt x="255" y="1061"/>
                  </a:lnTo>
                  <a:lnTo>
                    <a:pt x="389" y="1106"/>
                  </a:lnTo>
                  <a:lnTo>
                    <a:pt x="554" y="1136"/>
                  </a:lnTo>
                  <a:lnTo>
                    <a:pt x="748" y="1151"/>
                  </a:lnTo>
                  <a:lnTo>
                    <a:pt x="942" y="1136"/>
                  </a:lnTo>
                  <a:lnTo>
                    <a:pt x="1151" y="1091"/>
                  </a:lnTo>
                  <a:lnTo>
                    <a:pt x="1360" y="1046"/>
                  </a:lnTo>
                  <a:lnTo>
                    <a:pt x="1540" y="971"/>
                  </a:lnTo>
                  <a:lnTo>
                    <a:pt x="1704" y="882"/>
                  </a:lnTo>
                  <a:lnTo>
                    <a:pt x="1839" y="777"/>
                  </a:lnTo>
                  <a:lnTo>
                    <a:pt x="1943" y="673"/>
                  </a:lnTo>
                  <a:lnTo>
                    <a:pt x="2018" y="568"/>
                  </a:lnTo>
                  <a:lnTo>
                    <a:pt x="2033" y="508"/>
                  </a:lnTo>
                  <a:lnTo>
                    <a:pt x="2048" y="449"/>
                  </a:lnTo>
                  <a:lnTo>
                    <a:pt x="2063" y="404"/>
                  </a:lnTo>
                  <a:lnTo>
                    <a:pt x="2048" y="344"/>
                  </a:lnTo>
                  <a:lnTo>
                    <a:pt x="2033" y="284"/>
                  </a:lnTo>
                  <a:lnTo>
                    <a:pt x="2003" y="239"/>
                  </a:lnTo>
                  <a:lnTo>
                    <a:pt x="1973" y="195"/>
                  </a:lnTo>
                  <a:lnTo>
                    <a:pt x="1928" y="165"/>
                  </a:lnTo>
                  <a:lnTo>
                    <a:pt x="1809" y="90"/>
                  </a:lnTo>
                  <a:lnTo>
                    <a:pt x="1659" y="45"/>
                  </a:lnTo>
                  <a:lnTo>
                    <a:pt x="1495" y="15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3" name="Google Shape;1723;p34"/>
            <p:cNvSpPr/>
            <p:nvPr/>
          </p:nvSpPr>
          <p:spPr>
            <a:xfrm>
              <a:off x="6596302" y="1656898"/>
              <a:ext cx="13569" cy="23814"/>
            </a:xfrm>
            <a:custGeom>
              <a:avLst/>
              <a:gdLst/>
              <a:ahLst/>
              <a:cxnLst/>
              <a:rect l="l" t="t" r="r" b="b"/>
              <a:pathLst>
                <a:path w="494" h="867" extrusionOk="0">
                  <a:moveTo>
                    <a:pt x="299" y="0"/>
                  </a:moveTo>
                  <a:lnTo>
                    <a:pt x="255" y="15"/>
                  </a:lnTo>
                  <a:lnTo>
                    <a:pt x="195" y="30"/>
                  </a:lnTo>
                  <a:lnTo>
                    <a:pt x="150" y="60"/>
                  </a:lnTo>
                  <a:lnTo>
                    <a:pt x="120" y="120"/>
                  </a:lnTo>
                  <a:lnTo>
                    <a:pt x="75" y="179"/>
                  </a:lnTo>
                  <a:lnTo>
                    <a:pt x="45" y="239"/>
                  </a:lnTo>
                  <a:lnTo>
                    <a:pt x="30" y="329"/>
                  </a:lnTo>
                  <a:lnTo>
                    <a:pt x="16" y="404"/>
                  </a:lnTo>
                  <a:lnTo>
                    <a:pt x="1" y="493"/>
                  </a:lnTo>
                  <a:lnTo>
                    <a:pt x="16" y="583"/>
                  </a:lnTo>
                  <a:lnTo>
                    <a:pt x="30" y="658"/>
                  </a:lnTo>
                  <a:lnTo>
                    <a:pt x="45" y="717"/>
                  </a:lnTo>
                  <a:lnTo>
                    <a:pt x="75" y="777"/>
                  </a:lnTo>
                  <a:lnTo>
                    <a:pt x="120" y="822"/>
                  </a:lnTo>
                  <a:lnTo>
                    <a:pt x="150" y="852"/>
                  </a:lnTo>
                  <a:lnTo>
                    <a:pt x="195" y="867"/>
                  </a:lnTo>
                  <a:lnTo>
                    <a:pt x="255" y="867"/>
                  </a:lnTo>
                  <a:lnTo>
                    <a:pt x="299" y="837"/>
                  </a:lnTo>
                  <a:lnTo>
                    <a:pt x="344" y="807"/>
                  </a:lnTo>
                  <a:lnTo>
                    <a:pt x="389" y="762"/>
                  </a:lnTo>
                  <a:lnTo>
                    <a:pt x="419" y="702"/>
                  </a:lnTo>
                  <a:lnTo>
                    <a:pt x="449" y="628"/>
                  </a:lnTo>
                  <a:lnTo>
                    <a:pt x="479" y="553"/>
                  </a:lnTo>
                  <a:lnTo>
                    <a:pt x="479" y="463"/>
                  </a:lnTo>
                  <a:lnTo>
                    <a:pt x="494" y="374"/>
                  </a:lnTo>
                  <a:lnTo>
                    <a:pt x="479" y="299"/>
                  </a:lnTo>
                  <a:lnTo>
                    <a:pt x="479" y="224"/>
                  </a:lnTo>
                  <a:lnTo>
                    <a:pt x="449" y="150"/>
                  </a:lnTo>
                  <a:lnTo>
                    <a:pt x="419" y="90"/>
                  </a:lnTo>
                  <a:lnTo>
                    <a:pt x="389" y="45"/>
                  </a:lnTo>
                  <a:lnTo>
                    <a:pt x="344" y="15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4" name="Google Shape;1724;p34"/>
            <p:cNvSpPr/>
            <p:nvPr/>
          </p:nvSpPr>
          <p:spPr>
            <a:xfrm>
              <a:off x="6588914" y="1627344"/>
              <a:ext cx="49277" cy="29582"/>
            </a:xfrm>
            <a:custGeom>
              <a:avLst/>
              <a:gdLst/>
              <a:ahLst/>
              <a:cxnLst/>
              <a:rect l="l" t="t" r="r" b="b"/>
              <a:pathLst>
                <a:path w="1794" h="1077" extrusionOk="0">
                  <a:moveTo>
                    <a:pt x="464" y="1"/>
                  </a:moveTo>
                  <a:lnTo>
                    <a:pt x="314" y="15"/>
                  </a:lnTo>
                  <a:lnTo>
                    <a:pt x="165" y="60"/>
                  </a:lnTo>
                  <a:lnTo>
                    <a:pt x="90" y="90"/>
                  </a:lnTo>
                  <a:lnTo>
                    <a:pt x="31" y="150"/>
                  </a:lnTo>
                  <a:lnTo>
                    <a:pt x="1" y="225"/>
                  </a:lnTo>
                  <a:lnTo>
                    <a:pt x="16" y="299"/>
                  </a:lnTo>
                  <a:lnTo>
                    <a:pt x="45" y="374"/>
                  </a:lnTo>
                  <a:lnTo>
                    <a:pt x="105" y="434"/>
                  </a:lnTo>
                  <a:lnTo>
                    <a:pt x="180" y="464"/>
                  </a:lnTo>
                  <a:lnTo>
                    <a:pt x="270" y="449"/>
                  </a:lnTo>
                  <a:lnTo>
                    <a:pt x="404" y="419"/>
                  </a:lnTo>
                  <a:lnTo>
                    <a:pt x="643" y="419"/>
                  </a:lnTo>
                  <a:lnTo>
                    <a:pt x="763" y="449"/>
                  </a:lnTo>
                  <a:lnTo>
                    <a:pt x="852" y="479"/>
                  </a:lnTo>
                  <a:lnTo>
                    <a:pt x="957" y="523"/>
                  </a:lnTo>
                  <a:lnTo>
                    <a:pt x="1031" y="568"/>
                  </a:lnTo>
                  <a:lnTo>
                    <a:pt x="1106" y="628"/>
                  </a:lnTo>
                  <a:lnTo>
                    <a:pt x="1241" y="748"/>
                  </a:lnTo>
                  <a:lnTo>
                    <a:pt x="1330" y="852"/>
                  </a:lnTo>
                  <a:lnTo>
                    <a:pt x="1405" y="972"/>
                  </a:lnTo>
                  <a:lnTo>
                    <a:pt x="1450" y="1016"/>
                  </a:lnTo>
                  <a:lnTo>
                    <a:pt x="1495" y="1061"/>
                  </a:lnTo>
                  <a:lnTo>
                    <a:pt x="1539" y="1076"/>
                  </a:lnTo>
                  <a:lnTo>
                    <a:pt x="1644" y="1076"/>
                  </a:lnTo>
                  <a:lnTo>
                    <a:pt x="1689" y="1061"/>
                  </a:lnTo>
                  <a:lnTo>
                    <a:pt x="1749" y="1001"/>
                  </a:lnTo>
                  <a:lnTo>
                    <a:pt x="1793" y="942"/>
                  </a:lnTo>
                  <a:lnTo>
                    <a:pt x="1793" y="852"/>
                  </a:lnTo>
                  <a:lnTo>
                    <a:pt x="1778" y="777"/>
                  </a:lnTo>
                  <a:lnTo>
                    <a:pt x="1689" y="643"/>
                  </a:lnTo>
                  <a:lnTo>
                    <a:pt x="1554" y="479"/>
                  </a:lnTo>
                  <a:lnTo>
                    <a:pt x="1405" y="329"/>
                  </a:lnTo>
                  <a:lnTo>
                    <a:pt x="1315" y="269"/>
                  </a:lnTo>
                  <a:lnTo>
                    <a:pt x="1211" y="195"/>
                  </a:lnTo>
                  <a:lnTo>
                    <a:pt x="1106" y="135"/>
                  </a:lnTo>
                  <a:lnTo>
                    <a:pt x="987" y="90"/>
                  </a:lnTo>
                  <a:lnTo>
                    <a:pt x="867" y="45"/>
                  </a:lnTo>
                  <a:lnTo>
                    <a:pt x="748" y="15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5" name="Google Shape;1725;p34"/>
            <p:cNvSpPr/>
            <p:nvPr/>
          </p:nvSpPr>
          <p:spPr>
            <a:xfrm>
              <a:off x="6717348" y="1644593"/>
              <a:ext cx="33263" cy="51309"/>
            </a:xfrm>
            <a:custGeom>
              <a:avLst/>
              <a:gdLst/>
              <a:ahLst/>
              <a:cxnLst/>
              <a:rect l="l" t="t" r="r" b="b"/>
              <a:pathLst>
                <a:path w="1211" h="1868" extrusionOk="0">
                  <a:moveTo>
                    <a:pt x="1032" y="0"/>
                  </a:moveTo>
                  <a:lnTo>
                    <a:pt x="987" y="30"/>
                  </a:lnTo>
                  <a:lnTo>
                    <a:pt x="837" y="149"/>
                  </a:lnTo>
                  <a:lnTo>
                    <a:pt x="703" y="284"/>
                  </a:lnTo>
                  <a:lnTo>
                    <a:pt x="539" y="463"/>
                  </a:lnTo>
                  <a:lnTo>
                    <a:pt x="374" y="702"/>
                  </a:lnTo>
                  <a:lnTo>
                    <a:pt x="300" y="837"/>
                  </a:lnTo>
                  <a:lnTo>
                    <a:pt x="225" y="986"/>
                  </a:lnTo>
                  <a:lnTo>
                    <a:pt x="150" y="1150"/>
                  </a:lnTo>
                  <a:lnTo>
                    <a:pt x="90" y="1330"/>
                  </a:lnTo>
                  <a:lnTo>
                    <a:pt x="46" y="1509"/>
                  </a:lnTo>
                  <a:lnTo>
                    <a:pt x="1" y="1703"/>
                  </a:lnTo>
                  <a:lnTo>
                    <a:pt x="1" y="1763"/>
                  </a:lnTo>
                  <a:lnTo>
                    <a:pt x="31" y="1808"/>
                  </a:lnTo>
                  <a:lnTo>
                    <a:pt x="75" y="1853"/>
                  </a:lnTo>
                  <a:lnTo>
                    <a:pt x="120" y="1867"/>
                  </a:lnTo>
                  <a:lnTo>
                    <a:pt x="150" y="1867"/>
                  </a:lnTo>
                  <a:lnTo>
                    <a:pt x="195" y="1853"/>
                  </a:lnTo>
                  <a:lnTo>
                    <a:pt x="240" y="1838"/>
                  </a:lnTo>
                  <a:lnTo>
                    <a:pt x="270" y="1793"/>
                  </a:lnTo>
                  <a:lnTo>
                    <a:pt x="285" y="1748"/>
                  </a:lnTo>
                  <a:lnTo>
                    <a:pt x="314" y="1569"/>
                  </a:lnTo>
                  <a:lnTo>
                    <a:pt x="359" y="1404"/>
                  </a:lnTo>
                  <a:lnTo>
                    <a:pt x="419" y="1255"/>
                  </a:lnTo>
                  <a:lnTo>
                    <a:pt x="479" y="1106"/>
                  </a:lnTo>
                  <a:lnTo>
                    <a:pt x="554" y="986"/>
                  </a:lnTo>
                  <a:lnTo>
                    <a:pt x="613" y="852"/>
                  </a:lnTo>
                  <a:lnTo>
                    <a:pt x="763" y="642"/>
                  </a:lnTo>
                  <a:lnTo>
                    <a:pt x="912" y="478"/>
                  </a:lnTo>
                  <a:lnTo>
                    <a:pt x="1032" y="359"/>
                  </a:lnTo>
                  <a:lnTo>
                    <a:pt x="1151" y="269"/>
                  </a:lnTo>
                  <a:lnTo>
                    <a:pt x="1181" y="224"/>
                  </a:lnTo>
                  <a:lnTo>
                    <a:pt x="1211" y="164"/>
                  </a:lnTo>
                  <a:lnTo>
                    <a:pt x="1211" y="120"/>
                  </a:lnTo>
                  <a:lnTo>
                    <a:pt x="1181" y="60"/>
                  </a:lnTo>
                  <a:lnTo>
                    <a:pt x="1136" y="30"/>
                  </a:lnTo>
                  <a:lnTo>
                    <a:pt x="1091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6" name="Google Shape;1726;p34"/>
            <p:cNvSpPr/>
            <p:nvPr/>
          </p:nvSpPr>
          <p:spPr>
            <a:xfrm>
              <a:off x="6725972" y="1663875"/>
              <a:ext cx="29170" cy="11921"/>
            </a:xfrm>
            <a:custGeom>
              <a:avLst/>
              <a:gdLst/>
              <a:ahLst/>
              <a:cxnLst/>
              <a:rect l="l" t="t" r="r" b="b"/>
              <a:pathLst>
                <a:path w="1062" h="434" extrusionOk="0">
                  <a:moveTo>
                    <a:pt x="254" y="0"/>
                  </a:moveTo>
                  <a:lnTo>
                    <a:pt x="105" y="15"/>
                  </a:lnTo>
                  <a:lnTo>
                    <a:pt x="60" y="30"/>
                  </a:lnTo>
                  <a:lnTo>
                    <a:pt x="15" y="75"/>
                  </a:lnTo>
                  <a:lnTo>
                    <a:pt x="0" y="120"/>
                  </a:lnTo>
                  <a:lnTo>
                    <a:pt x="0" y="179"/>
                  </a:lnTo>
                  <a:lnTo>
                    <a:pt x="15" y="239"/>
                  </a:lnTo>
                  <a:lnTo>
                    <a:pt x="60" y="269"/>
                  </a:lnTo>
                  <a:lnTo>
                    <a:pt x="120" y="299"/>
                  </a:lnTo>
                  <a:lnTo>
                    <a:pt x="165" y="284"/>
                  </a:lnTo>
                  <a:lnTo>
                    <a:pt x="359" y="284"/>
                  </a:lnTo>
                  <a:lnTo>
                    <a:pt x="553" y="314"/>
                  </a:lnTo>
                  <a:lnTo>
                    <a:pt x="733" y="374"/>
                  </a:lnTo>
                  <a:lnTo>
                    <a:pt x="852" y="418"/>
                  </a:lnTo>
                  <a:lnTo>
                    <a:pt x="882" y="433"/>
                  </a:lnTo>
                  <a:lnTo>
                    <a:pt x="957" y="433"/>
                  </a:lnTo>
                  <a:lnTo>
                    <a:pt x="987" y="418"/>
                  </a:lnTo>
                  <a:lnTo>
                    <a:pt x="1016" y="389"/>
                  </a:lnTo>
                  <a:lnTo>
                    <a:pt x="1046" y="359"/>
                  </a:lnTo>
                  <a:lnTo>
                    <a:pt x="1061" y="299"/>
                  </a:lnTo>
                  <a:lnTo>
                    <a:pt x="1046" y="254"/>
                  </a:lnTo>
                  <a:lnTo>
                    <a:pt x="1016" y="194"/>
                  </a:lnTo>
                  <a:lnTo>
                    <a:pt x="972" y="164"/>
                  </a:lnTo>
                  <a:lnTo>
                    <a:pt x="882" y="135"/>
                  </a:lnTo>
                  <a:lnTo>
                    <a:pt x="673" y="60"/>
                  </a:lnTo>
                  <a:lnTo>
                    <a:pt x="538" y="15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7" name="Google Shape;1727;p34"/>
            <p:cNvSpPr/>
            <p:nvPr/>
          </p:nvSpPr>
          <p:spPr>
            <a:xfrm>
              <a:off x="6582761" y="1455403"/>
              <a:ext cx="382897" cy="381249"/>
            </a:xfrm>
            <a:custGeom>
              <a:avLst/>
              <a:gdLst/>
              <a:ahLst/>
              <a:cxnLst/>
              <a:rect l="l" t="t" r="r" b="b"/>
              <a:pathLst>
                <a:path w="13940" h="13880" extrusionOk="0">
                  <a:moveTo>
                    <a:pt x="7829" y="1"/>
                  </a:moveTo>
                  <a:lnTo>
                    <a:pt x="7321" y="16"/>
                  </a:lnTo>
                  <a:lnTo>
                    <a:pt x="6783" y="61"/>
                  </a:lnTo>
                  <a:lnTo>
                    <a:pt x="6201" y="150"/>
                  </a:lnTo>
                  <a:lnTo>
                    <a:pt x="5603" y="270"/>
                  </a:lnTo>
                  <a:lnTo>
                    <a:pt x="4961" y="419"/>
                  </a:lnTo>
                  <a:lnTo>
                    <a:pt x="4348" y="613"/>
                  </a:lnTo>
                  <a:lnTo>
                    <a:pt x="3780" y="793"/>
                  </a:lnTo>
                  <a:lnTo>
                    <a:pt x="3257" y="972"/>
                  </a:lnTo>
                  <a:lnTo>
                    <a:pt x="2794" y="1166"/>
                  </a:lnTo>
                  <a:lnTo>
                    <a:pt x="2376" y="1360"/>
                  </a:lnTo>
                  <a:lnTo>
                    <a:pt x="2002" y="1555"/>
                  </a:lnTo>
                  <a:lnTo>
                    <a:pt x="1674" y="1749"/>
                  </a:lnTo>
                  <a:lnTo>
                    <a:pt x="1375" y="1943"/>
                  </a:lnTo>
                  <a:lnTo>
                    <a:pt x="1121" y="2137"/>
                  </a:lnTo>
                  <a:lnTo>
                    <a:pt x="897" y="2331"/>
                  </a:lnTo>
                  <a:lnTo>
                    <a:pt x="718" y="2526"/>
                  </a:lnTo>
                  <a:lnTo>
                    <a:pt x="553" y="2720"/>
                  </a:lnTo>
                  <a:lnTo>
                    <a:pt x="419" y="2899"/>
                  </a:lnTo>
                  <a:lnTo>
                    <a:pt x="314" y="3093"/>
                  </a:lnTo>
                  <a:lnTo>
                    <a:pt x="240" y="3273"/>
                  </a:lnTo>
                  <a:lnTo>
                    <a:pt x="165" y="3452"/>
                  </a:lnTo>
                  <a:lnTo>
                    <a:pt x="90" y="3751"/>
                  </a:lnTo>
                  <a:lnTo>
                    <a:pt x="30" y="4020"/>
                  </a:lnTo>
                  <a:lnTo>
                    <a:pt x="1" y="4259"/>
                  </a:lnTo>
                  <a:lnTo>
                    <a:pt x="1" y="4483"/>
                  </a:lnTo>
                  <a:lnTo>
                    <a:pt x="16" y="4677"/>
                  </a:lnTo>
                  <a:lnTo>
                    <a:pt x="75" y="4856"/>
                  </a:lnTo>
                  <a:lnTo>
                    <a:pt x="135" y="4991"/>
                  </a:lnTo>
                  <a:lnTo>
                    <a:pt x="225" y="5110"/>
                  </a:lnTo>
                  <a:lnTo>
                    <a:pt x="389" y="5260"/>
                  </a:lnTo>
                  <a:lnTo>
                    <a:pt x="568" y="5424"/>
                  </a:lnTo>
                  <a:lnTo>
                    <a:pt x="777" y="5573"/>
                  </a:lnTo>
                  <a:lnTo>
                    <a:pt x="987" y="5738"/>
                  </a:lnTo>
                  <a:lnTo>
                    <a:pt x="1226" y="5887"/>
                  </a:lnTo>
                  <a:lnTo>
                    <a:pt x="1465" y="6051"/>
                  </a:lnTo>
                  <a:lnTo>
                    <a:pt x="1719" y="6186"/>
                  </a:lnTo>
                  <a:lnTo>
                    <a:pt x="1988" y="6335"/>
                  </a:lnTo>
                  <a:lnTo>
                    <a:pt x="2256" y="6470"/>
                  </a:lnTo>
                  <a:lnTo>
                    <a:pt x="2540" y="6589"/>
                  </a:lnTo>
                  <a:lnTo>
                    <a:pt x="2824" y="6694"/>
                  </a:lnTo>
                  <a:lnTo>
                    <a:pt x="3108" y="6783"/>
                  </a:lnTo>
                  <a:lnTo>
                    <a:pt x="3392" y="6858"/>
                  </a:lnTo>
                  <a:lnTo>
                    <a:pt x="3676" y="6903"/>
                  </a:lnTo>
                  <a:lnTo>
                    <a:pt x="3960" y="6948"/>
                  </a:lnTo>
                  <a:lnTo>
                    <a:pt x="4228" y="6948"/>
                  </a:lnTo>
                  <a:lnTo>
                    <a:pt x="4288" y="6873"/>
                  </a:lnTo>
                  <a:lnTo>
                    <a:pt x="4423" y="6694"/>
                  </a:lnTo>
                  <a:lnTo>
                    <a:pt x="4527" y="6574"/>
                  </a:lnTo>
                  <a:lnTo>
                    <a:pt x="4662" y="6455"/>
                  </a:lnTo>
                  <a:lnTo>
                    <a:pt x="4796" y="6320"/>
                  </a:lnTo>
                  <a:lnTo>
                    <a:pt x="4961" y="6201"/>
                  </a:lnTo>
                  <a:lnTo>
                    <a:pt x="5140" y="6096"/>
                  </a:lnTo>
                  <a:lnTo>
                    <a:pt x="5334" y="6007"/>
                  </a:lnTo>
                  <a:lnTo>
                    <a:pt x="5543" y="5947"/>
                  </a:lnTo>
                  <a:lnTo>
                    <a:pt x="5663" y="5932"/>
                  </a:lnTo>
                  <a:lnTo>
                    <a:pt x="5767" y="5917"/>
                  </a:lnTo>
                  <a:lnTo>
                    <a:pt x="5887" y="5932"/>
                  </a:lnTo>
                  <a:lnTo>
                    <a:pt x="6006" y="5932"/>
                  </a:lnTo>
                  <a:lnTo>
                    <a:pt x="6126" y="5962"/>
                  </a:lnTo>
                  <a:lnTo>
                    <a:pt x="6260" y="6007"/>
                  </a:lnTo>
                  <a:lnTo>
                    <a:pt x="6380" y="6051"/>
                  </a:lnTo>
                  <a:lnTo>
                    <a:pt x="6514" y="6111"/>
                  </a:lnTo>
                  <a:lnTo>
                    <a:pt x="6649" y="6201"/>
                  </a:lnTo>
                  <a:lnTo>
                    <a:pt x="6783" y="6290"/>
                  </a:lnTo>
                  <a:lnTo>
                    <a:pt x="6903" y="6410"/>
                  </a:lnTo>
                  <a:lnTo>
                    <a:pt x="7022" y="6515"/>
                  </a:lnTo>
                  <a:lnTo>
                    <a:pt x="7112" y="6649"/>
                  </a:lnTo>
                  <a:lnTo>
                    <a:pt x="7172" y="6783"/>
                  </a:lnTo>
                  <a:lnTo>
                    <a:pt x="7231" y="6918"/>
                  </a:lnTo>
                  <a:lnTo>
                    <a:pt x="7276" y="7052"/>
                  </a:lnTo>
                  <a:lnTo>
                    <a:pt x="7291" y="7202"/>
                  </a:lnTo>
                  <a:lnTo>
                    <a:pt x="7306" y="7351"/>
                  </a:lnTo>
                  <a:lnTo>
                    <a:pt x="7291" y="7501"/>
                  </a:lnTo>
                  <a:lnTo>
                    <a:pt x="7276" y="7650"/>
                  </a:lnTo>
                  <a:lnTo>
                    <a:pt x="7246" y="7799"/>
                  </a:lnTo>
                  <a:lnTo>
                    <a:pt x="7201" y="7964"/>
                  </a:lnTo>
                  <a:lnTo>
                    <a:pt x="7142" y="8113"/>
                  </a:lnTo>
                  <a:lnTo>
                    <a:pt x="7082" y="8262"/>
                  </a:lnTo>
                  <a:lnTo>
                    <a:pt x="7007" y="8412"/>
                  </a:lnTo>
                  <a:lnTo>
                    <a:pt x="6918" y="8546"/>
                  </a:lnTo>
                  <a:lnTo>
                    <a:pt x="6828" y="8696"/>
                  </a:lnTo>
                  <a:lnTo>
                    <a:pt x="6723" y="8830"/>
                  </a:lnTo>
                  <a:lnTo>
                    <a:pt x="6604" y="8950"/>
                  </a:lnTo>
                  <a:lnTo>
                    <a:pt x="6499" y="9069"/>
                  </a:lnTo>
                  <a:lnTo>
                    <a:pt x="6365" y="9189"/>
                  </a:lnTo>
                  <a:lnTo>
                    <a:pt x="6245" y="9293"/>
                  </a:lnTo>
                  <a:lnTo>
                    <a:pt x="6111" y="9383"/>
                  </a:lnTo>
                  <a:lnTo>
                    <a:pt x="5976" y="9473"/>
                  </a:lnTo>
                  <a:lnTo>
                    <a:pt x="5827" y="9547"/>
                  </a:lnTo>
                  <a:lnTo>
                    <a:pt x="5693" y="9607"/>
                  </a:lnTo>
                  <a:lnTo>
                    <a:pt x="5543" y="9667"/>
                  </a:lnTo>
                  <a:lnTo>
                    <a:pt x="5394" y="9697"/>
                  </a:lnTo>
                  <a:lnTo>
                    <a:pt x="5244" y="9727"/>
                  </a:lnTo>
                  <a:lnTo>
                    <a:pt x="4946" y="9727"/>
                  </a:lnTo>
                  <a:lnTo>
                    <a:pt x="4811" y="9697"/>
                  </a:lnTo>
                  <a:lnTo>
                    <a:pt x="4781" y="9786"/>
                  </a:lnTo>
                  <a:lnTo>
                    <a:pt x="4736" y="10010"/>
                  </a:lnTo>
                  <a:lnTo>
                    <a:pt x="4721" y="10175"/>
                  </a:lnTo>
                  <a:lnTo>
                    <a:pt x="4707" y="10369"/>
                  </a:lnTo>
                  <a:lnTo>
                    <a:pt x="4707" y="10593"/>
                  </a:lnTo>
                  <a:lnTo>
                    <a:pt x="4707" y="10817"/>
                  </a:lnTo>
                  <a:lnTo>
                    <a:pt x="4736" y="11071"/>
                  </a:lnTo>
                  <a:lnTo>
                    <a:pt x="4781" y="11340"/>
                  </a:lnTo>
                  <a:lnTo>
                    <a:pt x="4841" y="11624"/>
                  </a:lnTo>
                  <a:lnTo>
                    <a:pt x="4931" y="11908"/>
                  </a:lnTo>
                  <a:lnTo>
                    <a:pt x="5065" y="12206"/>
                  </a:lnTo>
                  <a:lnTo>
                    <a:pt x="5214" y="12505"/>
                  </a:lnTo>
                  <a:lnTo>
                    <a:pt x="5409" y="12804"/>
                  </a:lnTo>
                  <a:lnTo>
                    <a:pt x="5528" y="12939"/>
                  </a:lnTo>
                  <a:lnTo>
                    <a:pt x="5648" y="13088"/>
                  </a:lnTo>
                  <a:lnTo>
                    <a:pt x="5991" y="13252"/>
                  </a:lnTo>
                  <a:lnTo>
                    <a:pt x="6350" y="13402"/>
                  </a:lnTo>
                  <a:lnTo>
                    <a:pt x="6694" y="13521"/>
                  </a:lnTo>
                  <a:lnTo>
                    <a:pt x="7052" y="13626"/>
                  </a:lnTo>
                  <a:lnTo>
                    <a:pt x="7411" y="13715"/>
                  </a:lnTo>
                  <a:lnTo>
                    <a:pt x="7754" y="13775"/>
                  </a:lnTo>
                  <a:lnTo>
                    <a:pt x="8113" y="13820"/>
                  </a:lnTo>
                  <a:lnTo>
                    <a:pt x="8471" y="13865"/>
                  </a:lnTo>
                  <a:lnTo>
                    <a:pt x="8815" y="13880"/>
                  </a:lnTo>
                  <a:lnTo>
                    <a:pt x="9502" y="13880"/>
                  </a:lnTo>
                  <a:lnTo>
                    <a:pt x="9846" y="13865"/>
                  </a:lnTo>
                  <a:lnTo>
                    <a:pt x="10174" y="13835"/>
                  </a:lnTo>
                  <a:lnTo>
                    <a:pt x="10488" y="13790"/>
                  </a:lnTo>
                  <a:lnTo>
                    <a:pt x="11101" y="13700"/>
                  </a:lnTo>
                  <a:lnTo>
                    <a:pt x="11668" y="13581"/>
                  </a:lnTo>
                  <a:lnTo>
                    <a:pt x="12191" y="13446"/>
                  </a:lnTo>
                  <a:lnTo>
                    <a:pt x="12654" y="13312"/>
                  </a:lnTo>
                  <a:lnTo>
                    <a:pt x="13058" y="13178"/>
                  </a:lnTo>
                  <a:lnTo>
                    <a:pt x="13372" y="13058"/>
                  </a:lnTo>
                  <a:lnTo>
                    <a:pt x="13611" y="12968"/>
                  </a:lnTo>
                  <a:lnTo>
                    <a:pt x="13820" y="12879"/>
                  </a:lnTo>
                  <a:lnTo>
                    <a:pt x="13879" y="12341"/>
                  </a:lnTo>
                  <a:lnTo>
                    <a:pt x="13909" y="11803"/>
                  </a:lnTo>
                  <a:lnTo>
                    <a:pt x="13939" y="11280"/>
                  </a:lnTo>
                  <a:lnTo>
                    <a:pt x="13939" y="10772"/>
                  </a:lnTo>
                  <a:lnTo>
                    <a:pt x="13939" y="10264"/>
                  </a:lnTo>
                  <a:lnTo>
                    <a:pt x="13909" y="9801"/>
                  </a:lnTo>
                  <a:lnTo>
                    <a:pt x="13879" y="9353"/>
                  </a:lnTo>
                  <a:lnTo>
                    <a:pt x="13850" y="8935"/>
                  </a:lnTo>
                  <a:lnTo>
                    <a:pt x="13760" y="8188"/>
                  </a:lnTo>
                  <a:lnTo>
                    <a:pt x="13670" y="7620"/>
                  </a:lnTo>
                  <a:lnTo>
                    <a:pt x="13611" y="7232"/>
                  </a:lnTo>
                  <a:lnTo>
                    <a:pt x="13566" y="7052"/>
                  </a:lnTo>
                  <a:lnTo>
                    <a:pt x="13491" y="6365"/>
                  </a:lnTo>
                  <a:lnTo>
                    <a:pt x="13372" y="5663"/>
                  </a:lnTo>
                  <a:lnTo>
                    <a:pt x="13312" y="5304"/>
                  </a:lnTo>
                  <a:lnTo>
                    <a:pt x="13222" y="4961"/>
                  </a:lnTo>
                  <a:lnTo>
                    <a:pt x="13147" y="4602"/>
                  </a:lnTo>
                  <a:lnTo>
                    <a:pt x="13043" y="4244"/>
                  </a:lnTo>
                  <a:lnTo>
                    <a:pt x="12923" y="3900"/>
                  </a:lnTo>
                  <a:lnTo>
                    <a:pt x="12804" y="3556"/>
                  </a:lnTo>
                  <a:lnTo>
                    <a:pt x="12669" y="3213"/>
                  </a:lnTo>
                  <a:lnTo>
                    <a:pt x="12520" y="2884"/>
                  </a:lnTo>
                  <a:lnTo>
                    <a:pt x="12341" y="2570"/>
                  </a:lnTo>
                  <a:lnTo>
                    <a:pt x="12161" y="2257"/>
                  </a:lnTo>
                  <a:lnTo>
                    <a:pt x="11952" y="1973"/>
                  </a:lnTo>
                  <a:lnTo>
                    <a:pt x="11728" y="1689"/>
                  </a:lnTo>
                  <a:lnTo>
                    <a:pt x="11489" y="1420"/>
                  </a:lnTo>
                  <a:lnTo>
                    <a:pt x="11235" y="1181"/>
                  </a:lnTo>
                  <a:lnTo>
                    <a:pt x="10951" y="942"/>
                  </a:lnTo>
                  <a:lnTo>
                    <a:pt x="10653" y="748"/>
                  </a:lnTo>
                  <a:lnTo>
                    <a:pt x="10324" y="554"/>
                  </a:lnTo>
                  <a:lnTo>
                    <a:pt x="9965" y="404"/>
                  </a:lnTo>
                  <a:lnTo>
                    <a:pt x="9592" y="255"/>
                  </a:lnTo>
                  <a:lnTo>
                    <a:pt x="9188" y="150"/>
                  </a:lnTo>
                  <a:lnTo>
                    <a:pt x="8770" y="76"/>
                  </a:lnTo>
                  <a:lnTo>
                    <a:pt x="8307" y="16"/>
                  </a:lnTo>
                  <a:lnTo>
                    <a:pt x="78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8" name="Google Shape;1728;p34"/>
            <p:cNvSpPr/>
            <p:nvPr/>
          </p:nvSpPr>
          <p:spPr>
            <a:xfrm>
              <a:off x="6708751" y="1555958"/>
              <a:ext cx="361527" cy="400531"/>
            </a:xfrm>
            <a:custGeom>
              <a:avLst/>
              <a:gdLst/>
              <a:ahLst/>
              <a:cxnLst/>
              <a:rect l="l" t="t" r="r" b="b"/>
              <a:pathLst>
                <a:path w="13162" h="14582" extrusionOk="0">
                  <a:moveTo>
                    <a:pt x="8262" y="0"/>
                  </a:moveTo>
                  <a:lnTo>
                    <a:pt x="8157" y="254"/>
                  </a:lnTo>
                  <a:lnTo>
                    <a:pt x="8023" y="553"/>
                  </a:lnTo>
                  <a:lnTo>
                    <a:pt x="7843" y="941"/>
                  </a:lnTo>
                  <a:lnTo>
                    <a:pt x="7589" y="1389"/>
                  </a:lnTo>
                  <a:lnTo>
                    <a:pt x="7276" y="1897"/>
                  </a:lnTo>
                  <a:lnTo>
                    <a:pt x="7096" y="2166"/>
                  </a:lnTo>
                  <a:lnTo>
                    <a:pt x="6902" y="2450"/>
                  </a:lnTo>
                  <a:lnTo>
                    <a:pt x="6693" y="2719"/>
                  </a:lnTo>
                  <a:lnTo>
                    <a:pt x="6469" y="3003"/>
                  </a:lnTo>
                  <a:lnTo>
                    <a:pt x="6215" y="3287"/>
                  </a:lnTo>
                  <a:lnTo>
                    <a:pt x="5946" y="3571"/>
                  </a:lnTo>
                  <a:lnTo>
                    <a:pt x="5677" y="3840"/>
                  </a:lnTo>
                  <a:lnTo>
                    <a:pt x="5363" y="4108"/>
                  </a:lnTo>
                  <a:lnTo>
                    <a:pt x="5050" y="4377"/>
                  </a:lnTo>
                  <a:lnTo>
                    <a:pt x="4706" y="4631"/>
                  </a:lnTo>
                  <a:lnTo>
                    <a:pt x="4347" y="4855"/>
                  </a:lnTo>
                  <a:lnTo>
                    <a:pt x="3974" y="5080"/>
                  </a:lnTo>
                  <a:lnTo>
                    <a:pt x="3586" y="5289"/>
                  </a:lnTo>
                  <a:lnTo>
                    <a:pt x="3167" y="5468"/>
                  </a:lnTo>
                  <a:lnTo>
                    <a:pt x="2719" y="5632"/>
                  </a:lnTo>
                  <a:lnTo>
                    <a:pt x="2271" y="5767"/>
                  </a:lnTo>
                  <a:lnTo>
                    <a:pt x="1793" y="5886"/>
                  </a:lnTo>
                  <a:lnTo>
                    <a:pt x="1285" y="5961"/>
                  </a:lnTo>
                  <a:lnTo>
                    <a:pt x="762" y="6021"/>
                  </a:lnTo>
                  <a:lnTo>
                    <a:pt x="224" y="6036"/>
                  </a:lnTo>
                  <a:lnTo>
                    <a:pt x="179" y="6155"/>
                  </a:lnTo>
                  <a:lnTo>
                    <a:pt x="105" y="6499"/>
                  </a:lnTo>
                  <a:lnTo>
                    <a:pt x="60" y="6723"/>
                  </a:lnTo>
                  <a:lnTo>
                    <a:pt x="30" y="6992"/>
                  </a:lnTo>
                  <a:lnTo>
                    <a:pt x="0" y="7291"/>
                  </a:lnTo>
                  <a:lnTo>
                    <a:pt x="0" y="7604"/>
                  </a:lnTo>
                  <a:lnTo>
                    <a:pt x="15" y="7933"/>
                  </a:lnTo>
                  <a:lnTo>
                    <a:pt x="75" y="8292"/>
                  </a:lnTo>
                  <a:lnTo>
                    <a:pt x="105" y="8456"/>
                  </a:lnTo>
                  <a:lnTo>
                    <a:pt x="149" y="8635"/>
                  </a:lnTo>
                  <a:lnTo>
                    <a:pt x="209" y="8814"/>
                  </a:lnTo>
                  <a:lnTo>
                    <a:pt x="269" y="8994"/>
                  </a:lnTo>
                  <a:lnTo>
                    <a:pt x="344" y="9158"/>
                  </a:lnTo>
                  <a:lnTo>
                    <a:pt x="433" y="9337"/>
                  </a:lnTo>
                  <a:lnTo>
                    <a:pt x="538" y="9502"/>
                  </a:lnTo>
                  <a:lnTo>
                    <a:pt x="657" y="9666"/>
                  </a:lnTo>
                  <a:lnTo>
                    <a:pt x="792" y="9830"/>
                  </a:lnTo>
                  <a:lnTo>
                    <a:pt x="926" y="9980"/>
                  </a:lnTo>
                  <a:lnTo>
                    <a:pt x="1091" y="10129"/>
                  </a:lnTo>
                  <a:lnTo>
                    <a:pt x="1270" y="10264"/>
                  </a:lnTo>
                  <a:lnTo>
                    <a:pt x="1927" y="10757"/>
                  </a:lnTo>
                  <a:lnTo>
                    <a:pt x="2540" y="11190"/>
                  </a:lnTo>
                  <a:lnTo>
                    <a:pt x="2824" y="11414"/>
                  </a:lnTo>
                  <a:lnTo>
                    <a:pt x="3078" y="11638"/>
                  </a:lnTo>
                  <a:lnTo>
                    <a:pt x="3332" y="11862"/>
                  </a:lnTo>
                  <a:lnTo>
                    <a:pt x="3541" y="12086"/>
                  </a:lnTo>
                  <a:lnTo>
                    <a:pt x="3750" y="12325"/>
                  </a:lnTo>
                  <a:lnTo>
                    <a:pt x="3914" y="12579"/>
                  </a:lnTo>
                  <a:lnTo>
                    <a:pt x="4064" y="12848"/>
                  </a:lnTo>
                  <a:lnTo>
                    <a:pt x="4183" y="13147"/>
                  </a:lnTo>
                  <a:lnTo>
                    <a:pt x="4243" y="13296"/>
                  </a:lnTo>
                  <a:lnTo>
                    <a:pt x="4273" y="13461"/>
                  </a:lnTo>
                  <a:lnTo>
                    <a:pt x="4318" y="13625"/>
                  </a:lnTo>
                  <a:lnTo>
                    <a:pt x="4333" y="13804"/>
                  </a:lnTo>
                  <a:lnTo>
                    <a:pt x="4347" y="13983"/>
                  </a:lnTo>
                  <a:lnTo>
                    <a:pt x="4362" y="14178"/>
                  </a:lnTo>
                  <a:lnTo>
                    <a:pt x="4347" y="14581"/>
                  </a:lnTo>
                  <a:lnTo>
                    <a:pt x="4347" y="14581"/>
                  </a:lnTo>
                  <a:lnTo>
                    <a:pt x="5020" y="14521"/>
                  </a:lnTo>
                  <a:lnTo>
                    <a:pt x="5662" y="14432"/>
                  </a:lnTo>
                  <a:lnTo>
                    <a:pt x="6319" y="14327"/>
                  </a:lnTo>
                  <a:lnTo>
                    <a:pt x="6947" y="14193"/>
                  </a:lnTo>
                  <a:lnTo>
                    <a:pt x="7574" y="14043"/>
                  </a:lnTo>
                  <a:lnTo>
                    <a:pt x="8187" y="13894"/>
                  </a:lnTo>
                  <a:lnTo>
                    <a:pt x="8770" y="13715"/>
                  </a:lnTo>
                  <a:lnTo>
                    <a:pt x="9352" y="13520"/>
                  </a:lnTo>
                  <a:lnTo>
                    <a:pt x="9905" y="13311"/>
                  </a:lnTo>
                  <a:lnTo>
                    <a:pt x="10443" y="13072"/>
                  </a:lnTo>
                  <a:lnTo>
                    <a:pt x="10966" y="12833"/>
                  </a:lnTo>
                  <a:lnTo>
                    <a:pt x="11459" y="12579"/>
                  </a:lnTo>
                  <a:lnTo>
                    <a:pt x="11922" y="12310"/>
                  </a:lnTo>
                  <a:lnTo>
                    <a:pt x="12370" y="12026"/>
                  </a:lnTo>
                  <a:lnTo>
                    <a:pt x="12773" y="11743"/>
                  </a:lnTo>
                  <a:lnTo>
                    <a:pt x="13162" y="11429"/>
                  </a:lnTo>
                  <a:lnTo>
                    <a:pt x="13132" y="11339"/>
                  </a:lnTo>
                  <a:lnTo>
                    <a:pt x="13072" y="11235"/>
                  </a:lnTo>
                  <a:lnTo>
                    <a:pt x="12923" y="11025"/>
                  </a:lnTo>
                  <a:lnTo>
                    <a:pt x="12729" y="10771"/>
                  </a:lnTo>
                  <a:lnTo>
                    <a:pt x="12490" y="10473"/>
                  </a:lnTo>
                  <a:lnTo>
                    <a:pt x="11892" y="9771"/>
                  </a:lnTo>
                  <a:lnTo>
                    <a:pt x="11563" y="9352"/>
                  </a:lnTo>
                  <a:lnTo>
                    <a:pt x="11220" y="8874"/>
                  </a:lnTo>
                  <a:lnTo>
                    <a:pt x="10981" y="8516"/>
                  </a:lnTo>
                  <a:lnTo>
                    <a:pt x="10771" y="8172"/>
                  </a:lnTo>
                  <a:lnTo>
                    <a:pt x="10562" y="7798"/>
                  </a:lnTo>
                  <a:lnTo>
                    <a:pt x="10368" y="7440"/>
                  </a:lnTo>
                  <a:lnTo>
                    <a:pt x="10174" y="7066"/>
                  </a:lnTo>
                  <a:lnTo>
                    <a:pt x="9995" y="6693"/>
                  </a:lnTo>
                  <a:lnTo>
                    <a:pt x="9830" y="6319"/>
                  </a:lnTo>
                  <a:lnTo>
                    <a:pt x="9681" y="5946"/>
                  </a:lnTo>
                  <a:lnTo>
                    <a:pt x="9412" y="5199"/>
                  </a:lnTo>
                  <a:lnTo>
                    <a:pt x="9173" y="4452"/>
                  </a:lnTo>
                  <a:lnTo>
                    <a:pt x="8964" y="3750"/>
                  </a:lnTo>
                  <a:lnTo>
                    <a:pt x="8785" y="3063"/>
                  </a:lnTo>
                  <a:lnTo>
                    <a:pt x="8650" y="2420"/>
                  </a:lnTo>
                  <a:lnTo>
                    <a:pt x="8531" y="1838"/>
                  </a:lnTo>
                  <a:lnTo>
                    <a:pt x="8441" y="1315"/>
                  </a:lnTo>
                  <a:lnTo>
                    <a:pt x="8366" y="867"/>
                  </a:lnTo>
                  <a:lnTo>
                    <a:pt x="8277" y="224"/>
                  </a:lnTo>
                  <a:lnTo>
                    <a:pt x="82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9" name="Google Shape;1729;p34"/>
            <p:cNvSpPr/>
            <p:nvPr/>
          </p:nvSpPr>
          <p:spPr>
            <a:xfrm>
              <a:off x="6711607" y="1706530"/>
              <a:ext cx="25050" cy="25078"/>
            </a:xfrm>
            <a:custGeom>
              <a:avLst/>
              <a:gdLst/>
              <a:ahLst/>
              <a:cxnLst/>
              <a:rect l="l" t="t" r="r" b="b"/>
              <a:pathLst>
                <a:path w="912" h="913" extrusionOk="0">
                  <a:moveTo>
                    <a:pt x="449" y="1"/>
                  </a:moveTo>
                  <a:lnTo>
                    <a:pt x="359" y="16"/>
                  </a:lnTo>
                  <a:lnTo>
                    <a:pt x="284" y="31"/>
                  </a:lnTo>
                  <a:lnTo>
                    <a:pt x="195" y="76"/>
                  </a:lnTo>
                  <a:lnTo>
                    <a:pt x="135" y="135"/>
                  </a:lnTo>
                  <a:lnTo>
                    <a:pt x="75" y="210"/>
                  </a:lnTo>
                  <a:lnTo>
                    <a:pt x="30" y="285"/>
                  </a:lnTo>
                  <a:lnTo>
                    <a:pt x="1" y="359"/>
                  </a:lnTo>
                  <a:lnTo>
                    <a:pt x="1" y="464"/>
                  </a:lnTo>
                  <a:lnTo>
                    <a:pt x="1" y="554"/>
                  </a:lnTo>
                  <a:lnTo>
                    <a:pt x="30" y="643"/>
                  </a:lnTo>
                  <a:lnTo>
                    <a:pt x="75" y="718"/>
                  </a:lnTo>
                  <a:lnTo>
                    <a:pt x="135" y="778"/>
                  </a:lnTo>
                  <a:lnTo>
                    <a:pt x="195" y="837"/>
                  </a:lnTo>
                  <a:lnTo>
                    <a:pt x="284" y="882"/>
                  </a:lnTo>
                  <a:lnTo>
                    <a:pt x="359" y="912"/>
                  </a:lnTo>
                  <a:lnTo>
                    <a:pt x="553" y="912"/>
                  </a:lnTo>
                  <a:lnTo>
                    <a:pt x="628" y="882"/>
                  </a:lnTo>
                  <a:lnTo>
                    <a:pt x="718" y="837"/>
                  </a:lnTo>
                  <a:lnTo>
                    <a:pt x="777" y="778"/>
                  </a:lnTo>
                  <a:lnTo>
                    <a:pt x="837" y="718"/>
                  </a:lnTo>
                  <a:lnTo>
                    <a:pt x="882" y="643"/>
                  </a:lnTo>
                  <a:lnTo>
                    <a:pt x="912" y="554"/>
                  </a:lnTo>
                  <a:lnTo>
                    <a:pt x="912" y="464"/>
                  </a:lnTo>
                  <a:lnTo>
                    <a:pt x="912" y="359"/>
                  </a:lnTo>
                  <a:lnTo>
                    <a:pt x="882" y="285"/>
                  </a:lnTo>
                  <a:lnTo>
                    <a:pt x="837" y="210"/>
                  </a:lnTo>
                  <a:lnTo>
                    <a:pt x="777" y="135"/>
                  </a:lnTo>
                  <a:lnTo>
                    <a:pt x="718" y="76"/>
                  </a:lnTo>
                  <a:lnTo>
                    <a:pt x="628" y="31"/>
                  </a:lnTo>
                  <a:lnTo>
                    <a:pt x="553" y="16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0" name="Google Shape;1730;p34"/>
            <p:cNvSpPr/>
            <p:nvPr/>
          </p:nvSpPr>
          <p:spPr>
            <a:xfrm>
              <a:off x="6385386" y="1930163"/>
              <a:ext cx="750989" cy="741952"/>
            </a:xfrm>
            <a:custGeom>
              <a:avLst/>
              <a:gdLst/>
              <a:ahLst/>
              <a:cxnLst/>
              <a:rect l="l" t="t" r="r" b="b"/>
              <a:pathLst>
                <a:path w="27341" h="27012" extrusionOk="0">
                  <a:moveTo>
                    <a:pt x="21140" y="1"/>
                  </a:moveTo>
                  <a:lnTo>
                    <a:pt x="20811" y="61"/>
                  </a:lnTo>
                  <a:lnTo>
                    <a:pt x="20483" y="135"/>
                  </a:lnTo>
                  <a:lnTo>
                    <a:pt x="20154" y="255"/>
                  </a:lnTo>
                  <a:lnTo>
                    <a:pt x="19840" y="404"/>
                  </a:lnTo>
                  <a:lnTo>
                    <a:pt x="19557" y="569"/>
                  </a:lnTo>
                  <a:lnTo>
                    <a:pt x="19288" y="778"/>
                  </a:lnTo>
                  <a:lnTo>
                    <a:pt x="19034" y="1002"/>
                  </a:lnTo>
                  <a:lnTo>
                    <a:pt x="18810" y="1241"/>
                  </a:lnTo>
                  <a:lnTo>
                    <a:pt x="18615" y="1510"/>
                  </a:lnTo>
                  <a:lnTo>
                    <a:pt x="18451" y="1779"/>
                  </a:lnTo>
                  <a:lnTo>
                    <a:pt x="18317" y="2078"/>
                  </a:lnTo>
                  <a:lnTo>
                    <a:pt x="18197" y="2391"/>
                  </a:lnTo>
                  <a:lnTo>
                    <a:pt x="18122" y="2705"/>
                  </a:lnTo>
                  <a:lnTo>
                    <a:pt x="18063" y="3019"/>
                  </a:lnTo>
                  <a:lnTo>
                    <a:pt x="18048" y="3347"/>
                  </a:lnTo>
                  <a:lnTo>
                    <a:pt x="18063" y="3691"/>
                  </a:lnTo>
                  <a:lnTo>
                    <a:pt x="18107" y="4020"/>
                  </a:lnTo>
                  <a:lnTo>
                    <a:pt x="18182" y="4348"/>
                  </a:lnTo>
                  <a:lnTo>
                    <a:pt x="18302" y="4677"/>
                  </a:lnTo>
                  <a:lnTo>
                    <a:pt x="18346" y="4782"/>
                  </a:lnTo>
                  <a:lnTo>
                    <a:pt x="18436" y="4991"/>
                  </a:lnTo>
                  <a:lnTo>
                    <a:pt x="18526" y="5245"/>
                  </a:lnTo>
                  <a:lnTo>
                    <a:pt x="18735" y="5783"/>
                  </a:lnTo>
                  <a:lnTo>
                    <a:pt x="18929" y="6335"/>
                  </a:lnTo>
                  <a:lnTo>
                    <a:pt x="19108" y="6903"/>
                  </a:lnTo>
                  <a:lnTo>
                    <a:pt x="19273" y="7471"/>
                  </a:lnTo>
                  <a:lnTo>
                    <a:pt x="19437" y="8038"/>
                  </a:lnTo>
                  <a:lnTo>
                    <a:pt x="19601" y="8606"/>
                  </a:lnTo>
                  <a:lnTo>
                    <a:pt x="19736" y="9174"/>
                  </a:lnTo>
                  <a:lnTo>
                    <a:pt x="19870" y="9741"/>
                  </a:lnTo>
                  <a:lnTo>
                    <a:pt x="19990" y="10324"/>
                  </a:lnTo>
                  <a:lnTo>
                    <a:pt x="20109" y="10892"/>
                  </a:lnTo>
                  <a:lnTo>
                    <a:pt x="20199" y="11474"/>
                  </a:lnTo>
                  <a:lnTo>
                    <a:pt x="20289" y="12042"/>
                  </a:lnTo>
                  <a:lnTo>
                    <a:pt x="20363" y="12625"/>
                  </a:lnTo>
                  <a:lnTo>
                    <a:pt x="20423" y="13193"/>
                  </a:lnTo>
                  <a:lnTo>
                    <a:pt x="20483" y="13760"/>
                  </a:lnTo>
                  <a:lnTo>
                    <a:pt x="20513" y="14328"/>
                  </a:lnTo>
                  <a:lnTo>
                    <a:pt x="20543" y="14896"/>
                  </a:lnTo>
                  <a:lnTo>
                    <a:pt x="20543" y="15448"/>
                  </a:lnTo>
                  <a:lnTo>
                    <a:pt x="20528" y="16001"/>
                  </a:lnTo>
                  <a:lnTo>
                    <a:pt x="20513" y="16554"/>
                  </a:lnTo>
                  <a:lnTo>
                    <a:pt x="20468" y="17107"/>
                  </a:lnTo>
                  <a:lnTo>
                    <a:pt x="20408" y="17644"/>
                  </a:lnTo>
                  <a:lnTo>
                    <a:pt x="20348" y="18167"/>
                  </a:lnTo>
                  <a:lnTo>
                    <a:pt x="20259" y="18660"/>
                  </a:lnTo>
                  <a:lnTo>
                    <a:pt x="20154" y="19138"/>
                  </a:lnTo>
                  <a:lnTo>
                    <a:pt x="20035" y="19617"/>
                  </a:lnTo>
                  <a:lnTo>
                    <a:pt x="19900" y="20080"/>
                  </a:lnTo>
                  <a:lnTo>
                    <a:pt x="19870" y="20199"/>
                  </a:lnTo>
                  <a:lnTo>
                    <a:pt x="19766" y="20513"/>
                  </a:lnTo>
                  <a:lnTo>
                    <a:pt x="19766" y="20528"/>
                  </a:lnTo>
                  <a:lnTo>
                    <a:pt x="16867" y="20916"/>
                  </a:lnTo>
                  <a:lnTo>
                    <a:pt x="14343" y="21230"/>
                  </a:lnTo>
                  <a:lnTo>
                    <a:pt x="11833" y="21559"/>
                  </a:lnTo>
                  <a:lnTo>
                    <a:pt x="9323" y="21857"/>
                  </a:lnTo>
                  <a:lnTo>
                    <a:pt x="6813" y="22156"/>
                  </a:lnTo>
                  <a:lnTo>
                    <a:pt x="4303" y="22425"/>
                  </a:lnTo>
                  <a:lnTo>
                    <a:pt x="1793" y="22679"/>
                  </a:lnTo>
                  <a:lnTo>
                    <a:pt x="1614" y="22709"/>
                  </a:lnTo>
                  <a:lnTo>
                    <a:pt x="1435" y="22754"/>
                  </a:lnTo>
                  <a:lnTo>
                    <a:pt x="1270" y="22814"/>
                  </a:lnTo>
                  <a:lnTo>
                    <a:pt x="1106" y="22873"/>
                  </a:lnTo>
                  <a:lnTo>
                    <a:pt x="957" y="22963"/>
                  </a:lnTo>
                  <a:lnTo>
                    <a:pt x="822" y="23053"/>
                  </a:lnTo>
                  <a:lnTo>
                    <a:pt x="688" y="23157"/>
                  </a:lnTo>
                  <a:lnTo>
                    <a:pt x="553" y="23277"/>
                  </a:lnTo>
                  <a:lnTo>
                    <a:pt x="449" y="23411"/>
                  </a:lnTo>
                  <a:lnTo>
                    <a:pt x="344" y="23546"/>
                  </a:lnTo>
                  <a:lnTo>
                    <a:pt x="255" y="23695"/>
                  </a:lnTo>
                  <a:lnTo>
                    <a:pt x="180" y="23859"/>
                  </a:lnTo>
                  <a:lnTo>
                    <a:pt x="105" y="24024"/>
                  </a:lnTo>
                  <a:lnTo>
                    <a:pt x="60" y="24188"/>
                  </a:lnTo>
                  <a:lnTo>
                    <a:pt x="30" y="24367"/>
                  </a:lnTo>
                  <a:lnTo>
                    <a:pt x="16" y="24547"/>
                  </a:lnTo>
                  <a:lnTo>
                    <a:pt x="1" y="24920"/>
                  </a:lnTo>
                  <a:lnTo>
                    <a:pt x="1" y="25219"/>
                  </a:lnTo>
                  <a:lnTo>
                    <a:pt x="30" y="25473"/>
                  </a:lnTo>
                  <a:lnTo>
                    <a:pt x="45" y="25562"/>
                  </a:lnTo>
                  <a:lnTo>
                    <a:pt x="75" y="25652"/>
                  </a:lnTo>
                  <a:lnTo>
                    <a:pt x="105" y="25727"/>
                  </a:lnTo>
                  <a:lnTo>
                    <a:pt x="150" y="25801"/>
                  </a:lnTo>
                  <a:lnTo>
                    <a:pt x="195" y="25846"/>
                  </a:lnTo>
                  <a:lnTo>
                    <a:pt x="255" y="25891"/>
                  </a:lnTo>
                  <a:lnTo>
                    <a:pt x="314" y="25936"/>
                  </a:lnTo>
                  <a:lnTo>
                    <a:pt x="389" y="25966"/>
                  </a:lnTo>
                  <a:lnTo>
                    <a:pt x="568" y="26011"/>
                  </a:lnTo>
                  <a:lnTo>
                    <a:pt x="1211" y="26041"/>
                  </a:lnTo>
                  <a:lnTo>
                    <a:pt x="1898" y="26085"/>
                  </a:lnTo>
                  <a:lnTo>
                    <a:pt x="3332" y="26205"/>
                  </a:lnTo>
                  <a:lnTo>
                    <a:pt x="4826" y="26339"/>
                  </a:lnTo>
                  <a:lnTo>
                    <a:pt x="6350" y="26489"/>
                  </a:lnTo>
                  <a:lnTo>
                    <a:pt x="7874" y="26638"/>
                  </a:lnTo>
                  <a:lnTo>
                    <a:pt x="9353" y="26758"/>
                  </a:lnTo>
                  <a:lnTo>
                    <a:pt x="10787" y="26847"/>
                  </a:lnTo>
                  <a:lnTo>
                    <a:pt x="11459" y="26877"/>
                  </a:lnTo>
                  <a:lnTo>
                    <a:pt x="12117" y="26907"/>
                  </a:lnTo>
                  <a:lnTo>
                    <a:pt x="14671" y="26937"/>
                  </a:lnTo>
                  <a:lnTo>
                    <a:pt x="17226" y="26967"/>
                  </a:lnTo>
                  <a:lnTo>
                    <a:pt x="19781" y="26997"/>
                  </a:lnTo>
                  <a:lnTo>
                    <a:pt x="22335" y="27012"/>
                  </a:lnTo>
                  <a:lnTo>
                    <a:pt x="22530" y="26997"/>
                  </a:lnTo>
                  <a:lnTo>
                    <a:pt x="22724" y="26982"/>
                  </a:lnTo>
                  <a:lnTo>
                    <a:pt x="22918" y="26952"/>
                  </a:lnTo>
                  <a:lnTo>
                    <a:pt x="23097" y="26907"/>
                  </a:lnTo>
                  <a:lnTo>
                    <a:pt x="23291" y="26847"/>
                  </a:lnTo>
                  <a:lnTo>
                    <a:pt x="23471" y="26787"/>
                  </a:lnTo>
                  <a:lnTo>
                    <a:pt x="23650" y="26713"/>
                  </a:lnTo>
                  <a:lnTo>
                    <a:pt x="23814" y="26623"/>
                  </a:lnTo>
                  <a:lnTo>
                    <a:pt x="23979" y="26519"/>
                  </a:lnTo>
                  <a:lnTo>
                    <a:pt x="24143" y="26399"/>
                  </a:lnTo>
                  <a:lnTo>
                    <a:pt x="24292" y="26280"/>
                  </a:lnTo>
                  <a:lnTo>
                    <a:pt x="24442" y="26145"/>
                  </a:lnTo>
                  <a:lnTo>
                    <a:pt x="24576" y="25996"/>
                  </a:lnTo>
                  <a:lnTo>
                    <a:pt x="24711" y="25846"/>
                  </a:lnTo>
                  <a:lnTo>
                    <a:pt x="24830" y="25682"/>
                  </a:lnTo>
                  <a:lnTo>
                    <a:pt x="24935" y="25503"/>
                  </a:lnTo>
                  <a:lnTo>
                    <a:pt x="25099" y="25219"/>
                  </a:lnTo>
                  <a:lnTo>
                    <a:pt x="25458" y="24487"/>
                  </a:lnTo>
                  <a:lnTo>
                    <a:pt x="25637" y="24113"/>
                  </a:lnTo>
                  <a:lnTo>
                    <a:pt x="25786" y="23755"/>
                  </a:lnTo>
                  <a:lnTo>
                    <a:pt x="26085" y="23008"/>
                  </a:lnTo>
                  <a:lnTo>
                    <a:pt x="26220" y="22634"/>
                  </a:lnTo>
                  <a:lnTo>
                    <a:pt x="26339" y="22246"/>
                  </a:lnTo>
                  <a:lnTo>
                    <a:pt x="26563" y="21499"/>
                  </a:lnTo>
                  <a:lnTo>
                    <a:pt x="26757" y="20737"/>
                  </a:lnTo>
                  <a:lnTo>
                    <a:pt x="26922" y="19975"/>
                  </a:lnTo>
                  <a:lnTo>
                    <a:pt x="27056" y="19213"/>
                  </a:lnTo>
                  <a:lnTo>
                    <a:pt x="27161" y="18451"/>
                  </a:lnTo>
                  <a:lnTo>
                    <a:pt x="27236" y="17704"/>
                  </a:lnTo>
                  <a:lnTo>
                    <a:pt x="27295" y="16957"/>
                  </a:lnTo>
                  <a:lnTo>
                    <a:pt x="27325" y="16195"/>
                  </a:lnTo>
                  <a:lnTo>
                    <a:pt x="27340" y="15463"/>
                  </a:lnTo>
                  <a:lnTo>
                    <a:pt x="27325" y="14716"/>
                  </a:lnTo>
                  <a:lnTo>
                    <a:pt x="27295" y="13984"/>
                  </a:lnTo>
                  <a:lnTo>
                    <a:pt x="27250" y="13252"/>
                  </a:lnTo>
                  <a:lnTo>
                    <a:pt x="27191" y="12535"/>
                  </a:lnTo>
                  <a:lnTo>
                    <a:pt x="27116" y="11803"/>
                  </a:lnTo>
                  <a:lnTo>
                    <a:pt x="27011" y="11086"/>
                  </a:lnTo>
                  <a:lnTo>
                    <a:pt x="26907" y="10384"/>
                  </a:lnTo>
                  <a:lnTo>
                    <a:pt x="26787" y="9682"/>
                  </a:lnTo>
                  <a:lnTo>
                    <a:pt x="26653" y="8980"/>
                  </a:lnTo>
                  <a:lnTo>
                    <a:pt x="26503" y="8277"/>
                  </a:lnTo>
                  <a:lnTo>
                    <a:pt x="26339" y="7590"/>
                  </a:lnTo>
                  <a:lnTo>
                    <a:pt x="26175" y="6888"/>
                  </a:lnTo>
                  <a:lnTo>
                    <a:pt x="25981" y="6216"/>
                  </a:lnTo>
                  <a:lnTo>
                    <a:pt x="25786" y="5529"/>
                  </a:lnTo>
                  <a:lnTo>
                    <a:pt x="25577" y="4856"/>
                  </a:lnTo>
                  <a:lnTo>
                    <a:pt x="25353" y="4169"/>
                  </a:lnTo>
                  <a:lnTo>
                    <a:pt x="25129" y="3497"/>
                  </a:lnTo>
                  <a:lnTo>
                    <a:pt x="24875" y="2810"/>
                  </a:lnTo>
                  <a:lnTo>
                    <a:pt x="24741" y="2466"/>
                  </a:lnTo>
                  <a:lnTo>
                    <a:pt x="24666" y="2287"/>
                  </a:lnTo>
                  <a:lnTo>
                    <a:pt x="24576" y="2078"/>
                  </a:lnTo>
                  <a:lnTo>
                    <a:pt x="24427" y="1764"/>
                  </a:lnTo>
                  <a:lnTo>
                    <a:pt x="24248" y="1480"/>
                  </a:lnTo>
                  <a:lnTo>
                    <a:pt x="24053" y="1211"/>
                  </a:lnTo>
                  <a:lnTo>
                    <a:pt x="23829" y="972"/>
                  </a:lnTo>
                  <a:lnTo>
                    <a:pt x="23575" y="748"/>
                  </a:lnTo>
                  <a:lnTo>
                    <a:pt x="23321" y="554"/>
                  </a:lnTo>
                  <a:lnTo>
                    <a:pt x="23037" y="389"/>
                  </a:lnTo>
                  <a:lnTo>
                    <a:pt x="22739" y="255"/>
                  </a:lnTo>
                  <a:lnTo>
                    <a:pt x="22440" y="150"/>
                  </a:lnTo>
                  <a:lnTo>
                    <a:pt x="22126" y="61"/>
                  </a:lnTo>
                  <a:lnTo>
                    <a:pt x="21798" y="16"/>
                  </a:lnTo>
                  <a:lnTo>
                    <a:pt x="214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1" name="Google Shape;1731;p34"/>
            <p:cNvSpPr/>
            <p:nvPr/>
          </p:nvSpPr>
          <p:spPr>
            <a:xfrm>
              <a:off x="5894611" y="2134515"/>
              <a:ext cx="681221" cy="451016"/>
            </a:xfrm>
            <a:custGeom>
              <a:avLst/>
              <a:gdLst/>
              <a:ahLst/>
              <a:cxnLst/>
              <a:rect l="l" t="t" r="r" b="b"/>
              <a:pathLst>
                <a:path w="24801" h="16420" extrusionOk="0">
                  <a:moveTo>
                    <a:pt x="1" y="1"/>
                  </a:moveTo>
                  <a:lnTo>
                    <a:pt x="6320" y="16419"/>
                  </a:lnTo>
                  <a:lnTo>
                    <a:pt x="24801" y="16419"/>
                  </a:lnTo>
                  <a:lnTo>
                    <a:pt x="24801" y="14761"/>
                  </a:lnTo>
                  <a:lnTo>
                    <a:pt x="7366" y="14761"/>
                  </a:lnTo>
                  <a:lnTo>
                    <a:pt x="16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2" name="Google Shape;1732;p34"/>
            <p:cNvSpPr/>
            <p:nvPr/>
          </p:nvSpPr>
          <p:spPr>
            <a:xfrm>
              <a:off x="6251211" y="2537477"/>
              <a:ext cx="261408" cy="111628"/>
            </a:xfrm>
            <a:custGeom>
              <a:avLst/>
              <a:gdLst/>
              <a:ahLst/>
              <a:cxnLst/>
              <a:rect l="l" t="t" r="r" b="b"/>
              <a:pathLst>
                <a:path w="9517" h="4064" extrusionOk="0">
                  <a:moveTo>
                    <a:pt x="8232" y="0"/>
                  </a:moveTo>
                  <a:lnTo>
                    <a:pt x="8157" y="30"/>
                  </a:lnTo>
                  <a:lnTo>
                    <a:pt x="8113" y="75"/>
                  </a:lnTo>
                  <a:lnTo>
                    <a:pt x="8068" y="135"/>
                  </a:lnTo>
                  <a:lnTo>
                    <a:pt x="8053" y="225"/>
                  </a:lnTo>
                  <a:lnTo>
                    <a:pt x="8038" y="314"/>
                  </a:lnTo>
                  <a:lnTo>
                    <a:pt x="8053" y="419"/>
                  </a:lnTo>
                  <a:lnTo>
                    <a:pt x="8083" y="882"/>
                  </a:lnTo>
                  <a:lnTo>
                    <a:pt x="8083" y="1001"/>
                  </a:lnTo>
                  <a:lnTo>
                    <a:pt x="8083" y="1106"/>
                  </a:lnTo>
                  <a:lnTo>
                    <a:pt x="8068" y="1196"/>
                  </a:lnTo>
                  <a:lnTo>
                    <a:pt x="8038" y="1270"/>
                  </a:lnTo>
                  <a:lnTo>
                    <a:pt x="8008" y="1300"/>
                  </a:lnTo>
                  <a:lnTo>
                    <a:pt x="7963" y="1330"/>
                  </a:lnTo>
                  <a:lnTo>
                    <a:pt x="7859" y="1390"/>
                  </a:lnTo>
                  <a:lnTo>
                    <a:pt x="7694" y="1435"/>
                  </a:lnTo>
                  <a:lnTo>
                    <a:pt x="7485" y="1494"/>
                  </a:lnTo>
                  <a:lnTo>
                    <a:pt x="7246" y="1539"/>
                  </a:lnTo>
                  <a:lnTo>
                    <a:pt x="6977" y="1569"/>
                  </a:lnTo>
                  <a:lnTo>
                    <a:pt x="6365" y="1629"/>
                  </a:lnTo>
                  <a:lnTo>
                    <a:pt x="5692" y="1659"/>
                  </a:lnTo>
                  <a:lnTo>
                    <a:pt x="5005" y="1659"/>
                  </a:lnTo>
                  <a:lnTo>
                    <a:pt x="4318" y="1644"/>
                  </a:lnTo>
                  <a:lnTo>
                    <a:pt x="3705" y="1599"/>
                  </a:lnTo>
                  <a:lnTo>
                    <a:pt x="3063" y="1539"/>
                  </a:lnTo>
                  <a:lnTo>
                    <a:pt x="2421" y="1524"/>
                  </a:lnTo>
                  <a:lnTo>
                    <a:pt x="1808" y="1524"/>
                  </a:lnTo>
                  <a:lnTo>
                    <a:pt x="1240" y="1539"/>
                  </a:lnTo>
                  <a:lnTo>
                    <a:pt x="927" y="1554"/>
                  </a:lnTo>
                  <a:lnTo>
                    <a:pt x="404" y="1584"/>
                  </a:lnTo>
                  <a:lnTo>
                    <a:pt x="344" y="1584"/>
                  </a:lnTo>
                  <a:lnTo>
                    <a:pt x="284" y="1614"/>
                  </a:lnTo>
                  <a:lnTo>
                    <a:pt x="180" y="1659"/>
                  </a:lnTo>
                  <a:lnTo>
                    <a:pt x="105" y="1733"/>
                  </a:lnTo>
                  <a:lnTo>
                    <a:pt x="45" y="1823"/>
                  </a:lnTo>
                  <a:lnTo>
                    <a:pt x="15" y="1883"/>
                  </a:lnTo>
                  <a:lnTo>
                    <a:pt x="0" y="1957"/>
                  </a:lnTo>
                  <a:lnTo>
                    <a:pt x="0" y="2017"/>
                  </a:lnTo>
                  <a:lnTo>
                    <a:pt x="0" y="2092"/>
                  </a:lnTo>
                  <a:lnTo>
                    <a:pt x="15" y="2152"/>
                  </a:lnTo>
                  <a:lnTo>
                    <a:pt x="45" y="2226"/>
                  </a:lnTo>
                  <a:lnTo>
                    <a:pt x="90" y="2286"/>
                  </a:lnTo>
                  <a:lnTo>
                    <a:pt x="150" y="2346"/>
                  </a:lnTo>
                  <a:lnTo>
                    <a:pt x="284" y="2450"/>
                  </a:lnTo>
                  <a:lnTo>
                    <a:pt x="449" y="2585"/>
                  </a:lnTo>
                  <a:lnTo>
                    <a:pt x="628" y="2704"/>
                  </a:lnTo>
                  <a:lnTo>
                    <a:pt x="837" y="2839"/>
                  </a:lnTo>
                  <a:lnTo>
                    <a:pt x="1300" y="3108"/>
                  </a:lnTo>
                  <a:lnTo>
                    <a:pt x="1569" y="3242"/>
                  </a:lnTo>
                  <a:lnTo>
                    <a:pt x="1838" y="3377"/>
                  </a:lnTo>
                  <a:lnTo>
                    <a:pt x="2137" y="3496"/>
                  </a:lnTo>
                  <a:lnTo>
                    <a:pt x="2436" y="3616"/>
                  </a:lnTo>
                  <a:lnTo>
                    <a:pt x="2764" y="3735"/>
                  </a:lnTo>
                  <a:lnTo>
                    <a:pt x="3093" y="3825"/>
                  </a:lnTo>
                  <a:lnTo>
                    <a:pt x="3436" y="3915"/>
                  </a:lnTo>
                  <a:lnTo>
                    <a:pt x="3810" y="3989"/>
                  </a:lnTo>
                  <a:lnTo>
                    <a:pt x="4169" y="4034"/>
                  </a:lnTo>
                  <a:lnTo>
                    <a:pt x="4557" y="4064"/>
                  </a:lnTo>
                  <a:lnTo>
                    <a:pt x="4945" y="4064"/>
                  </a:lnTo>
                  <a:lnTo>
                    <a:pt x="5334" y="4049"/>
                  </a:lnTo>
                  <a:lnTo>
                    <a:pt x="5737" y="4004"/>
                  </a:lnTo>
                  <a:lnTo>
                    <a:pt x="6155" y="3915"/>
                  </a:lnTo>
                  <a:lnTo>
                    <a:pt x="6544" y="3810"/>
                  </a:lnTo>
                  <a:lnTo>
                    <a:pt x="6917" y="3676"/>
                  </a:lnTo>
                  <a:lnTo>
                    <a:pt x="7276" y="3526"/>
                  </a:lnTo>
                  <a:lnTo>
                    <a:pt x="7605" y="3362"/>
                  </a:lnTo>
                  <a:lnTo>
                    <a:pt x="7903" y="3183"/>
                  </a:lnTo>
                  <a:lnTo>
                    <a:pt x="8172" y="3003"/>
                  </a:lnTo>
                  <a:lnTo>
                    <a:pt x="8426" y="2809"/>
                  </a:lnTo>
                  <a:lnTo>
                    <a:pt x="8650" y="2630"/>
                  </a:lnTo>
                  <a:lnTo>
                    <a:pt x="8860" y="2450"/>
                  </a:lnTo>
                  <a:lnTo>
                    <a:pt x="9024" y="2286"/>
                  </a:lnTo>
                  <a:lnTo>
                    <a:pt x="9293" y="2002"/>
                  </a:lnTo>
                  <a:lnTo>
                    <a:pt x="9457" y="1793"/>
                  </a:lnTo>
                  <a:lnTo>
                    <a:pt x="9517" y="1718"/>
                  </a:lnTo>
                  <a:lnTo>
                    <a:pt x="9472" y="1509"/>
                  </a:lnTo>
                  <a:lnTo>
                    <a:pt x="9397" y="1270"/>
                  </a:lnTo>
                  <a:lnTo>
                    <a:pt x="9293" y="1001"/>
                  </a:lnTo>
                  <a:lnTo>
                    <a:pt x="9233" y="852"/>
                  </a:lnTo>
                  <a:lnTo>
                    <a:pt x="9158" y="703"/>
                  </a:lnTo>
                  <a:lnTo>
                    <a:pt x="9069" y="568"/>
                  </a:lnTo>
                  <a:lnTo>
                    <a:pt x="8964" y="434"/>
                  </a:lnTo>
                  <a:lnTo>
                    <a:pt x="8860" y="314"/>
                  </a:lnTo>
                  <a:lnTo>
                    <a:pt x="8725" y="195"/>
                  </a:lnTo>
                  <a:lnTo>
                    <a:pt x="8591" y="105"/>
                  </a:lnTo>
                  <a:lnTo>
                    <a:pt x="8441" y="45"/>
                  </a:lnTo>
                  <a:lnTo>
                    <a:pt x="8322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3" name="Google Shape;1733;p34"/>
            <p:cNvSpPr/>
            <p:nvPr/>
          </p:nvSpPr>
          <p:spPr>
            <a:xfrm>
              <a:off x="6252447" y="2583017"/>
              <a:ext cx="66911" cy="39828"/>
            </a:xfrm>
            <a:custGeom>
              <a:avLst/>
              <a:gdLst/>
              <a:ahLst/>
              <a:cxnLst/>
              <a:rect l="l" t="t" r="r" b="b"/>
              <a:pathLst>
                <a:path w="2436" h="1450" extrusionOk="0">
                  <a:moveTo>
                    <a:pt x="135" y="1"/>
                  </a:moveTo>
                  <a:lnTo>
                    <a:pt x="60" y="75"/>
                  </a:lnTo>
                  <a:lnTo>
                    <a:pt x="0" y="165"/>
                  </a:lnTo>
                  <a:lnTo>
                    <a:pt x="135" y="285"/>
                  </a:lnTo>
                  <a:lnTo>
                    <a:pt x="299" y="434"/>
                  </a:lnTo>
                  <a:lnTo>
                    <a:pt x="508" y="598"/>
                  </a:lnTo>
                  <a:lnTo>
                    <a:pt x="762" y="763"/>
                  </a:lnTo>
                  <a:lnTo>
                    <a:pt x="1076" y="942"/>
                  </a:lnTo>
                  <a:lnTo>
                    <a:pt x="1419" y="1106"/>
                  </a:lnTo>
                  <a:lnTo>
                    <a:pt x="1838" y="1286"/>
                  </a:lnTo>
                  <a:lnTo>
                    <a:pt x="2301" y="1450"/>
                  </a:lnTo>
                  <a:lnTo>
                    <a:pt x="2361" y="1450"/>
                  </a:lnTo>
                  <a:lnTo>
                    <a:pt x="2391" y="1435"/>
                  </a:lnTo>
                  <a:lnTo>
                    <a:pt x="2405" y="1405"/>
                  </a:lnTo>
                  <a:lnTo>
                    <a:pt x="2420" y="1375"/>
                  </a:lnTo>
                  <a:lnTo>
                    <a:pt x="2435" y="1345"/>
                  </a:lnTo>
                  <a:lnTo>
                    <a:pt x="2420" y="1300"/>
                  </a:lnTo>
                  <a:lnTo>
                    <a:pt x="2391" y="1271"/>
                  </a:lnTo>
                  <a:lnTo>
                    <a:pt x="2361" y="1256"/>
                  </a:lnTo>
                  <a:lnTo>
                    <a:pt x="1898" y="1091"/>
                  </a:lnTo>
                  <a:lnTo>
                    <a:pt x="1509" y="927"/>
                  </a:lnTo>
                  <a:lnTo>
                    <a:pt x="1151" y="748"/>
                  </a:lnTo>
                  <a:lnTo>
                    <a:pt x="867" y="583"/>
                  </a:lnTo>
                  <a:lnTo>
                    <a:pt x="613" y="419"/>
                  </a:lnTo>
                  <a:lnTo>
                    <a:pt x="404" y="255"/>
                  </a:lnTo>
                  <a:lnTo>
                    <a:pt x="254" y="120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4" name="Google Shape;1734;p34"/>
            <p:cNvSpPr/>
            <p:nvPr/>
          </p:nvSpPr>
          <p:spPr>
            <a:xfrm>
              <a:off x="6276645" y="2579748"/>
              <a:ext cx="60758" cy="29967"/>
            </a:xfrm>
            <a:custGeom>
              <a:avLst/>
              <a:gdLst/>
              <a:ahLst/>
              <a:cxnLst/>
              <a:rect l="l" t="t" r="r" b="b"/>
              <a:pathLst>
                <a:path w="2212" h="1091" extrusionOk="0">
                  <a:moveTo>
                    <a:pt x="314" y="0"/>
                  </a:moveTo>
                  <a:lnTo>
                    <a:pt x="1" y="15"/>
                  </a:lnTo>
                  <a:lnTo>
                    <a:pt x="150" y="135"/>
                  </a:lnTo>
                  <a:lnTo>
                    <a:pt x="329" y="269"/>
                  </a:lnTo>
                  <a:lnTo>
                    <a:pt x="538" y="404"/>
                  </a:lnTo>
                  <a:lnTo>
                    <a:pt x="777" y="538"/>
                  </a:lnTo>
                  <a:lnTo>
                    <a:pt x="1046" y="687"/>
                  </a:lnTo>
                  <a:lnTo>
                    <a:pt x="1360" y="822"/>
                  </a:lnTo>
                  <a:lnTo>
                    <a:pt x="1704" y="956"/>
                  </a:lnTo>
                  <a:lnTo>
                    <a:pt x="2077" y="1091"/>
                  </a:lnTo>
                  <a:lnTo>
                    <a:pt x="2137" y="1091"/>
                  </a:lnTo>
                  <a:lnTo>
                    <a:pt x="2167" y="1076"/>
                  </a:lnTo>
                  <a:lnTo>
                    <a:pt x="2197" y="1061"/>
                  </a:lnTo>
                  <a:lnTo>
                    <a:pt x="2212" y="1031"/>
                  </a:lnTo>
                  <a:lnTo>
                    <a:pt x="2212" y="986"/>
                  </a:lnTo>
                  <a:lnTo>
                    <a:pt x="2197" y="956"/>
                  </a:lnTo>
                  <a:lnTo>
                    <a:pt x="2167" y="911"/>
                  </a:lnTo>
                  <a:lnTo>
                    <a:pt x="2137" y="897"/>
                  </a:lnTo>
                  <a:lnTo>
                    <a:pt x="1823" y="792"/>
                  </a:lnTo>
                  <a:lnTo>
                    <a:pt x="1539" y="687"/>
                  </a:lnTo>
                  <a:lnTo>
                    <a:pt x="1270" y="568"/>
                  </a:lnTo>
                  <a:lnTo>
                    <a:pt x="1031" y="448"/>
                  </a:lnTo>
                  <a:lnTo>
                    <a:pt x="822" y="329"/>
                  </a:lnTo>
                  <a:lnTo>
                    <a:pt x="628" y="224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CCA07-F4D0-85E8-3FB9-9C16A179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089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Subagents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2EF726-E709-43B7-1E5B-2DD4A8CE9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2416"/>
            <a:ext cx="5140853" cy="36331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6EA66F-812E-1987-B73E-A654F8B93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281" y="1612416"/>
            <a:ext cx="6925719" cy="369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83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49432-22A3-34F3-BC3D-C0195128F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9507"/>
            <a:ext cx="10344912" cy="896747"/>
          </a:xfrm>
        </p:spPr>
        <p:txBody>
          <a:bodyPr/>
          <a:lstStyle/>
          <a:p>
            <a:pPr algn="ctr"/>
            <a:r>
              <a:rPr lang="en-US" dirty="0"/>
              <a:t>Handoffs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C3B9B-EE28-9A4B-EEA0-B41EB44D0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456" y="662686"/>
            <a:ext cx="6097087" cy="1806955"/>
          </a:xfrm>
          <a:prstGeom prst="rect">
            <a:avLst/>
          </a:prstGeom>
        </p:spPr>
      </p:pic>
      <p:pic>
        <p:nvPicPr>
          <p:cNvPr id="1026" name="Picture 2" descr="Handoffs one-shot: 3 model calls for buy coffee request">
            <a:extLst>
              <a:ext uri="{FF2B5EF4-FFF2-40B4-BE49-F238E27FC236}">
                <a16:creationId xmlns:a16="http://schemas.microsoft.com/office/drawing/2014/main" id="{5D523036-D107-1CC7-9193-E1798A9F6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802" y="2496043"/>
            <a:ext cx="7214394" cy="436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894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6E78-CCCB-860F-A762-1CC262EC7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968" y="-165227"/>
            <a:ext cx="10418064" cy="851027"/>
          </a:xfrm>
        </p:spPr>
        <p:txBody>
          <a:bodyPr/>
          <a:lstStyle/>
          <a:p>
            <a:pPr algn="ctr"/>
            <a:r>
              <a:rPr lang="en-US" dirty="0"/>
              <a:t>Skills</a:t>
            </a:r>
            <a:endParaRPr lang="en-IN" dirty="0"/>
          </a:p>
        </p:txBody>
      </p:sp>
      <p:pic>
        <p:nvPicPr>
          <p:cNvPr id="2050" name="Picture 2" descr="Skills pattern: single agent loads specialized context on-demand">
            <a:extLst>
              <a:ext uri="{FF2B5EF4-FFF2-40B4-BE49-F238E27FC236}">
                <a16:creationId xmlns:a16="http://schemas.microsoft.com/office/drawing/2014/main" id="{46996228-94C5-90FC-1484-C73B6E96F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86" y="1668780"/>
            <a:ext cx="4191931" cy="352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kills one-shot: 3 model calls for buy coffee request">
            <a:extLst>
              <a:ext uri="{FF2B5EF4-FFF2-40B4-BE49-F238E27FC236}">
                <a16:creationId xmlns:a16="http://schemas.microsoft.com/office/drawing/2014/main" id="{3317024F-2660-7D07-6A46-13673440F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356" y="923544"/>
            <a:ext cx="7583644" cy="501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665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D434-C26F-9CF7-2FFA-350C8E597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0"/>
            <a:ext cx="10582656" cy="5309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Router</a:t>
            </a:r>
            <a:endParaRPr lang="en-IN" dirty="0"/>
          </a:p>
        </p:txBody>
      </p:sp>
      <p:pic>
        <p:nvPicPr>
          <p:cNvPr id="3076" name="Picture 4" descr="Router pattern: routing step classifies input to specialized agents">
            <a:extLst>
              <a:ext uri="{FF2B5EF4-FFF2-40B4-BE49-F238E27FC236}">
                <a16:creationId xmlns:a16="http://schemas.microsoft.com/office/drawing/2014/main" id="{016559F0-B41E-EEBE-37F4-BA335E8FD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422" y="597345"/>
            <a:ext cx="8279156" cy="249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outer one-shot: 3 model calls for buy coffee request">
            <a:extLst>
              <a:ext uri="{FF2B5EF4-FFF2-40B4-BE49-F238E27FC236}">
                <a16:creationId xmlns:a16="http://schemas.microsoft.com/office/drawing/2014/main" id="{3C676C42-2DF4-1D5C-5635-E194E8691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901" y="3090672"/>
            <a:ext cx="5632197" cy="357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311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342</Words>
  <Application>Microsoft Office PowerPoint</Application>
  <PresentationFormat>Widescreen</PresentationFormat>
  <Paragraphs>80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Fira Sans Extra Condensed</vt:lpstr>
      <vt:lpstr>Roboto</vt:lpstr>
      <vt:lpstr>Office Theme</vt:lpstr>
      <vt:lpstr>Module 3 HuggingFace and Agentic AI</vt:lpstr>
      <vt:lpstr>HuggingFace</vt:lpstr>
      <vt:lpstr>HuggingFace</vt:lpstr>
      <vt:lpstr>HuggingFace</vt:lpstr>
      <vt:lpstr>HuggingFace</vt:lpstr>
      <vt:lpstr>HuggingFace</vt:lpstr>
      <vt:lpstr>Agentic AI</vt:lpstr>
      <vt:lpstr>Subagents</vt:lpstr>
      <vt:lpstr>Handoffs</vt:lpstr>
      <vt:lpstr>Skills</vt:lpstr>
      <vt:lpstr>Router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 Tripathi</dc:creator>
  <cp:lastModifiedBy>Siddharth Tripathi</cp:lastModifiedBy>
  <cp:revision>2</cp:revision>
  <dcterms:created xsi:type="dcterms:W3CDTF">2026-01-19T04:27:13Z</dcterms:created>
  <dcterms:modified xsi:type="dcterms:W3CDTF">2026-01-20T19:53:28Z</dcterms:modified>
</cp:coreProperties>
</file>